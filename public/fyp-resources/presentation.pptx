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1" r:id="rId1"/>
  </p:sldMasterIdLst>
  <p:notesMasterIdLst>
    <p:notesMasterId r:id="rId10"/>
  </p:notesMasterIdLst>
  <p:sldIdLst>
    <p:sldId id="257" r:id="rId2"/>
    <p:sldId id="263" r:id="rId3"/>
    <p:sldId id="261" r:id="rId4"/>
    <p:sldId id="294" r:id="rId5"/>
    <p:sldId id="295" r:id="rId6"/>
    <p:sldId id="298" r:id="rId7"/>
    <p:sldId id="297" r:id="rId8"/>
    <p:sldId id="262" r:id="rId9"/>
  </p:sldIdLst>
  <p:sldSz cx="12192000" cy="6858000"/>
  <p:notesSz cx="6858000" cy="9144000"/>
  <p:embeddedFontLst>
    <p:embeddedFont>
      <p:font typeface="Montserrat" pitchFamily="2" charset="0"/>
      <p:regular r:id="rId11"/>
      <p:bold r:id="rId12"/>
      <p:italic r:id="rId13"/>
      <p:boldItalic r:id="rId14"/>
    </p:embeddedFont>
    <p:embeddedFont>
      <p:font typeface="Montserrat SemiBold" pitchFamily="2" charset="0"/>
      <p:bold r:id="rId15"/>
      <p:boldItalic r:id="rId16"/>
    </p:embeddedFont>
    <p:embeddedFont>
      <p:font typeface="Poppins Black" panose="00000A00000000000000" pitchFamily="2" charset="0"/>
      <p:bold r:id="rId17"/>
      <p:boldItalic r:id="rId18"/>
    </p:embeddedFont>
    <p:embeddedFont>
      <p:font typeface="Poppins SemiBold" panose="00000700000000000000" pitchFamily="2" charset="0"/>
      <p:bold r:id="rId19"/>
      <p:boldItalic r:id="rId20"/>
    </p:embeddedFont>
    <p:embeddedFont>
      <p:font typeface="Segoe UI Light" panose="020B0502040204020203" pitchFamily="34" charset="0"/>
      <p:regular r:id="rId21"/>
      <p:italic r:id="rId22"/>
    </p:embeddedFont>
    <p:embeddedFont>
      <p:font typeface="Signatura Monoline Script" panose="02000506000000020004" pitchFamily="50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8D6C"/>
    <a:srgbClr val="FFD54B"/>
    <a:srgbClr val="47567D"/>
    <a:srgbClr val="1B2131"/>
    <a:srgbClr val="3E4B6D"/>
    <a:srgbClr val="121620"/>
    <a:srgbClr val="1F2639"/>
    <a:srgbClr val="E3B43E"/>
    <a:srgbClr val="FFFFFF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48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7CC2D-5848-411F-981C-27A9D52C933E}" type="datetimeFigureOut">
              <a:rPr lang="en-PK" smtClean="0"/>
              <a:t>21/10/2024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69C562-0BE6-429B-8698-B13DAEF689D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46579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6f39c49baf_3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6f39c49baf_3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136158c818b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136158c818b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347697288c_0_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347697288c_0_5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347697288c_0_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347697288c_0_5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6482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347697288c_0_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347697288c_0_5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72337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347697288c_0_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347697288c_0_5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92067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347697288c_0_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347697288c_0_5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6950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1347697288c_0_6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1347697288c_0_6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A7BD5-87FE-280A-5FFA-A684560A12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ED7897-461D-FD6B-589D-567BE8DE9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889A4-3C5F-C3DF-973C-F7ACE16B3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ABD7C-A836-4A45-8A24-FBCFCE8CF86C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7E3F9-7C52-FB7F-B42E-1DC4E07AA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2CDA7-626B-FB84-10E3-4768141BE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2F601-F006-4852-AEFC-7C4ACC1EA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13306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77D02-3677-63DB-98AF-FFC9429D0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32C7C-3F09-95C3-E607-361C8084D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79CED-0308-6508-EA73-6CF72EE2A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ABD7C-A836-4A45-8A24-FBCFCE8CF86C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E5E02-A26B-7A43-0846-17E64312F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1433A-CE25-9ACA-4D5E-AEFEC6C44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2F601-F006-4852-AEFC-7C4ACC1EA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54140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DFD61-5FB7-9376-7607-71B1C9991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F27735-9A2E-BE1B-FE14-DEE1511A6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9483A-3BFE-E587-3DD1-C77A13014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ABD7C-A836-4A45-8A24-FBCFCE8CF86C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45335-3D2E-107B-9623-B5FAE761E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8B12C-9E7C-A7EA-64B9-459671A20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2F601-F006-4852-AEFC-7C4ACC1EA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10190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E76-2BB8-F77C-CF7E-2AF3EB782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78380-101E-66BE-D808-BA16EFB7B4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DB5C31-B056-9901-5BA6-82C97D81B6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087DD-3E46-5C89-4CEB-9EFF645F8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ABD7C-A836-4A45-8A24-FBCFCE8CF86C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E55700-1FA8-AB93-040E-DC90EF77D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DEE27-3DB9-1427-A9C2-25AC1F4BB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2F601-F006-4852-AEFC-7C4ACC1EA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6312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A9313-7B4A-24F7-DF03-3BA5418CF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182AE-99B1-B4B0-5107-067C1A045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694435-39C3-380D-025D-40EB228178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AB0232-AF1F-270E-1BF4-8CC0C5BA9B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4BEA0C-4095-D734-C041-E8D7A9D4FE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210D71-E9FD-C83B-7EB8-404EBBBFF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ABD7C-A836-4A45-8A24-FBCFCE8CF86C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C637E6-CF3E-7A3D-03FE-E76EF2FFF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2977DB-2E0C-BBA8-5A94-40561C36D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2F601-F006-4852-AEFC-7C4ACC1EA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83135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39B5F-0FC9-8A40-1EDC-080A7B8BD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DC208B-0710-8D76-2458-DA3B5B84C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ABD7C-A836-4A45-8A24-FBCFCE8CF86C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F4FAE9-B7FF-CCF3-C2E6-5194640C1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2A74A5-6589-4FA3-4E8F-4E201876B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2F601-F006-4852-AEFC-7C4ACC1EA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00210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1DA7DD-9101-E5CF-1B2E-393074EA2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ABD7C-A836-4A45-8A24-FBCFCE8CF86C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6543C0-10E9-A7DE-EB33-C6304C21D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78674-74BD-3D67-E0FA-79F785CF2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2F601-F006-4852-AEFC-7C4ACC1EA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104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70482-A40B-96C5-2E41-26ED1C457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CD4FC-F6E2-BEBB-FEC3-98AE3605B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487DB-4A0B-85B4-F430-78DDA81C12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7C8DF9-C77F-C479-B054-FE2D0C214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ABD7C-A836-4A45-8A24-FBCFCE8CF86C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3F0D5C-8353-51B5-5624-AA4EA870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6A659-1D1F-9166-C382-5C821219C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2F601-F006-4852-AEFC-7C4ACC1EA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82297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A653E-738F-8F44-4811-EECA8A259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8DBD6B-C5C9-514E-7BCD-27AD2E6E75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2A02B-13FB-447E-6AF9-23022191D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E2825D-3524-C1AA-B777-40989F0C9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ABD7C-A836-4A45-8A24-FBCFCE8CF86C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1318E2-6774-A0AD-4AB2-FECD2AFC2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F243B-D1AF-9E0C-6E61-0B1216A45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2F601-F006-4852-AEFC-7C4ACC1EA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20532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92BED-F796-E27C-F19D-DA6089A63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34BB8F-70B5-4EB0-CD89-532B9BCB5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2F0DF-47BA-597A-F0D1-C413A41CB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ABD7C-A836-4A45-8A24-FBCFCE8CF86C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5B3E9-D113-5124-0FE5-57A2AFBA8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91C27-0CBB-4B86-9578-9CAE73957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2F601-F006-4852-AEFC-7C4ACC1EA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54016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33E8F6-33DB-5890-A40E-DD6E8B3F22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ACEB5A-CE21-E614-461C-974FB80647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4338B-EE9C-ABB9-56E5-10A451AAF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ABD7C-A836-4A45-8A24-FBCFCE8CF86C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30237-EBC8-D601-2B76-24D57ACE9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13E9B-7C99-EEFA-9530-7D5CC86F3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2F601-F006-4852-AEFC-7C4ACC1EA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72229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585855-F696-FDE4-8AEE-DB6D54DF7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D4BA5-8AEE-3719-195B-273157FCF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5F3BC-D37B-EF27-E535-D89FE573AC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ABD7C-A836-4A45-8A24-FBCFCE8CF86C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488B6-0C6B-90B4-61CA-0006E313D1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EAF32-71C0-5DA6-3BB6-011D00B13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B2F601-F006-4852-AEFC-7C4ACC1EA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031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mazon.com/Reusable-Firmware-Development-Practical-Approach-ebook/dp/B07811CX8Q/ref=sr_1_1?dchild=1&amp;keywords=reusable+firmware&amp;qid=1589410049&amp;sr=8-1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7A2C77FA-5A8A-720D-5AD9-F55C82DAC3A1}"/>
              </a:ext>
            </a:extLst>
          </p:cNvPr>
          <p:cNvGrpSpPr/>
          <p:nvPr/>
        </p:nvGrpSpPr>
        <p:grpSpPr>
          <a:xfrm>
            <a:off x="796615" y="1450178"/>
            <a:ext cx="10598770" cy="3142394"/>
            <a:chOff x="467603" y="1872486"/>
            <a:chExt cx="11480919" cy="3403939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8DE0B36-ABF7-621E-5775-881E92D29764}"/>
                </a:ext>
              </a:extLst>
            </p:cNvPr>
            <p:cNvGrpSpPr/>
            <p:nvPr/>
          </p:nvGrpSpPr>
          <p:grpSpPr>
            <a:xfrm rot="20219350">
              <a:off x="467603" y="1872486"/>
              <a:ext cx="4969439" cy="3403939"/>
              <a:chOff x="1091790" y="1470063"/>
              <a:chExt cx="6111406" cy="4186157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B7E679BE-3CFD-B60A-433D-912A2847B64E}"/>
                  </a:ext>
                </a:extLst>
              </p:cNvPr>
              <p:cNvSpPr/>
              <p:nvPr/>
            </p:nvSpPr>
            <p:spPr>
              <a:xfrm>
                <a:off x="1091790" y="1470063"/>
                <a:ext cx="3231296" cy="3917871"/>
              </a:xfrm>
              <a:custGeom>
                <a:avLst/>
                <a:gdLst>
                  <a:gd name="connsiteX0" fmla="*/ 3231296 w 3231296"/>
                  <a:gd name="connsiteY0" fmla="*/ 0 h 3917871"/>
                  <a:gd name="connsiteX1" fmla="*/ 3231296 w 3231296"/>
                  <a:gd name="connsiteY1" fmla="*/ 3917871 h 3917871"/>
                  <a:gd name="connsiteX2" fmla="*/ 1753266 w 3231296"/>
                  <a:gd name="connsiteY2" fmla="*/ 3279476 h 3917871"/>
                  <a:gd name="connsiteX3" fmla="*/ 1753266 w 3231296"/>
                  <a:gd name="connsiteY3" fmla="*/ 2954984 h 3917871"/>
                  <a:gd name="connsiteX4" fmla="*/ 2328783 w 3231296"/>
                  <a:gd name="connsiteY4" fmla="*/ 2506385 h 3917871"/>
                  <a:gd name="connsiteX5" fmla="*/ 2549091 w 3231296"/>
                  <a:gd name="connsiteY5" fmla="*/ 1806895 h 3917871"/>
                  <a:gd name="connsiteX6" fmla="*/ 2126343 w 3231296"/>
                  <a:gd name="connsiteY6" fmla="*/ 1000993 h 3917871"/>
                  <a:gd name="connsiteX7" fmla="*/ 1334874 w 3231296"/>
                  <a:gd name="connsiteY7" fmla="*/ 1374217 h 3917871"/>
                  <a:gd name="connsiteX8" fmla="*/ 1885661 w 3231296"/>
                  <a:gd name="connsiteY8" fmla="*/ 1547156 h 3917871"/>
                  <a:gd name="connsiteX9" fmla="*/ 1925646 w 3231296"/>
                  <a:gd name="connsiteY9" fmla="*/ 1622532 h 3917871"/>
                  <a:gd name="connsiteX10" fmla="*/ 1850133 w 3231296"/>
                  <a:gd name="connsiteY10" fmla="*/ 1660636 h 3917871"/>
                  <a:gd name="connsiteX11" fmla="*/ 1296768 w 3231296"/>
                  <a:gd name="connsiteY11" fmla="*/ 1487696 h 3917871"/>
                  <a:gd name="connsiteX12" fmla="*/ 1261275 w 3231296"/>
                  <a:gd name="connsiteY12" fmla="*/ 1601178 h 3917871"/>
                  <a:gd name="connsiteX13" fmla="*/ 1814640 w 3231296"/>
                  <a:gd name="connsiteY13" fmla="*/ 1774118 h 3917871"/>
                  <a:gd name="connsiteX14" fmla="*/ 1854485 w 3231296"/>
                  <a:gd name="connsiteY14" fmla="*/ 1847719 h 3917871"/>
                  <a:gd name="connsiteX15" fmla="*/ 1778972 w 3231296"/>
                  <a:gd name="connsiteY15" fmla="*/ 1887564 h 3917871"/>
                  <a:gd name="connsiteX16" fmla="*/ 1225747 w 3231296"/>
                  <a:gd name="connsiteY16" fmla="*/ 1714660 h 3917871"/>
                  <a:gd name="connsiteX17" fmla="*/ 1190115 w 3231296"/>
                  <a:gd name="connsiteY17" fmla="*/ 1827306 h 3917871"/>
                  <a:gd name="connsiteX18" fmla="*/ 1743480 w 3231296"/>
                  <a:gd name="connsiteY18" fmla="*/ 2002022 h 3917871"/>
                  <a:gd name="connsiteX19" fmla="*/ 1781690 w 3231296"/>
                  <a:gd name="connsiteY19" fmla="*/ 2075481 h 3917871"/>
                  <a:gd name="connsiteX20" fmla="*/ 1707952 w 3231296"/>
                  <a:gd name="connsiteY20" fmla="*/ 2115469 h 3917871"/>
                  <a:gd name="connsiteX21" fmla="*/ 1155563 w 3231296"/>
                  <a:gd name="connsiteY21" fmla="*/ 1941588 h 3917871"/>
                  <a:gd name="connsiteX22" fmla="*/ 1120035 w 3231296"/>
                  <a:gd name="connsiteY22" fmla="*/ 2055070 h 3917871"/>
                  <a:gd name="connsiteX23" fmla="*/ 1673397 w 3231296"/>
                  <a:gd name="connsiteY23" fmla="*/ 2228010 h 3917871"/>
                  <a:gd name="connsiteX24" fmla="*/ 1711503 w 3231296"/>
                  <a:gd name="connsiteY24" fmla="*/ 2303386 h 3917871"/>
                  <a:gd name="connsiteX25" fmla="*/ 1637869 w 3231296"/>
                  <a:gd name="connsiteY25" fmla="*/ 2341492 h 3917871"/>
                  <a:gd name="connsiteX26" fmla="*/ 1086281 w 3231296"/>
                  <a:gd name="connsiteY26" fmla="*/ 2168692 h 3917871"/>
                  <a:gd name="connsiteX27" fmla="*/ 1494887 w 3231296"/>
                  <a:gd name="connsiteY27" fmla="*/ 2918655 h 3917871"/>
                  <a:gd name="connsiteX28" fmla="*/ 1494887 w 3231296"/>
                  <a:gd name="connsiteY28" fmla="*/ 2844220 h 3917871"/>
                  <a:gd name="connsiteX29" fmla="*/ 1392694 w 3231296"/>
                  <a:gd name="connsiteY29" fmla="*/ 2671277 h 3917871"/>
                  <a:gd name="connsiteX30" fmla="*/ 1590814 w 3231296"/>
                  <a:gd name="connsiteY30" fmla="*/ 2471833 h 3917871"/>
                  <a:gd name="connsiteX31" fmla="*/ 1608509 w 3231296"/>
                  <a:gd name="connsiteY31" fmla="*/ 2473610 h 3917871"/>
                  <a:gd name="connsiteX32" fmla="*/ 1593392 w 3231296"/>
                  <a:gd name="connsiteY32" fmla="*/ 2478103 h 3917871"/>
                  <a:gd name="connsiteX33" fmla="*/ 1586321 w 3231296"/>
                  <a:gd name="connsiteY33" fmla="*/ 2480681 h 3917871"/>
                  <a:gd name="connsiteX34" fmla="*/ 1584544 w 3231296"/>
                  <a:gd name="connsiteY34" fmla="*/ 2480681 h 3917871"/>
                  <a:gd name="connsiteX35" fmla="*/ 1566709 w 3231296"/>
                  <a:gd name="connsiteY35" fmla="*/ 2487751 h 3917871"/>
                  <a:gd name="connsiteX36" fmla="*/ 1546298 w 3231296"/>
                  <a:gd name="connsiteY36" fmla="*/ 2501091 h 3917871"/>
                  <a:gd name="connsiteX37" fmla="*/ 1543723 w 3231296"/>
                  <a:gd name="connsiteY37" fmla="*/ 2502833 h 3917871"/>
                  <a:gd name="connsiteX38" fmla="*/ 1539228 w 3231296"/>
                  <a:gd name="connsiteY38" fmla="*/ 2505584 h 3917871"/>
                  <a:gd name="connsiteX39" fmla="*/ 1528638 w 3231296"/>
                  <a:gd name="connsiteY39" fmla="*/ 2514396 h 3917871"/>
                  <a:gd name="connsiteX40" fmla="*/ 1526864 w 3231296"/>
                  <a:gd name="connsiteY40" fmla="*/ 2516173 h 3917871"/>
                  <a:gd name="connsiteX41" fmla="*/ 1524146 w 3231296"/>
                  <a:gd name="connsiteY41" fmla="*/ 2517950 h 3917871"/>
                  <a:gd name="connsiteX42" fmla="*/ 1524146 w 3231296"/>
                  <a:gd name="connsiteY42" fmla="*/ 2519725 h 3917871"/>
                  <a:gd name="connsiteX43" fmla="*/ 1521431 w 3231296"/>
                  <a:gd name="connsiteY43" fmla="*/ 2522303 h 3917871"/>
                  <a:gd name="connsiteX44" fmla="*/ 1519653 w 3231296"/>
                  <a:gd name="connsiteY44" fmla="*/ 2522303 h 3917871"/>
                  <a:gd name="connsiteX45" fmla="*/ 1517075 w 3231296"/>
                  <a:gd name="connsiteY45" fmla="*/ 2525021 h 3917871"/>
                  <a:gd name="connsiteX46" fmla="*/ 1514360 w 3231296"/>
                  <a:gd name="connsiteY46" fmla="*/ 2527739 h 3917871"/>
                  <a:gd name="connsiteX47" fmla="*/ 1511746 w 3231296"/>
                  <a:gd name="connsiteY47" fmla="*/ 2532091 h 3917871"/>
                  <a:gd name="connsiteX48" fmla="*/ 1509031 w 3231296"/>
                  <a:gd name="connsiteY48" fmla="*/ 2534809 h 3917871"/>
                  <a:gd name="connsiteX49" fmla="*/ 1506313 w 3231296"/>
                  <a:gd name="connsiteY49" fmla="*/ 2539162 h 3917871"/>
                  <a:gd name="connsiteX50" fmla="*/ 1501958 w 3231296"/>
                  <a:gd name="connsiteY50" fmla="*/ 2542714 h 3917871"/>
                  <a:gd name="connsiteX51" fmla="*/ 1499243 w 3231296"/>
                  <a:gd name="connsiteY51" fmla="*/ 2545432 h 3917871"/>
                  <a:gd name="connsiteX52" fmla="*/ 1499243 w 3231296"/>
                  <a:gd name="connsiteY52" fmla="*/ 2547209 h 3917871"/>
                  <a:gd name="connsiteX53" fmla="*/ 1497465 w 3231296"/>
                  <a:gd name="connsiteY53" fmla="*/ 2547209 h 3917871"/>
                  <a:gd name="connsiteX54" fmla="*/ 1495688 w 3231296"/>
                  <a:gd name="connsiteY54" fmla="*/ 2549787 h 3917871"/>
                  <a:gd name="connsiteX55" fmla="*/ 1489454 w 3231296"/>
                  <a:gd name="connsiteY55" fmla="*/ 2556057 h 3917871"/>
                  <a:gd name="connsiteX56" fmla="*/ 1489454 w 3231296"/>
                  <a:gd name="connsiteY56" fmla="*/ 2557831 h 3917871"/>
                  <a:gd name="connsiteX57" fmla="*/ 1487677 w 3231296"/>
                  <a:gd name="connsiteY57" fmla="*/ 2560549 h 3917871"/>
                  <a:gd name="connsiteX58" fmla="*/ 1485902 w 3231296"/>
                  <a:gd name="connsiteY58" fmla="*/ 2560549 h 3917871"/>
                  <a:gd name="connsiteX59" fmla="*/ 1485902 w 3231296"/>
                  <a:gd name="connsiteY59" fmla="*/ 2562326 h 3917871"/>
                  <a:gd name="connsiteX60" fmla="*/ 1484125 w 3231296"/>
                  <a:gd name="connsiteY60" fmla="*/ 2564902 h 3917871"/>
                  <a:gd name="connsiteX61" fmla="*/ 1481547 w 3231296"/>
                  <a:gd name="connsiteY61" fmla="*/ 2569397 h 3917871"/>
                  <a:gd name="connsiteX62" fmla="*/ 1479770 w 3231296"/>
                  <a:gd name="connsiteY62" fmla="*/ 2573749 h 3917871"/>
                  <a:gd name="connsiteX63" fmla="*/ 1477055 w 3231296"/>
                  <a:gd name="connsiteY63" fmla="*/ 2576467 h 3917871"/>
                  <a:gd name="connsiteX64" fmla="*/ 1477055 w 3231296"/>
                  <a:gd name="connsiteY64" fmla="*/ 2578244 h 3917871"/>
                  <a:gd name="connsiteX65" fmla="*/ 1475278 w 3231296"/>
                  <a:gd name="connsiteY65" fmla="*/ 2582701 h 3917871"/>
                  <a:gd name="connsiteX66" fmla="*/ 1473536 w 3231296"/>
                  <a:gd name="connsiteY66" fmla="*/ 2587057 h 3917871"/>
                  <a:gd name="connsiteX67" fmla="*/ 1470821 w 3231296"/>
                  <a:gd name="connsiteY67" fmla="*/ 2589807 h 3917871"/>
                  <a:gd name="connsiteX68" fmla="*/ 1470821 w 3231296"/>
                  <a:gd name="connsiteY68" fmla="*/ 2592385 h 3917871"/>
                  <a:gd name="connsiteX69" fmla="*/ 1469043 w 3231296"/>
                  <a:gd name="connsiteY69" fmla="*/ 2594163 h 3917871"/>
                  <a:gd name="connsiteX70" fmla="*/ 1469043 w 3231296"/>
                  <a:gd name="connsiteY70" fmla="*/ 2597679 h 3917871"/>
                  <a:gd name="connsiteX71" fmla="*/ 1467266 w 3231296"/>
                  <a:gd name="connsiteY71" fmla="*/ 2599456 h 3917871"/>
                  <a:gd name="connsiteX72" fmla="*/ 1467266 w 3231296"/>
                  <a:gd name="connsiteY72" fmla="*/ 2602174 h 3917871"/>
                  <a:gd name="connsiteX73" fmla="*/ 1465492 w 3231296"/>
                  <a:gd name="connsiteY73" fmla="*/ 2604749 h 3917871"/>
                  <a:gd name="connsiteX74" fmla="*/ 1465492 w 3231296"/>
                  <a:gd name="connsiteY74" fmla="*/ 2606527 h 3917871"/>
                  <a:gd name="connsiteX75" fmla="*/ 1463715 w 3231296"/>
                  <a:gd name="connsiteY75" fmla="*/ 2609244 h 3917871"/>
                  <a:gd name="connsiteX76" fmla="*/ 1461973 w 3231296"/>
                  <a:gd name="connsiteY76" fmla="*/ 2613737 h 3917871"/>
                  <a:gd name="connsiteX77" fmla="*/ 1461973 w 3231296"/>
                  <a:gd name="connsiteY77" fmla="*/ 2615514 h 3917871"/>
                  <a:gd name="connsiteX78" fmla="*/ 1460196 w 3231296"/>
                  <a:gd name="connsiteY78" fmla="*/ 2622585 h 3917871"/>
                  <a:gd name="connsiteX79" fmla="*/ 1460196 w 3231296"/>
                  <a:gd name="connsiteY79" fmla="*/ 2625163 h 3917871"/>
                  <a:gd name="connsiteX80" fmla="*/ 1458419 w 3231296"/>
                  <a:gd name="connsiteY80" fmla="*/ 2626937 h 3917871"/>
                  <a:gd name="connsiteX81" fmla="*/ 1458419 w 3231296"/>
                  <a:gd name="connsiteY81" fmla="*/ 2634008 h 3917871"/>
                  <a:gd name="connsiteX82" fmla="*/ 1456644 w 3231296"/>
                  <a:gd name="connsiteY82" fmla="*/ 2634008 h 3917871"/>
                  <a:gd name="connsiteX83" fmla="*/ 1456644 w 3231296"/>
                  <a:gd name="connsiteY83" fmla="*/ 2644773 h 3917871"/>
                  <a:gd name="connsiteX84" fmla="*/ 1454902 w 3231296"/>
                  <a:gd name="connsiteY84" fmla="*/ 2647351 h 3917871"/>
                  <a:gd name="connsiteX85" fmla="*/ 1454902 w 3231296"/>
                  <a:gd name="connsiteY85" fmla="*/ 2664207 h 3917871"/>
                  <a:gd name="connsiteX86" fmla="*/ 1556923 w 3231296"/>
                  <a:gd name="connsiteY86" fmla="*/ 2837146 h 3917871"/>
                  <a:gd name="connsiteX87" fmla="*/ 1556923 w 3231296"/>
                  <a:gd name="connsiteY87" fmla="*/ 3763600 h 3917871"/>
                  <a:gd name="connsiteX88" fmla="*/ 992969 w 3231296"/>
                  <a:gd name="connsiteY88" fmla="*/ 2954183 h 3917871"/>
                  <a:gd name="connsiteX89" fmla="*/ 0 w 3231296"/>
                  <a:gd name="connsiteY89" fmla="*/ 2524080 h 3917871"/>
                  <a:gd name="connsiteX90" fmla="*/ 0 w 3231296"/>
                  <a:gd name="connsiteY90" fmla="*/ 1393827 h 3917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</a:cxnLst>
                <a:rect l="l" t="t" r="r" b="b"/>
                <a:pathLst>
                  <a:path w="3231296" h="3917871">
                    <a:moveTo>
                      <a:pt x="3231296" y="0"/>
                    </a:moveTo>
                    <a:lnTo>
                      <a:pt x="3231296" y="3917871"/>
                    </a:lnTo>
                    <a:lnTo>
                      <a:pt x="1753266" y="3279476"/>
                    </a:lnTo>
                    <a:lnTo>
                      <a:pt x="1753266" y="2954984"/>
                    </a:lnTo>
                    <a:cubicBezTo>
                      <a:pt x="2011784" y="2939066"/>
                      <a:pt x="2247173" y="2766126"/>
                      <a:pt x="2328783" y="2506385"/>
                    </a:cubicBezTo>
                    <a:lnTo>
                      <a:pt x="2549091" y="1806895"/>
                    </a:lnTo>
                    <a:cubicBezTo>
                      <a:pt x="2653969" y="1469063"/>
                      <a:pt x="2464730" y="1105628"/>
                      <a:pt x="2126343" y="1000993"/>
                    </a:cubicBezTo>
                    <a:cubicBezTo>
                      <a:pt x="1803875" y="899110"/>
                      <a:pt x="1457478" y="1067521"/>
                      <a:pt x="1334874" y="1374217"/>
                    </a:cubicBezTo>
                    <a:lnTo>
                      <a:pt x="1885661" y="1547156"/>
                    </a:lnTo>
                    <a:cubicBezTo>
                      <a:pt x="1916661" y="1557779"/>
                      <a:pt x="1934493" y="1591497"/>
                      <a:pt x="1925646" y="1622532"/>
                    </a:cubicBezTo>
                    <a:cubicBezTo>
                      <a:pt x="1914919" y="1653565"/>
                      <a:pt x="1881166" y="1671225"/>
                      <a:pt x="1850133" y="1660636"/>
                    </a:cubicBezTo>
                    <a:lnTo>
                      <a:pt x="1296768" y="1487696"/>
                    </a:lnTo>
                    <a:lnTo>
                      <a:pt x="1261275" y="1601178"/>
                    </a:lnTo>
                    <a:lnTo>
                      <a:pt x="1814640" y="1774118"/>
                    </a:lnTo>
                    <a:cubicBezTo>
                      <a:pt x="1845640" y="1784707"/>
                      <a:pt x="1863473" y="1816683"/>
                      <a:pt x="1854485" y="1847719"/>
                    </a:cubicBezTo>
                    <a:cubicBezTo>
                      <a:pt x="1843863" y="1880493"/>
                      <a:pt x="1810145" y="1896412"/>
                      <a:pt x="1778972" y="1887564"/>
                    </a:cubicBezTo>
                    <a:lnTo>
                      <a:pt x="1225747" y="1714660"/>
                    </a:lnTo>
                    <a:lnTo>
                      <a:pt x="1190115" y="1827306"/>
                    </a:lnTo>
                    <a:lnTo>
                      <a:pt x="1743480" y="2002022"/>
                    </a:lnTo>
                    <a:cubicBezTo>
                      <a:pt x="1774617" y="2010834"/>
                      <a:pt x="1792312" y="2044448"/>
                      <a:pt x="1781690" y="2075481"/>
                    </a:cubicBezTo>
                    <a:cubicBezTo>
                      <a:pt x="1772842" y="2106517"/>
                      <a:pt x="1739125" y="2124316"/>
                      <a:pt x="1707952" y="2115469"/>
                    </a:cubicBezTo>
                    <a:lnTo>
                      <a:pt x="1155563" y="1941588"/>
                    </a:lnTo>
                    <a:lnTo>
                      <a:pt x="1120035" y="2055070"/>
                    </a:lnTo>
                    <a:lnTo>
                      <a:pt x="1673397" y="2228010"/>
                    </a:lnTo>
                    <a:cubicBezTo>
                      <a:pt x="1704433" y="2238635"/>
                      <a:pt x="1722233" y="2272350"/>
                      <a:pt x="1711503" y="2303386"/>
                    </a:cubicBezTo>
                    <a:cubicBezTo>
                      <a:pt x="1702656" y="2334421"/>
                      <a:pt x="1668905" y="2352081"/>
                      <a:pt x="1637869" y="2341492"/>
                    </a:cubicBezTo>
                    <a:lnTo>
                      <a:pt x="1086281" y="2168692"/>
                    </a:lnTo>
                    <a:cubicBezTo>
                      <a:pt x="1013379" y="2483396"/>
                      <a:pt x="1188337" y="2807888"/>
                      <a:pt x="1494887" y="2918655"/>
                    </a:cubicBezTo>
                    <a:lnTo>
                      <a:pt x="1494887" y="2844220"/>
                    </a:lnTo>
                    <a:cubicBezTo>
                      <a:pt x="1434492" y="2810466"/>
                      <a:pt x="1392694" y="2744912"/>
                      <a:pt x="1392694" y="2671277"/>
                    </a:cubicBezTo>
                    <a:cubicBezTo>
                      <a:pt x="1392694" y="2562326"/>
                      <a:pt x="1481547" y="2471833"/>
                      <a:pt x="1590814" y="2471833"/>
                    </a:cubicBezTo>
                    <a:cubicBezTo>
                      <a:pt x="1596944" y="2471833"/>
                      <a:pt x="1602237" y="2473610"/>
                      <a:pt x="1608509" y="2473610"/>
                    </a:cubicBezTo>
                    <a:cubicBezTo>
                      <a:pt x="1604014" y="2475349"/>
                      <a:pt x="1597884" y="2476325"/>
                      <a:pt x="1593392" y="2478103"/>
                    </a:cubicBezTo>
                    <a:cubicBezTo>
                      <a:pt x="1590814" y="2478103"/>
                      <a:pt x="1587122" y="2479844"/>
                      <a:pt x="1586321" y="2480681"/>
                    </a:cubicBezTo>
                    <a:lnTo>
                      <a:pt x="1584544" y="2480681"/>
                    </a:lnTo>
                    <a:cubicBezTo>
                      <a:pt x="1578274" y="2483396"/>
                      <a:pt x="1572981" y="2485173"/>
                      <a:pt x="1566709" y="2487751"/>
                    </a:cubicBezTo>
                    <a:cubicBezTo>
                      <a:pt x="1559641" y="2492244"/>
                      <a:pt x="1553404" y="2496599"/>
                      <a:pt x="1546298" y="2501091"/>
                    </a:cubicBezTo>
                    <a:lnTo>
                      <a:pt x="1543723" y="2502833"/>
                    </a:lnTo>
                    <a:lnTo>
                      <a:pt x="1539228" y="2505584"/>
                    </a:lnTo>
                    <a:cubicBezTo>
                      <a:pt x="1534735" y="2508162"/>
                      <a:pt x="1532157" y="2511681"/>
                      <a:pt x="1528638" y="2514396"/>
                    </a:cubicBezTo>
                    <a:lnTo>
                      <a:pt x="1526864" y="2516173"/>
                    </a:lnTo>
                    <a:lnTo>
                      <a:pt x="1524146" y="2517950"/>
                    </a:lnTo>
                    <a:lnTo>
                      <a:pt x="1524146" y="2519725"/>
                    </a:lnTo>
                    <a:lnTo>
                      <a:pt x="1521431" y="2522303"/>
                    </a:lnTo>
                    <a:lnTo>
                      <a:pt x="1519653" y="2522303"/>
                    </a:lnTo>
                    <a:lnTo>
                      <a:pt x="1517075" y="2525021"/>
                    </a:lnTo>
                    <a:lnTo>
                      <a:pt x="1514360" y="2527739"/>
                    </a:lnTo>
                    <a:lnTo>
                      <a:pt x="1511746" y="2532091"/>
                    </a:lnTo>
                    <a:lnTo>
                      <a:pt x="1509031" y="2534809"/>
                    </a:lnTo>
                    <a:lnTo>
                      <a:pt x="1506313" y="2539162"/>
                    </a:lnTo>
                    <a:lnTo>
                      <a:pt x="1501958" y="2542714"/>
                    </a:lnTo>
                    <a:lnTo>
                      <a:pt x="1499243" y="2545432"/>
                    </a:lnTo>
                    <a:lnTo>
                      <a:pt x="1499243" y="2547209"/>
                    </a:lnTo>
                    <a:lnTo>
                      <a:pt x="1497465" y="2547209"/>
                    </a:lnTo>
                    <a:lnTo>
                      <a:pt x="1495688" y="2549787"/>
                    </a:lnTo>
                    <a:lnTo>
                      <a:pt x="1489454" y="2556057"/>
                    </a:lnTo>
                    <a:lnTo>
                      <a:pt x="1489454" y="2557831"/>
                    </a:lnTo>
                    <a:lnTo>
                      <a:pt x="1487677" y="2560549"/>
                    </a:lnTo>
                    <a:lnTo>
                      <a:pt x="1485902" y="2560549"/>
                    </a:lnTo>
                    <a:lnTo>
                      <a:pt x="1485902" y="2562326"/>
                    </a:lnTo>
                    <a:lnTo>
                      <a:pt x="1484125" y="2564902"/>
                    </a:lnTo>
                    <a:lnTo>
                      <a:pt x="1481547" y="2569397"/>
                    </a:lnTo>
                    <a:lnTo>
                      <a:pt x="1479770" y="2573749"/>
                    </a:lnTo>
                    <a:lnTo>
                      <a:pt x="1477055" y="2576467"/>
                    </a:lnTo>
                    <a:lnTo>
                      <a:pt x="1477055" y="2578244"/>
                    </a:lnTo>
                    <a:lnTo>
                      <a:pt x="1475278" y="2582701"/>
                    </a:lnTo>
                    <a:lnTo>
                      <a:pt x="1473536" y="2587057"/>
                    </a:lnTo>
                    <a:lnTo>
                      <a:pt x="1470821" y="2589807"/>
                    </a:lnTo>
                    <a:lnTo>
                      <a:pt x="1470821" y="2592385"/>
                    </a:lnTo>
                    <a:lnTo>
                      <a:pt x="1469043" y="2594163"/>
                    </a:lnTo>
                    <a:lnTo>
                      <a:pt x="1469043" y="2597679"/>
                    </a:lnTo>
                    <a:lnTo>
                      <a:pt x="1467266" y="2599456"/>
                    </a:lnTo>
                    <a:lnTo>
                      <a:pt x="1467266" y="2602174"/>
                    </a:lnTo>
                    <a:lnTo>
                      <a:pt x="1465492" y="2604749"/>
                    </a:lnTo>
                    <a:lnTo>
                      <a:pt x="1465492" y="2606527"/>
                    </a:lnTo>
                    <a:lnTo>
                      <a:pt x="1463715" y="2609244"/>
                    </a:lnTo>
                    <a:lnTo>
                      <a:pt x="1461973" y="2613737"/>
                    </a:lnTo>
                    <a:lnTo>
                      <a:pt x="1461973" y="2615514"/>
                    </a:lnTo>
                    <a:cubicBezTo>
                      <a:pt x="1461973" y="2618089"/>
                      <a:pt x="1460196" y="2621644"/>
                      <a:pt x="1460196" y="2622585"/>
                    </a:cubicBezTo>
                    <a:lnTo>
                      <a:pt x="1460196" y="2625163"/>
                    </a:lnTo>
                    <a:lnTo>
                      <a:pt x="1458419" y="2626937"/>
                    </a:lnTo>
                    <a:lnTo>
                      <a:pt x="1458419" y="2634008"/>
                    </a:lnTo>
                    <a:lnTo>
                      <a:pt x="1456644" y="2634008"/>
                    </a:lnTo>
                    <a:lnTo>
                      <a:pt x="1456644" y="2644773"/>
                    </a:lnTo>
                    <a:lnTo>
                      <a:pt x="1454902" y="2647351"/>
                    </a:lnTo>
                    <a:lnTo>
                      <a:pt x="1454902" y="2664207"/>
                    </a:lnTo>
                    <a:cubicBezTo>
                      <a:pt x="1454902" y="2739583"/>
                      <a:pt x="1496665" y="2803396"/>
                      <a:pt x="1556923" y="2837146"/>
                    </a:cubicBezTo>
                    <a:lnTo>
                      <a:pt x="1556923" y="3763600"/>
                    </a:lnTo>
                    <a:lnTo>
                      <a:pt x="992969" y="2954183"/>
                    </a:lnTo>
                    <a:lnTo>
                      <a:pt x="0" y="2524080"/>
                    </a:lnTo>
                    <a:lnTo>
                      <a:pt x="0" y="1393827"/>
                    </a:lnTo>
                    <a:close/>
                  </a:path>
                </a:pathLst>
              </a:custGeom>
              <a:solidFill>
                <a:srgbClr val="3E4B6D"/>
              </a:solidFill>
              <a:ln w="97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ACDEEF1-8DE4-DF9E-48C2-61C36FDBA82A}"/>
                  </a:ext>
                </a:extLst>
              </p:cNvPr>
              <p:cNvSpPr txBox="1"/>
              <p:nvPr/>
            </p:nvSpPr>
            <p:spPr>
              <a:xfrm rot="1520721">
                <a:off x="3378064" y="2106818"/>
                <a:ext cx="3825132" cy="3549402"/>
              </a:xfrm>
              <a:custGeom>
                <a:avLst/>
                <a:gdLst/>
                <a:ahLst/>
                <a:cxnLst/>
                <a:rect l="l" t="t" r="r" b="b"/>
                <a:pathLst>
                  <a:path w="1620669" h="1503845">
                    <a:moveTo>
                      <a:pt x="0" y="0"/>
                    </a:moveTo>
                    <a:lnTo>
                      <a:pt x="501282" y="0"/>
                    </a:lnTo>
                    <a:lnTo>
                      <a:pt x="811397" y="1034425"/>
                    </a:lnTo>
                    <a:lnTo>
                      <a:pt x="1119388" y="0"/>
                    </a:lnTo>
                    <a:lnTo>
                      <a:pt x="1620669" y="0"/>
                    </a:lnTo>
                    <a:lnTo>
                      <a:pt x="1115140" y="1503845"/>
                    </a:lnTo>
                    <a:lnTo>
                      <a:pt x="505530" y="1503845"/>
                    </a:lnTo>
                    <a:close/>
                  </a:path>
                </a:pathLst>
              </a:custGeom>
              <a:solidFill>
                <a:srgbClr val="E3B43E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6700" dirty="0">
                  <a:solidFill>
                    <a:srgbClr val="E3B43E"/>
                  </a:solidFill>
                  <a:latin typeface="Poppins Black" panose="00000A00000000000000" pitchFamily="2" charset="0"/>
                  <a:cs typeface="Poppins Black" panose="00000A00000000000000" pitchFamily="2" charset="0"/>
                </a:endParaRPr>
              </a:p>
            </p:txBody>
          </p:sp>
        </p:grp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F1CA1ED-04DF-8A80-9948-35632D6BCCF9}"/>
                </a:ext>
              </a:extLst>
            </p:cNvPr>
            <p:cNvSpPr/>
            <p:nvPr/>
          </p:nvSpPr>
          <p:spPr>
            <a:xfrm>
              <a:off x="9710175" y="2058772"/>
              <a:ext cx="2238347" cy="2859891"/>
            </a:xfrm>
            <a:custGeom>
              <a:avLst/>
              <a:gdLst>
                <a:gd name="connsiteX0" fmla="*/ 1073934 w 2238347"/>
                <a:gd name="connsiteY0" fmla="*/ 0 h 2859891"/>
                <a:gd name="connsiteX1" fmla="*/ 1886269 w 2238347"/>
                <a:gd name="connsiteY1" fmla="*/ 236029 h 2859891"/>
                <a:gd name="connsiteX2" fmla="*/ 2202942 w 2238347"/>
                <a:gd name="connsiteY2" fmla="*/ 900846 h 2859891"/>
                <a:gd name="connsiteX3" fmla="*/ 1262758 w 2238347"/>
                <a:gd name="connsiteY3" fmla="*/ 900846 h 2859891"/>
                <a:gd name="connsiteX4" fmla="*/ 1203751 w 2238347"/>
                <a:gd name="connsiteY4" fmla="*/ 731692 h 2859891"/>
                <a:gd name="connsiteX5" fmla="*/ 1070001 w 2238347"/>
                <a:gd name="connsiteY5" fmla="*/ 680552 h 2859891"/>
                <a:gd name="connsiteX6" fmla="*/ 979523 w 2238347"/>
                <a:gd name="connsiteY6" fmla="*/ 717923 h 2859891"/>
                <a:gd name="connsiteX7" fmla="*/ 944118 w 2238347"/>
                <a:gd name="connsiteY7" fmla="*/ 822170 h 2859891"/>
                <a:gd name="connsiteX8" fmla="*/ 1048365 w 2238347"/>
                <a:gd name="connsiteY8" fmla="*/ 977556 h 2859891"/>
                <a:gd name="connsiteX9" fmla="*/ 1380772 w 2238347"/>
                <a:gd name="connsiteY9" fmla="*/ 1125074 h 2859891"/>
                <a:gd name="connsiteX10" fmla="*/ 1815460 w 2238347"/>
                <a:gd name="connsiteY10" fmla="*/ 1313898 h 2859891"/>
                <a:gd name="connsiteX11" fmla="*/ 2112464 w 2238347"/>
                <a:gd name="connsiteY11" fmla="*/ 1565663 h 2859891"/>
                <a:gd name="connsiteX12" fmla="*/ 2238347 w 2238347"/>
                <a:gd name="connsiteY12" fmla="*/ 1970846 h 2859891"/>
                <a:gd name="connsiteX13" fmla="*/ 2112464 w 2238347"/>
                <a:gd name="connsiteY13" fmla="*/ 2429137 h 2859891"/>
                <a:gd name="connsiteX14" fmla="*/ 1746619 w 2238347"/>
                <a:gd name="connsiteY14" fmla="*/ 2745810 h 2859891"/>
                <a:gd name="connsiteX15" fmla="*/ 1176214 w 2238347"/>
                <a:gd name="connsiteY15" fmla="*/ 2859891 h 2859891"/>
                <a:gd name="connsiteX16" fmla="*/ 352077 w 2238347"/>
                <a:gd name="connsiteY16" fmla="*/ 2625828 h 2859891"/>
                <a:gd name="connsiteX17" fmla="*/ 0 w 2238347"/>
                <a:gd name="connsiteY17" fmla="*/ 1939376 h 2859891"/>
                <a:gd name="connsiteX18" fmla="*/ 928383 w 2238347"/>
                <a:gd name="connsiteY18" fmla="*/ 1939376 h 2859891"/>
                <a:gd name="connsiteX19" fmla="*/ 1140809 w 2238347"/>
                <a:gd name="connsiteY19" fmla="*/ 2179339 h 2859891"/>
                <a:gd name="connsiteX20" fmla="*/ 1260791 w 2238347"/>
                <a:gd name="connsiteY20" fmla="*/ 2145902 h 2859891"/>
                <a:gd name="connsiteX21" fmla="*/ 1309964 w 2238347"/>
                <a:gd name="connsiteY21" fmla="*/ 2041655 h 2859891"/>
                <a:gd name="connsiteX22" fmla="*/ 1203751 w 2238347"/>
                <a:gd name="connsiteY22" fmla="*/ 1882335 h 2859891"/>
                <a:gd name="connsiteX23" fmla="*/ 873309 w 2238347"/>
                <a:gd name="connsiteY23" fmla="*/ 1742684 h 2859891"/>
                <a:gd name="connsiteX24" fmla="*/ 430754 w 2238347"/>
                <a:gd name="connsiteY24" fmla="*/ 1557795 h 2859891"/>
                <a:gd name="connsiteX25" fmla="*/ 129817 w 2238347"/>
                <a:gd name="connsiteY25" fmla="*/ 1294229 h 2859891"/>
                <a:gd name="connsiteX26" fmla="*/ 7867 w 2238347"/>
                <a:gd name="connsiteY26" fmla="*/ 849706 h 2859891"/>
                <a:gd name="connsiteX27" fmla="*/ 147519 w 2238347"/>
                <a:gd name="connsiteY27" fmla="*/ 387482 h 2859891"/>
                <a:gd name="connsiteX28" fmla="*/ 529100 w 2238347"/>
                <a:gd name="connsiteY28" fmla="*/ 98345 h 2859891"/>
                <a:gd name="connsiteX29" fmla="*/ 1073934 w 2238347"/>
                <a:gd name="connsiteY29" fmla="*/ 0 h 2859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238347" h="2859891">
                  <a:moveTo>
                    <a:pt x="1073934" y="0"/>
                  </a:moveTo>
                  <a:cubicBezTo>
                    <a:pt x="1414865" y="0"/>
                    <a:pt x="1685643" y="78676"/>
                    <a:pt x="1886269" y="236029"/>
                  </a:cubicBezTo>
                  <a:cubicBezTo>
                    <a:pt x="2086894" y="393382"/>
                    <a:pt x="2192452" y="614988"/>
                    <a:pt x="2202942" y="900846"/>
                  </a:cubicBezTo>
                  <a:lnTo>
                    <a:pt x="1262758" y="900846"/>
                  </a:lnTo>
                  <a:cubicBezTo>
                    <a:pt x="1260135" y="822170"/>
                    <a:pt x="1240467" y="765785"/>
                    <a:pt x="1203751" y="731692"/>
                  </a:cubicBezTo>
                  <a:cubicBezTo>
                    <a:pt x="1167035" y="697598"/>
                    <a:pt x="1122451" y="680552"/>
                    <a:pt x="1070001" y="680552"/>
                  </a:cubicBezTo>
                  <a:cubicBezTo>
                    <a:pt x="1033285" y="680552"/>
                    <a:pt x="1003125" y="693009"/>
                    <a:pt x="979523" y="717923"/>
                  </a:cubicBezTo>
                  <a:cubicBezTo>
                    <a:pt x="955919" y="742837"/>
                    <a:pt x="944118" y="777586"/>
                    <a:pt x="944118" y="822170"/>
                  </a:cubicBezTo>
                  <a:cubicBezTo>
                    <a:pt x="944118" y="885111"/>
                    <a:pt x="978867" y="936906"/>
                    <a:pt x="1048365" y="977556"/>
                  </a:cubicBezTo>
                  <a:cubicBezTo>
                    <a:pt x="1117862" y="1018205"/>
                    <a:pt x="1228665" y="1067378"/>
                    <a:pt x="1380772" y="1125074"/>
                  </a:cubicBezTo>
                  <a:cubicBezTo>
                    <a:pt x="1556483" y="1190638"/>
                    <a:pt x="1701379" y="1253579"/>
                    <a:pt x="1815460" y="1313898"/>
                  </a:cubicBezTo>
                  <a:cubicBezTo>
                    <a:pt x="1929541" y="1374216"/>
                    <a:pt x="2028543" y="1458138"/>
                    <a:pt x="2112464" y="1565663"/>
                  </a:cubicBezTo>
                  <a:cubicBezTo>
                    <a:pt x="2196386" y="1673187"/>
                    <a:pt x="2238347" y="1808248"/>
                    <a:pt x="2238347" y="1970846"/>
                  </a:cubicBezTo>
                  <a:cubicBezTo>
                    <a:pt x="2238347" y="2141312"/>
                    <a:pt x="2196386" y="2294076"/>
                    <a:pt x="2112464" y="2429137"/>
                  </a:cubicBezTo>
                  <a:cubicBezTo>
                    <a:pt x="2028543" y="2564198"/>
                    <a:pt x="1906593" y="2669756"/>
                    <a:pt x="1746619" y="2745810"/>
                  </a:cubicBezTo>
                  <a:cubicBezTo>
                    <a:pt x="1586643" y="2821864"/>
                    <a:pt x="1396508" y="2859891"/>
                    <a:pt x="1176214" y="2859891"/>
                  </a:cubicBezTo>
                  <a:cubicBezTo>
                    <a:pt x="843150" y="2859891"/>
                    <a:pt x="568438" y="2781870"/>
                    <a:pt x="352077" y="2625828"/>
                  </a:cubicBezTo>
                  <a:cubicBezTo>
                    <a:pt x="135717" y="2469787"/>
                    <a:pt x="18358" y="2240969"/>
                    <a:pt x="0" y="1939376"/>
                  </a:cubicBezTo>
                  <a:lnTo>
                    <a:pt x="928383" y="1939376"/>
                  </a:lnTo>
                  <a:cubicBezTo>
                    <a:pt x="941495" y="2099351"/>
                    <a:pt x="1012305" y="2179339"/>
                    <a:pt x="1140809" y="2179339"/>
                  </a:cubicBezTo>
                  <a:cubicBezTo>
                    <a:pt x="1188015" y="2179339"/>
                    <a:pt x="1228009" y="2168193"/>
                    <a:pt x="1260791" y="2145902"/>
                  </a:cubicBezTo>
                  <a:cubicBezTo>
                    <a:pt x="1293573" y="2123610"/>
                    <a:pt x="1309964" y="2088861"/>
                    <a:pt x="1309964" y="2041655"/>
                  </a:cubicBezTo>
                  <a:cubicBezTo>
                    <a:pt x="1309964" y="1976091"/>
                    <a:pt x="1274559" y="1922985"/>
                    <a:pt x="1203751" y="1882335"/>
                  </a:cubicBezTo>
                  <a:cubicBezTo>
                    <a:pt x="1132941" y="1841686"/>
                    <a:pt x="1022795" y="1795136"/>
                    <a:pt x="873309" y="1742684"/>
                  </a:cubicBezTo>
                  <a:cubicBezTo>
                    <a:pt x="694975" y="1679743"/>
                    <a:pt x="547457" y="1618114"/>
                    <a:pt x="430754" y="1557795"/>
                  </a:cubicBezTo>
                  <a:cubicBezTo>
                    <a:pt x="314051" y="1497476"/>
                    <a:pt x="213738" y="1409621"/>
                    <a:pt x="129817" y="1294229"/>
                  </a:cubicBezTo>
                  <a:cubicBezTo>
                    <a:pt x="45895" y="1178836"/>
                    <a:pt x="5245" y="1030662"/>
                    <a:pt x="7867" y="849706"/>
                  </a:cubicBezTo>
                  <a:cubicBezTo>
                    <a:pt x="7867" y="668751"/>
                    <a:pt x="54418" y="514675"/>
                    <a:pt x="147519" y="387482"/>
                  </a:cubicBezTo>
                  <a:cubicBezTo>
                    <a:pt x="240619" y="260288"/>
                    <a:pt x="367813" y="163909"/>
                    <a:pt x="529100" y="98345"/>
                  </a:cubicBezTo>
                  <a:cubicBezTo>
                    <a:pt x="690387" y="32782"/>
                    <a:pt x="871998" y="0"/>
                    <a:pt x="1073934" y="0"/>
                  </a:cubicBezTo>
                  <a:close/>
                </a:path>
              </a:pathLst>
            </a:custGeom>
            <a:solidFill>
              <a:srgbClr val="E3B4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F537166-7993-F492-79E2-949E2B835AD5}"/>
                </a:ext>
              </a:extLst>
            </p:cNvPr>
            <p:cNvSpPr/>
            <p:nvPr/>
          </p:nvSpPr>
          <p:spPr>
            <a:xfrm>
              <a:off x="8529894" y="2105978"/>
              <a:ext cx="873310" cy="2785148"/>
            </a:xfrm>
            <a:custGeom>
              <a:avLst/>
              <a:gdLst>
                <a:gd name="connsiteX0" fmla="*/ 0 w 873310"/>
                <a:gd name="connsiteY0" fmla="*/ 0 h 2785148"/>
                <a:gd name="connsiteX1" fmla="*/ 873310 w 873310"/>
                <a:gd name="connsiteY1" fmla="*/ 0 h 2785148"/>
                <a:gd name="connsiteX2" fmla="*/ 873310 w 873310"/>
                <a:gd name="connsiteY2" fmla="*/ 2785148 h 2785148"/>
                <a:gd name="connsiteX3" fmla="*/ 0 w 873310"/>
                <a:gd name="connsiteY3" fmla="*/ 2785148 h 2785148"/>
                <a:gd name="connsiteX4" fmla="*/ 0 w 873310"/>
                <a:gd name="connsiteY4" fmla="*/ 0 h 2785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3310" h="2785148">
                  <a:moveTo>
                    <a:pt x="0" y="0"/>
                  </a:moveTo>
                  <a:lnTo>
                    <a:pt x="873310" y="0"/>
                  </a:lnTo>
                  <a:lnTo>
                    <a:pt x="873310" y="2785148"/>
                  </a:lnTo>
                  <a:lnTo>
                    <a:pt x="0" y="2785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B4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5010406-990B-54EF-D707-3F1C69F3806F}"/>
                </a:ext>
              </a:extLst>
            </p:cNvPr>
            <p:cNvSpPr/>
            <p:nvPr/>
          </p:nvSpPr>
          <p:spPr>
            <a:xfrm>
              <a:off x="5355593" y="2058772"/>
              <a:ext cx="2864953" cy="2859891"/>
            </a:xfrm>
            <a:custGeom>
              <a:avLst/>
              <a:gdLst>
                <a:gd name="connsiteX0" fmla="*/ 1128 w 2864953"/>
                <a:gd name="connsiteY0" fmla="*/ 1446649 h 2859891"/>
                <a:gd name="connsiteX1" fmla="*/ 10924 w 2864953"/>
                <a:gd name="connsiteY1" fmla="*/ 1608789 h 2859891"/>
                <a:gd name="connsiteX2" fmla="*/ 1128 w 2864953"/>
                <a:gd name="connsiteY2" fmla="*/ 1608789 h 2859891"/>
                <a:gd name="connsiteX3" fmla="*/ 1128 w 2864953"/>
                <a:gd name="connsiteY3" fmla="*/ 1409310 h 2859891"/>
                <a:gd name="connsiteX4" fmla="*/ 1128 w 2864953"/>
                <a:gd name="connsiteY4" fmla="*/ 1446649 h 2859891"/>
                <a:gd name="connsiteX5" fmla="*/ 0 w 2864953"/>
                <a:gd name="connsiteY5" fmla="*/ 1427979 h 2859891"/>
                <a:gd name="connsiteX6" fmla="*/ 2856117 w 2864953"/>
                <a:gd name="connsiteY6" fmla="*/ 1299096 h 2859891"/>
                <a:gd name="connsiteX7" fmla="*/ 2864953 w 2864953"/>
                <a:gd name="connsiteY7" fmla="*/ 1299096 h 2859891"/>
                <a:gd name="connsiteX8" fmla="*/ 2864953 w 2864953"/>
                <a:gd name="connsiteY8" fmla="*/ 1608789 h 2859891"/>
                <a:gd name="connsiteX9" fmla="*/ 2853011 w 2864953"/>
                <a:gd name="connsiteY9" fmla="*/ 1608789 h 2859891"/>
                <a:gd name="connsiteX10" fmla="*/ 2863824 w 2864953"/>
                <a:gd name="connsiteY10" fmla="*/ 1427979 h 2859891"/>
                <a:gd name="connsiteX11" fmla="*/ 1999145 w 2864953"/>
                <a:gd name="connsiteY11" fmla="*/ 1299096 h 2859891"/>
                <a:gd name="connsiteX12" fmla="*/ 1999145 w 2864953"/>
                <a:gd name="connsiteY12" fmla="*/ 1608789 h 2859891"/>
                <a:gd name="connsiteX13" fmla="*/ 2198947 w 2864953"/>
                <a:gd name="connsiteY13" fmla="*/ 1608789 h 2859891"/>
                <a:gd name="connsiteX14" fmla="*/ 2198947 w 2864953"/>
                <a:gd name="connsiteY14" fmla="*/ 1299096 h 2859891"/>
                <a:gd name="connsiteX15" fmla="*/ 1128 w 2864953"/>
                <a:gd name="connsiteY15" fmla="*/ 1299096 h 2859891"/>
                <a:gd name="connsiteX16" fmla="*/ 7787 w 2864953"/>
                <a:gd name="connsiteY16" fmla="*/ 1299096 h 2859891"/>
                <a:gd name="connsiteX17" fmla="*/ 1128 w 2864953"/>
                <a:gd name="connsiteY17" fmla="*/ 1409310 h 2859891"/>
                <a:gd name="connsiteX18" fmla="*/ 2332148 w 2864953"/>
                <a:gd name="connsiteY18" fmla="*/ 1145914 h 2859891"/>
                <a:gd name="connsiteX19" fmla="*/ 2332148 w 2864953"/>
                <a:gd name="connsiteY19" fmla="*/ 1768630 h 2859891"/>
                <a:gd name="connsiteX20" fmla="*/ 2531950 w 2864953"/>
                <a:gd name="connsiteY20" fmla="*/ 1768630 h 2859891"/>
                <a:gd name="connsiteX21" fmla="*/ 2531950 w 2864953"/>
                <a:gd name="connsiteY21" fmla="*/ 1145914 h 2859891"/>
                <a:gd name="connsiteX22" fmla="*/ 1666142 w 2864953"/>
                <a:gd name="connsiteY22" fmla="*/ 1145914 h 2859891"/>
                <a:gd name="connsiteX23" fmla="*/ 1666142 w 2864953"/>
                <a:gd name="connsiteY23" fmla="*/ 1768630 h 2859891"/>
                <a:gd name="connsiteX24" fmla="*/ 1865944 w 2864953"/>
                <a:gd name="connsiteY24" fmla="*/ 1768630 h 2859891"/>
                <a:gd name="connsiteX25" fmla="*/ 1865944 w 2864953"/>
                <a:gd name="connsiteY25" fmla="*/ 1145914 h 2859891"/>
                <a:gd name="connsiteX26" fmla="*/ 334131 w 2864953"/>
                <a:gd name="connsiteY26" fmla="*/ 1145914 h 2859891"/>
                <a:gd name="connsiteX27" fmla="*/ 334131 w 2864953"/>
                <a:gd name="connsiteY27" fmla="*/ 1768630 h 2859891"/>
                <a:gd name="connsiteX28" fmla="*/ 533933 w 2864953"/>
                <a:gd name="connsiteY28" fmla="*/ 1768630 h 2859891"/>
                <a:gd name="connsiteX29" fmla="*/ 533933 w 2864953"/>
                <a:gd name="connsiteY29" fmla="*/ 1145914 h 2859891"/>
                <a:gd name="connsiteX30" fmla="*/ 1333139 w 2864953"/>
                <a:gd name="connsiteY30" fmla="*/ 989403 h 2859891"/>
                <a:gd name="connsiteX31" fmla="*/ 1333139 w 2864953"/>
                <a:gd name="connsiteY31" fmla="*/ 1921811 h 2859891"/>
                <a:gd name="connsiteX32" fmla="*/ 1532941 w 2864953"/>
                <a:gd name="connsiteY32" fmla="*/ 1921811 h 2859891"/>
                <a:gd name="connsiteX33" fmla="*/ 1532941 w 2864953"/>
                <a:gd name="connsiteY33" fmla="*/ 989403 h 2859891"/>
                <a:gd name="connsiteX34" fmla="*/ 667133 w 2864953"/>
                <a:gd name="connsiteY34" fmla="*/ 832892 h 2859891"/>
                <a:gd name="connsiteX35" fmla="*/ 667133 w 2864953"/>
                <a:gd name="connsiteY35" fmla="*/ 2074993 h 2859891"/>
                <a:gd name="connsiteX36" fmla="*/ 866935 w 2864953"/>
                <a:gd name="connsiteY36" fmla="*/ 2074993 h 2859891"/>
                <a:gd name="connsiteX37" fmla="*/ 866935 w 2864953"/>
                <a:gd name="connsiteY37" fmla="*/ 832892 h 2859891"/>
                <a:gd name="connsiteX38" fmla="*/ 1000136 w 2864953"/>
                <a:gd name="connsiteY38" fmla="*/ 523199 h 2859891"/>
                <a:gd name="connsiteX39" fmla="*/ 1000136 w 2864953"/>
                <a:gd name="connsiteY39" fmla="*/ 2388015 h 2859891"/>
                <a:gd name="connsiteX40" fmla="*/ 1199938 w 2864953"/>
                <a:gd name="connsiteY40" fmla="*/ 2388015 h 2859891"/>
                <a:gd name="connsiteX41" fmla="*/ 1199938 w 2864953"/>
                <a:gd name="connsiteY41" fmla="*/ 523199 h 2859891"/>
                <a:gd name="connsiteX42" fmla="*/ 1435846 w 2864953"/>
                <a:gd name="connsiteY42" fmla="*/ 0 h 2859891"/>
                <a:gd name="connsiteX43" fmla="*/ 2155736 w 2864953"/>
                <a:gd name="connsiteY43" fmla="*/ 182923 h 2859891"/>
                <a:gd name="connsiteX44" fmla="*/ 2673034 w 2864953"/>
                <a:gd name="connsiteY44" fmla="*/ 692353 h 2859891"/>
                <a:gd name="connsiteX45" fmla="*/ 2851900 w 2864953"/>
                <a:gd name="connsiteY45" fmla="*/ 1228583 h 2859891"/>
                <a:gd name="connsiteX46" fmla="*/ 2856117 w 2864953"/>
                <a:gd name="connsiteY46" fmla="*/ 1299096 h 2859891"/>
                <a:gd name="connsiteX47" fmla="*/ 2665151 w 2864953"/>
                <a:gd name="connsiteY47" fmla="*/ 1299096 h 2859891"/>
                <a:gd name="connsiteX48" fmla="*/ 2665151 w 2864953"/>
                <a:gd name="connsiteY48" fmla="*/ 1608789 h 2859891"/>
                <a:gd name="connsiteX49" fmla="*/ 2853011 w 2864953"/>
                <a:gd name="connsiteY49" fmla="*/ 1608789 h 2859891"/>
                <a:gd name="connsiteX50" fmla="*/ 2851900 w 2864953"/>
                <a:gd name="connsiteY50" fmla="*/ 1627375 h 2859891"/>
                <a:gd name="connsiteX51" fmla="*/ 2673034 w 2864953"/>
                <a:gd name="connsiteY51" fmla="*/ 2163604 h 2859891"/>
                <a:gd name="connsiteX52" fmla="*/ 2153769 w 2864953"/>
                <a:gd name="connsiteY52" fmla="*/ 2675001 h 2859891"/>
                <a:gd name="connsiteX53" fmla="*/ 1435846 w 2864953"/>
                <a:gd name="connsiteY53" fmla="*/ 2859891 h 2859891"/>
                <a:gd name="connsiteX54" fmla="*/ 713989 w 2864953"/>
                <a:gd name="connsiteY54" fmla="*/ 2675001 h 2859891"/>
                <a:gd name="connsiteX55" fmla="*/ 192757 w 2864953"/>
                <a:gd name="connsiteY55" fmla="*/ 2163604 h 2859891"/>
                <a:gd name="connsiteX56" fmla="*/ 12047 w 2864953"/>
                <a:gd name="connsiteY56" fmla="*/ 1627375 h 2859891"/>
                <a:gd name="connsiteX57" fmla="*/ 10924 w 2864953"/>
                <a:gd name="connsiteY57" fmla="*/ 1608789 h 2859891"/>
                <a:gd name="connsiteX58" fmla="*/ 200930 w 2864953"/>
                <a:gd name="connsiteY58" fmla="*/ 1608789 h 2859891"/>
                <a:gd name="connsiteX59" fmla="*/ 200930 w 2864953"/>
                <a:gd name="connsiteY59" fmla="*/ 1299096 h 2859891"/>
                <a:gd name="connsiteX60" fmla="*/ 7787 w 2864953"/>
                <a:gd name="connsiteY60" fmla="*/ 1299096 h 2859891"/>
                <a:gd name="connsiteX61" fmla="*/ 12047 w 2864953"/>
                <a:gd name="connsiteY61" fmla="*/ 1228583 h 2859891"/>
                <a:gd name="connsiteX62" fmla="*/ 192757 w 2864953"/>
                <a:gd name="connsiteY62" fmla="*/ 692353 h 2859891"/>
                <a:gd name="connsiteX63" fmla="*/ 713989 w 2864953"/>
                <a:gd name="connsiteY63" fmla="*/ 182923 h 2859891"/>
                <a:gd name="connsiteX64" fmla="*/ 1435846 w 2864953"/>
                <a:gd name="connsiteY64" fmla="*/ 0 h 2859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2864953" h="2859891">
                  <a:moveTo>
                    <a:pt x="1128" y="1446649"/>
                  </a:moveTo>
                  <a:lnTo>
                    <a:pt x="10924" y="1608789"/>
                  </a:lnTo>
                  <a:lnTo>
                    <a:pt x="1128" y="1608789"/>
                  </a:lnTo>
                  <a:close/>
                  <a:moveTo>
                    <a:pt x="1128" y="1409310"/>
                  </a:moveTo>
                  <a:lnTo>
                    <a:pt x="1128" y="1446649"/>
                  </a:lnTo>
                  <a:lnTo>
                    <a:pt x="0" y="1427979"/>
                  </a:lnTo>
                  <a:close/>
                  <a:moveTo>
                    <a:pt x="2856117" y="1299096"/>
                  </a:moveTo>
                  <a:lnTo>
                    <a:pt x="2864953" y="1299096"/>
                  </a:lnTo>
                  <a:lnTo>
                    <a:pt x="2864953" y="1608789"/>
                  </a:lnTo>
                  <a:lnTo>
                    <a:pt x="2853011" y="1608789"/>
                  </a:lnTo>
                  <a:lnTo>
                    <a:pt x="2863824" y="1427979"/>
                  </a:lnTo>
                  <a:close/>
                  <a:moveTo>
                    <a:pt x="1999145" y="1299096"/>
                  </a:moveTo>
                  <a:lnTo>
                    <a:pt x="1999145" y="1608789"/>
                  </a:lnTo>
                  <a:lnTo>
                    <a:pt x="2198947" y="1608789"/>
                  </a:lnTo>
                  <a:lnTo>
                    <a:pt x="2198947" y="1299096"/>
                  </a:lnTo>
                  <a:close/>
                  <a:moveTo>
                    <a:pt x="1128" y="1299096"/>
                  </a:moveTo>
                  <a:lnTo>
                    <a:pt x="7787" y="1299096"/>
                  </a:lnTo>
                  <a:lnTo>
                    <a:pt x="1128" y="1409310"/>
                  </a:lnTo>
                  <a:close/>
                  <a:moveTo>
                    <a:pt x="2332148" y="1145914"/>
                  </a:moveTo>
                  <a:lnTo>
                    <a:pt x="2332148" y="1768630"/>
                  </a:lnTo>
                  <a:lnTo>
                    <a:pt x="2531950" y="1768630"/>
                  </a:lnTo>
                  <a:lnTo>
                    <a:pt x="2531950" y="1145914"/>
                  </a:lnTo>
                  <a:close/>
                  <a:moveTo>
                    <a:pt x="1666142" y="1145914"/>
                  </a:moveTo>
                  <a:lnTo>
                    <a:pt x="1666142" y="1768630"/>
                  </a:lnTo>
                  <a:lnTo>
                    <a:pt x="1865944" y="1768630"/>
                  </a:lnTo>
                  <a:lnTo>
                    <a:pt x="1865944" y="1145914"/>
                  </a:lnTo>
                  <a:close/>
                  <a:moveTo>
                    <a:pt x="334131" y="1145914"/>
                  </a:moveTo>
                  <a:lnTo>
                    <a:pt x="334131" y="1768630"/>
                  </a:lnTo>
                  <a:lnTo>
                    <a:pt x="533933" y="1768630"/>
                  </a:lnTo>
                  <a:lnTo>
                    <a:pt x="533933" y="1145914"/>
                  </a:lnTo>
                  <a:close/>
                  <a:moveTo>
                    <a:pt x="1333139" y="989403"/>
                  </a:moveTo>
                  <a:lnTo>
                    <a:pt x="1333139" y="1921811"/>
                  </a:lnTo>
                  <a:lnTo>
                    <a:pt x="1532941" y="1921811"/>
                  </a:lnTo>
                  <a:lnTo>
                    <a:pt x="1532941" y="989403"/>
                  </a:lnTo>
                  <a:close/>
                  <a:moveTo>
                    <a:pt x="667133" y="832892"/>
                  </a:moveTo>
                  <a:lnTo>
                    <a:pt x="667133" y="2074993"/>
                  </a:lnTo>
                  <a:lnTo>
                    <a:pt x="866935" y="2074993"/>
                  </a:lnTo>
                  <a:lnTo>
                    <a:pt x="866935" y="832892"/>
                  </a:lnTo>
                  <a:close/>
                  <a:moveTo>
                    <a:pt x="1000136" y="523199"/>
                  </a:moveTo>
                  <a:lnTo>
                    <a:pt x="1000136" y="2388015"/>
                  </a:lnTo>
                  <a:lnTo>
                    <a:pt x="1199938" y="2388015"/>
                  </a:lnTo>
                  <a:lnTo>
                    <a:pt x="1199938" y="523199"/>
                  </a:lnTo>
                  <a:close/>
                  <a:moveTo>
                    <a:pt x="1435846" y="0"/>
                  </a:moveTo>
                  <a:cubicBezTo>
                    <a:pt x="1698101" y="0"/>
                    <a:pt x="1938064" y="60974"/>
                    <a:pt x="2155736" y="182923"/>
                  </a:cubicBezTo>
                  <a:cubicBezTo>
                    <a:pt x="2373408" y="304871"/>
                    <a:pt x="2545840" y="474681"/>
                    <a:pt x="2673034" y="692353"/>
                  </a:cubicBezTo>
                  <a:cubicBezTo>
                    <a:pt x="2768430" y="855607"/>
                    <a:pt x="2828051" y="1034350"/>
                    <a:pt x="2851900" y="1228583"/>
                  </a:cubicBezTo>
                  <a:lnTo>
                    <a:pt x="2856117" y="1299096"/>
                  </a:lnTo>
                  <a:lnTo>
                    <a:pt x="2665151" y="1299096"/>
                  </a:lnTo>
                  <a:lnTo>
                    <a:pt x="2665151" y="1608789"/>
                  </a:lnTo>
                  <a:lnTo>
                    <a:pt x="2853011" y="1608789"/>
                  </a:lnTo>
                  <a:lnTo>
                    <a:pt x="2851900" y="1627375"/>
                  </a:lnTo>
                  <a:cubicBezTo>
                    <a:pt x="2828051" y="1821607"/>
                    <a:pt x="2768430" y="2000350"/>
                    <a:pt x="2673034" y="2163604"/>
                  </a:cubicBezTo>
                  <a:cubicBezTo>
                    <a:pt x="2545840" y="2381275"/>
                    <a:pt x="2372752" y="2551741"/>
                    <a:pt x="2153769" y="2675001"/>
                  </a:cubicBezTo>
                  <a:cubicBezTo>
                    <a:pt x="1934786" y="2798261"/>
                    <a:pt x="1695479" y="2859891"/>
                    <a:pt x="1435846" y="2859891"/>
                  </a:cubicBezTo>
                  <a:cubicBezTo>
                    <a:pt x="1173591" y="2859891"/>
                    <a:pt x="932972" y="2798261"/>
                    <a:pt x="713989" y="2675001"/>
                  </a:cubicBezTo>
                  <a:cubicBezTo>
                    <a:pt x="495006" y="2551741"/>
                    <a:pt x="321262" y="2381275"/>
                    <a:pt x="192757" y="2163604"/>
                  </a:cubicBezTo>
                  <a:cubicBezTo>
                    <a:pt x="96378" y="2000350"/>
                    <a:pt x="36142" y="1821607"/>
                    <a:pt x="12047" y="1627375"/>
                  </a:cubicBezTo>
                  <a:lnTo>
                    <a:pt x="10924" y="1608789"/>
                  </a:lnTo>
                  <a:lnTo>
                    <a:pt x="200930" y="1608789"/>
                  </a:lnTo>
                  <a:lnTo>
                    <a:pt x="200930" y="1299096"/>
                  </a:lnTo>
                  <a:lnTo>
                    <a:pt x="7787" y="1299096"/>
                  </a:lnTo>
                  <a:lnTo>
                    <a:pt x="12047" y="1228583"/>
                  </a:lnTo>
                  <a:cubicBezTo>
                    <a:pt x="36142" y="1034350"/>
                    <a:pt x="96378" y="855607"/>
                    <a:pt x="192757" y="692353"/>
                  </a:cubicBezTo>
                  <a:cubicBezTo>
                    <a:pt x="321262" y="474681"/>
                    <a:pt x="495006" y="304871"/>
                    <a:pt x="713989" y="182923"/>
                  </a:cubicBezTo>
                  <a:cubicBezTo>
                    <a:pt x="932972" y="60974"/>
                    <a:pt x="1173591" y="0"/>
                    <a:pt x="1435846" y="0"/>
                  </a:cubicBezTo>
                  <a:close/>
                </a:path>
              </a:pathLst>
            </a:custGeom>
            <a:solidFill>
              <a:srgbClr val="6A8D6C"/>
            </a:solidFill>
            <a:ln w="32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8" name="Content Placeholder 4">
            <a:extLst>
              <a:ext uri="{FF2B5EF4-FFF2-40B4-BE49-F238E27FC236}">
                <a16:creationId xmlns:a16="http://schemas.microsoft.com/office/drawing/2014/main" id="{A0778AD1-1F98-83C1-C4E0-369EB5485EBE}"/>
              </a:ext>
            </a:extLst>
          </p:cNvPr>
          <p:cNvSpPr txBox="1">
            <a:spLocks/>
          </p:cNvSpPr>
          <p:nvPr/>
        </p:nvSpPr>
        <p:spPr>
          <a:xfrm>
            <a:off x="2701828" y="5073173"/>
            <a:ext cx="6788343" cy="823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spc="100" baseline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1600" kern="1200" spc="100" baseline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alibri Light" panose="020F0302020204030204" pitchFamily="34" charset="0"/>
              <a:buChar char="‒"/>
              <a:defRPr sz="1600" kern="1200" spc="100" baseline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Segoe UI Light" panose="020B0502040204020203" pitchFamily="34" charset="0"/>
              <a:buChar char="»"/>
              <a:defRPr sz="1600" kern="1200" spc="100" baseline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spc="100" baseline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B0F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Your Voice, Your Control</a:t>
            </a:r>
          </a:p>
        </p:txBody>
      </p:sp>
      <p:sp>
        <p:nvSpPr>
          <p:cNvPr id="49" name="Content Placeholder 4">
            <a:extLst>
              <a:ext uri="{FF2B5EF4-FFF2-40B4-BE49-F238E27FC236}">
                <a16:creationId xmlns:a16="http://schemas.microsoft.com/office/drawing/2014/main" id="{F404C573-6447-A66B-A20B-1F94E923CD99}"/>
              </a:ext>
            </a:extLst>
          </p:cNvPr>
          <p:cNvSpPr txBox="1">
            <a:spLocks/>
          </p:cNvSpPr>
          <p:nvPr/>
        </p:nvSpPr>
        <p:spPr>
          <a:xfrm>
            <a:off x="2540681" y="5674583"/>
            <a:ext cx="6788343" cy="823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spc="100" baseline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1600" kern="1200" spc="100" baseline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alibri Light" panose="020F0302020204030204" pitchFamily="34" charset="0"/>
              <a:buChar char="‒"/>
              <a:defRPr sz="1600" kern="1200" spc="100" baseline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Segoe UI Light" panose="020B0502040204020203" pitchFamily="34" charset="0"/>
              <a:buChar char="»"/>
              <a:defRPr sz="1600" kern="1200" spc="100" baseline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spc="100" baseline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B0F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A voice-controlled Web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2E36659C-F889-234F-6104-8756843AC6C8}"/>
              </a:ext>
            </a:extLst>
          </p:cNvPr>
          <p:cNvSpPr txBox="1"/>
          <p:nvPr/>
        </p:nvSpPr>
        <p:spPr>
          <a:xfrm>
            <a:off x="3391092" y="2726096"/>
            <a:ext cx="3066231" cy="2265003"/>
          </a:xfrm>
          <a:custGeom>
            <a:avLst/>
            <a:gdLst/>
            <a:ahLst/>
            <a:cxnLst/>
            <a:rect l="l" t="t" r="r" b="b"/>
            <a:pathLst>
              <a:path w="2578639" h="1904822">
                <a:moveTo>
                  <a:pt x="1144334" y="1504115"/>
                </a:moveTo>
                <a:cubicBezTo>
                  <a:pt x="1121820" y="1508725"/>
                  <a:pt x="1100167" y="1520415"/>
                  <a:pt x="1079373" y="1539185"/>
                </a:cubicBezTo>
                <a:cubicBezTo>
                  <a:pt x="1058580" y="1557956"/>
                  <a:pt x="1043541" y="1578380"/>
                  <a:pt x="1034258" y="1600459"/>
                </a:cubicBezTo>
                <a:cubicBezTo>
                  <a:pt x="1039594" y="1599423"/>
                  <a:pt x="1045592" y="1597526"/>
                  <a:pt x="1052251" y="1594769"/>
                </a:cubicBezTo>
                <a:cubicBezTo>
                  <a:pt x="1058910" y="1592011"/>
                  <a:pt x="1065966" y="1588262"/>
                  <a:pt x="1073420" y="1583520"/>
                </a:cubicBezTo>
                <a:cubicBezTo>
                  <a:pt x="1083607" y="1577542"/>
                  <a:pt x="1093662" y="1570440"/>
                  <a:pt x="1103585" y="1562213"/>
                </a:cubicBezTo>
                <a:cubicBezTo>
                  <a:pt x="1113507" y="1553986"/>
                  <a:pt x="1122504" y="1545560"/>
                  <a:pt x="1130574" y="1536936"/>
                </a:cubicBezTo>
                <a:cubicBezTo>
                  <a:pt x="1138821" y="1527407"/>
                  <a:pt x="1144289" y="1519996"/>
                  <a:pt x="1146979" y="1514702"/>
                </a:cubicBezTo>
                <a:cubicBezTo>
                  <a:pt x="1149669" y="1509409"/>
                  <a:pt x="1150904" y="1506233"/>
                  <a:pt x="1150684" y="1505174"/>
                </a:cubicBezTo>
                <a:cubicBezTo>
                  <a:pt x="1150221" y="1505130"/>
                  <a:pt x="1149560" y="1504953"/>
                  <a:pt x="1148700" y="1504644"/>
                </a:cubicBezTo>
                <a:cubicBezTo>
                  <a:pt x="1147840" y="1504336"/>
                  <a:pt x="1146384" y="1504159"/>
                  <a:pt x="1144334" y="1504115"/>
                </a:cubicBezTo>
                <a:close/>
                <a:moveTo>
                  <a:pt x="789629" y="1187065"/>
                </a:moveTo>
                <a:cubicBezTo>
                  <a:pt x="826369" y="1186598"/>
                  <a:pt x="858352" y="1190677"/>
                  <a:pt x="885577" y="1199301"/>
                </a:cubicBezTo>
                <a:cubicBezTo>
                  <a:pt x="912802" y="1207925"/>
                  <a:pt x="933683" y="1220722"/>
                  <a:pt x="948220" y="1237693"/>
                </a:cubicBezTo>
                <a:cubicBezTo>
                  <a:pt x="962295" y="1251729"/>
                  <a:pt x="969927" y="1272573"/>
                  <a:pt x="971117" y="1300226"/>
                </a:cubicBezTo>
                <a:cubicBezTo>
                  <a:pt x="972306" y="1327878"/>
                  <a:pt x="958330" y="1363794"/>
                  <a:pt x="929189" y="1407972"/>
                </a:cubicBezTo>
                <a:cubicBezTo>
                  <a:pt x="894674" y="1456755"/>
                  <a:pt x="856127" y="1495358"/>
                  <a:pt x="813550" y="1523782"/>
                </a:cubicBezTo>
                <a:cubicBezTo>
                  <a:pt x="770972" y="1552206"/>
                  <a:pt x="731633" y="1572830"/>
                  <a:pt x="695531" y="1585654"/>
                </a:cubicBezTo>
                <a:cubicBezTo>
                  <a:pt x="675818" y="1593065"/>
                  <a:pt x="655773" y="1599346"/>
                  <a:pt x="635399" y="1604495"/>
                </a:cubicBezTo>
                <a:cubicBezTo>
                  <a:pt x="615024" y="1609644"/>
                  <a:pt x="595245" y="1613541"/>
                  <a:pt x="576059" y="1616186"/>
                </a:cubicBezTo>
                <a:cubicBezTo>
                  <a:pt x="598471" y="1621858"/>
                  <a:pt x="624368" y="1631308"/>
                  <a:pt x="653749" y="1644537"/>
                </a:cubicBezTo>
                <a:cubicBezTo>
                  <a:pt x="683131" y="1657766"/>
                  <a:pt x="712631" y="1676692"/>
                  <a:pt x="742247" y="1701316"/>
                </a:cubicBezTo>
                <a:cubicBezTo>
                  <a:pt x="771864" y="1725941"/>
                  <a:pt x="798231" y="1758181"/>
                  <a:pt x="821347" y="1798038"/>
                </a:cubicBezTo>
                <a:cubicBezTo>
                  <a:pt x="822867" y="1800769"/>
                  <a:pt x="823264" y="1803500"/>
                  <a:pt x="822537" y="1806231"/>
                </a:cubicBezTo>
                <a:cubicBezTo>
                  <a:pt x="821810" y="1808963"/>
                  <a:pt x="820356" y="1811165"/>
                  <a:pt x="818175" y="1812839"/>
                </a:cubicBezTo>
                <a:cubicBezTo>
                  <a:pt x="815885" y="1813720"/>
                  <a:pt x="814123" y="1814073"/>
                  <a:pt x="812889" y="1813897"/>
                </a:cubicBezTo>
                <a:cubicBezTo>
                  <a:pt x="808660" y="1813720"/>
                  <a:pt x="805488" y="1811958"/>
                  <a:pt x="803374" y="1808610"/>
                </a:cubicBezTo>
                <a:cubicBezTo>
                  <a:pt x="769365" y="1749227"/>
                  <a:pt x="721082" y="1703059"/>
                  <a:pt x="658527" y="1670107"/>
                </a:cubicBezTo>
                <a:cubicBezTo>
                  <a:pt x="634826" y="1658125"/>
                  <a:pt x="612712" y="1649050"/>
                  <a:pt x="592183" y="1642882"/>
                </a:cubicBezTo>
                <a:cubicBezTo>
                  <a:pt x="571654" y="1636715"/>
                  <a:pt x="555354" y="1632398"/>
                  <a:pt x="543284" y="1629931"/>
                </a:cubicBezTo>
                <a:cubicBezTo>
                  <a:pt x="523680" y="1685526"/>
                  <a:pt x="506588" y="1737156"/>
                  <a:pt x="492006" y="1784822"/>
                </a:cubicBezTo>
                <a:cubicBezTo>
                  <a:pt x="477424" y="1832487"/>
                  <a:pt x="468790" y="1869315"/>
                  <a:pt x="466103" y="1895307"/>
                </a:cubicBezTo>
                <a:cubicBezTo>
                  <a:pt x="465530" y="1898016"/>
                  <a:pt x="464297" y="1900263"/>
                  <a:pt x="462402" y="1902047"/>
                </a:cubicBezTo>
                <a:cubicBezTo>
                  <a:pt x="460508" y="1903831"/>
                  <a:pt x="458217" y="1904756"/>
                  <a:pt x="455530" y="1904822"/>
                </a:cubicBezTo>
                <a:lnTo>
                  <a:pt x="454473" y="1904822"/>
                </a:lnTo>
                <a:cubicBezTo>
                  <a:pt x="451763" y="1904206"/>
                  <a:pt x="449517" y="1902796"/>
                  <a:pt x="447733" y="1900593"/>
                </a:cubicBezTo>
                <a:cubicBezTo>
                  <a:pt x="445948" y="1898391"/>
                  <a:pt x="445023" y="1895924"/>
                  <a:pt x="444957" y="1893192"/>
                </a:cubicBezTo>
                <a:cubicBezTo>
                  <a:pt x="448173" y="1866672"/>
                  <a:pt x="457072" y="1829315"/>
                  <a:pt x="471653" y="1781121"/>
                </a:cubicBezTo>
                <a:cubicBezTo>
                  <a:pt x="486235" y="1732927"/>
                  <a:pt x="503063" y="1680768"/>
                  <a:pt x="522138" y="1624644"/>
                </a:cubicBezTo>
                <a:cubicBezTo>
                  <a:pt x="521522" y="1624644"/>
                  <a:pt x="520640" y="1624380"/>
                  <a:pt x="519495" y="1623851"/>
                </a:cubicBezTo>
                <a:cubicBezTo>
                  <a:pt x="518350" y="1623323"/>
                  <a:pt x="517469" y="1622530"/>
                  <a:pt x="516852" y="1621473"/>
                </a:cubicBezTo>
                <a:cubicBezTo>
                  <a:pt x="510971" y="1621451"/>
                  <a:pt x="505288" y="1621232"/>
                  <a:pt x="499803" y="1620816"/>
                </a:cubicBezTo>
                <a:cubicBezTo>
                  <a:pt x="494319" y="1620400"/>
                  <a:pt x="489429" y="1619918"/>
                  <a:pt x="485134" y="1619371"/>
                </a:cubicBezTo>
                <a:cubicBezTo>
                  <a:pt x="473988" y="1617291"/>
                  <a:pt x="465090" y="1614356"/>
                  <a:pt x="458438" y="1610566"/>
                </a:cubicBezTo>
                <a:cubicBezTo>
                  <a:pt x="451785" y="1606776"/>
                  <a:pt x="447644" y="1601997"/>
                  <a:pt x="446015" y="1596229"/>
                </a:cubicBezTo>
                <a:cubicBezTo>
                  <a:pt x="445023" y="1593453"/>
                  <a:pt x="445155" y="1590809"/>
                  <a:pt x="446411" y="1588297"/>
                </a:cubicBezTo>
                <a:cubicBezTo>
                  <a:pt x="447667" y="1585785"/>
                  <a:pt x="449649" y="1584199"/>
                  <a:pt x="452358" y="1583538"/>
                </a:cubicBezTo>
                <a:cubicBezTo>
                  <a:pt x="455112" y="1582546"/>
                  <a:pt x="457799" y="1582678"/>
                  <a:pt x="460420" y="1583934"/>
                </a:cubicBezTo>
                <a:cubicBezTo>
                  <a:pt x="463041" y="1585190"/>
                  <a:pt x="464935" y="1587173"/>
                  <a:pt x="466103" y="1589883"/>
                </a:cubicBezTo>
                <a:cubicBezTo>
                  <a:pt x="466411" y="1591139"/>
                  <a:pt x="469495" y="1592858"/>
                  <a:pt x="475354" y="1595039"/>
                </a:cubicBezTo>
                <a:cubicBezTo>
                  <a:pt x="481213" y="1597221"/>
                  <a:pt x="491169" y="1598675"/>
                  <a:pt x="505222" y="1599402"/>
                </a:cubicBezTo>
                <a:cubicBezTo>
                  <a:pt x="508966" y="1599927"/>
                  <a:pt x="513107" y="1600190"/>
                  <a:pt x="517645" y="1600190"/>
                </a:cubicBezTo>
                <a:cubicBezTo>
                  <a:pt x="522182" y="1600190"/>
                  <a:pt x="526852" y="1599927"/>
                  <a:pt x="531654" y="1599402"/>
                </a:cubicBezTo>
                <a:lnTo>
                  <a:pt x="553857" y="1535944"/>
                </a:lnTo>
                <a:cubicBezTo>
                  <a:pt x="564539" y="1506154"/>
                  <a:pt x="574628" y="1477686"/>
                  <a:pt x="584121" y="1450541"/>
                </a:cubicBezTo>
                <a:cubicBezTo>
                  <a:pt x="593615" y="1423395"/>
                  <a:pt x="601852" y="1398629"/>
                  <a:pt x="608835" y="1376243"/>
                </a:cubicBezTo>
                <a:cubicBezTo>
                  <a:pt x="617535" y="1349317"/>
                  <a:pt x="623129" y="1330192"/>
                  <a:pt x="625616" y="1318866"/>
                </a:cubicBezTo>
                <a:cubicBezTo>
                  <a:pt x="628103" y="1307541"/>
                  <a:pt x="629203" y="1300578"/>
                  <a:pt x="628916" y="1297978"/>
                </a:cubicBezTo>
                <a:cubicBezTo>
                  <a:pt x="627884" y="1296855"/>
                  <a:pt x="627314" y="1295400"/>
                  <a:pt x="627204" y="1293615"/>
                </a:cubicBezTo>
                <a:cubicBezTo>
                  <a:pt x="627095" y="1291831"/>
                  <a:pt x="627315" y="1290112"/>
                  <a:pt x="627866" y="1288460"/>
                </a:cubicBezTo>
                <a:cubicBezTo>
                  <a:pt x="628522" y="1285749"/>
                  <a:pt x="630098" y="1283766"/>
                  <a:pt x="632592" y="1282510"/>
                </a:cubicBezTo>
                <a:cubicBezTo>
                  <a:pt x="635087" y="1281254"/>
                  <a:pt x="637713" y="1281122"/>
                  <a:pt x="640470" y="1282114"/>
                </a:cubicBezTo>
                <a:cubicBezTo>
                  <a:pt x="642089" y="1282643"/>
                  <a:pt x="643577" y="1283436"/>
                  <a:pt x="644934" y="1284493"/>
                </a:cubicBezTo>
                <a:cubicBezTo>
                  <a:pt x="646290" y="1285551"/>
                  <a:pt x="647253" y="1286873"/>
                  <a:pt x="647822" y="1288460"/>
                </a:cubicBezTo>
                <a:cubicBezTo>
                  <a:pt x="650354" y="1291015"/>
                  <a:pt x="650843" y="1298066"/>
                  <a:pt x="649291" y="1309612"/>
                </a:cubicBezTo>
                <a:cubicBezTo>
                  <a:pt x="647739" y="1321158"/>
                  <a:pt x="641647" y="1344073"/>
                  <a:pt x="631017" y="1378358"/>
                </a:cubicBezTo>
                <a:cubicBezTo>
                  <a:pt x="623560" y="1400767"/>
                  <a:pt x="614976" y="1426018"/>
                  <a:pt x="605264" y="1454111"/>
                </a:cubicBezTo>
                <a:cubicBezTo>
                  <a:pt x="595552" y="1482204"/>
                  <a:pt x="585113" y="1511950"/>
                  <a:pt x="573945" y="1543348"/>
                </a:cubicBezTo>
                <a:lnTo>
                  <a:pt x="554914" y="1597287"/>
                </a:lnTo>
                <a:cubicBezTo>
                  <a:pt x="575679" y="1595238"/>
                  <a:pt x="598610" y="1591140"/>
                  <a:pt x="623706" y="1584993"/>
                </a:cubicBezTo>
                <a:cubicBezTo>
                  <a:pt x="648802" y="1578845"/>
                  <a:pt x="675175" y="1570252"/>
                  <a:pt x="702825" y="1559213"/>
                </a:cubicBezTo>
                <a:cubicBezTo>
                  <a:pt x="734623" y="1546874"/>
                  <a:pt x="769661" y="1527660"/>
                  <a:pt x="807938" y="1501572"/>
                </a:cubicBezTo>
                <a:cubicBezTo>
                  <a:pt x="846215" y="1475484"/>
                  <a:pt x="880988" y="1440406"/>
                  <a:pt x="912258" y="1396338"/>
                </a:cubicBezTo>
                <a:cubicBezTo>
                  <a:pt x="937443" y="1357514"/>
                  <a:pt x="949900" y="1326490"/>
                  <a:pt x="949629" y="1303266"/>
                </a:cubicBezTo>
                <a:cubicBezTo>
                  <a:pt x="949358" y="1280043"/>
                  <a:pt x="943600" y="1262768"/>
                  <a:pt x="932355" y="1251443"/>
                </a:cubicBezTo>
                <a:cubicBezTo>
                  <a:pt x="914202" y="1231047"/>
                  <a:pt x="886220" y="1217766"/>
                  <a:pt x="848407" y="1211599"/>
                </a:cubicBezTo>
                <a:cubicBezTo>
                  <a:pt x="810595" y="1205433"/>
                  <a:pt x="768208" y="1206305"/>
                  <a:pt x="721246" y="1214214"/>
                </a:cubicBezTo>
                <a:cubicBezTo>
                  <a:pt x="674284" y="1222124"/>
                  <a:pt x="628003" y="1236995"/>
                  <a:pt x="582403" y="1258827"/>
                </a:cubicBezTo>
                <a:cubicBezTo>
                  <a:pt x="579716" y="1259863"/>
                  <a:pt x="577161" y="1259909"/>
                  <a:pt x="574738" y="1258965"/>
                </a:cubicBezTo>
                <a:cubicBezTo>
                  <a:pt x="572315" y="1258021"/>
                  <a:pt x="570288" y="1256225"/>
                  <a:pt x="568658" y="1253578"/>
                </a:cubicBezTo>
                <a:cubicBezTo>
                  <a:pt x="567623" y="1250846"/>
                  <a:pt x="567579" y="1248172"/>
                  <a:pt x="568526" y="1245557"/>
                </a:cubicBezTo>
                <a:cubicBezTo>
                  <a:pt x="569473" y="1242941"/>
                  <a:pt x="571280" y="1241025"/>
                  <a:pt x="573945" y="1239809"/>
                </a:cubicBezTo>
                <a:cubicBezTo>
                  <a:pt x="607712" y="1223335"/>
                  <a:pt x="643262" y="1210578"/>
                  <a:pt x="680597" y="1201538"/>
                </a:cubicBezTo>
                <a:cubicBezTo>
                  <a:pt x="717932" y="1192498"/>
                  <a:pt x="754276" y="1187673"/>
                  <a:pt x="789629" y="1187065"/>
                </a:cubicBezTo>
                <a:close/>
                <a:moveTo>
                  <a:pt x="1511419" y="977592"/>
                </a:moveTo>
                <a:cubicBezTo>
                  <a:pt x="1507207" y="976226"/>
                  <a:pt x="1498695" y="981338"/>
                  <a:pt x="1485883" y="992927"/>
                </a:cubicBezTo>
                <a:cubicBezTo>
                  <a:pt x="1473071" y="1004515"/>
                  <a:pt x="1455826" y="1030777"/>
                  <a:pt x="1434149" y="1071712"/>
                </a:cubicBezTo>
                <a:cubicBezTo>
                  <a:pt x="1411089" y="1116216"/>
                  <a:pt x="1387804" y="1171031"/>
                  <a:pt x="1364295" y="1236156"/>
                </a:cubicBezTo>
                <a:cubicBezTo>
                  <a:pt x="1340786" y="1301281"/>
                  <a:pt x="1319318" y="1369844"/>
                  <a:pt x="1299890" y="1441843"/>
                </a:cubicBezTo>
                <a:lnTo>
                  <a:pt x="1293540" y="1461936"/>
                </a:lnTo>
                <a:cubicBezTo>
                  <a:pt x="1297773" y="1457265"/>
                  <a:pt x="1303065" y="1451008"/>
                  <a:pt x="1309415" y="1443165"/>
                </a:cubicBezTo>
                <a:cubicBezTo>
                  <a:pt x="1315765" y="1435322"/>
                  <a:pt x="1323173" y="1425363"/>
                  <a:pt x="1331640" y="1413290"/>
                </a:cubicBezTo>
                <a:cubicBezTo>
                  <a:pt x="1345026" y="1392999"/>
                  <a:pt x="1359261" y="1370395"/>
                  <a:pt x="1374346" y="1345477"/>
                </a:cubicBezTo>
                <a:cubicBezTo>
                  <a:pt x="1389431" y="1320559"/>
                  <a:pt x="1404426" y="1294518"/>
                  <a:pt x="1419331" y="1267353"/>
                </a:cubicBezTo>
                <a:cubicBezTo>
                  <a:pt x="1454060" y="1202492"/>
                  <a:pt x="1480651" y="1145826"/>
                  <a:pt x="1499102" y="1097357"/>
                </a:cubicBezTo>
                <a:cubicBezTo>
                  <a:pt x="1517554" y="1048887"/>
                  <a:pt x="1525893" y="1013901"/>
                  <a:pt x="1524121" y="992398"/>
                </a:cubicBezTo>
                <a:cubicBezTo>
                  <a:pt x="1522908" y="985304"/>
                  <a:pt x="1521099" y="980985"/>
                  <a:pt x="1518696" y="979443"/>
                </a:cubicBezTo>
                <a:cubicBezTo>
                  <a:pt x="1516292" y="977900"/>
                  <a:pt x="1514219" y="977284"/>
                  <a:pt x="1512477" y="977592"/>
                </a:cubicBezTo>
                <a:close/>
                <a:moveTo>
                  <a:pt x="1513536" y="956579"/>
                </a:moveTo>
                <a:cubicBezTo>
                  <a:pt x="1526384" y="956754"/>
                  <a:pt x="1535516" y="962708"/>
                  <a:pt x="1540931" y="974440"/>
                </a:cubicBezTo>
                <a:cubicBezTo>
                  <a:pt x="1544665" y="982913"/>
                  <a:pt x="1545895" y="994760"/>
                  <a:pt x="1544622" y="1009982"/>
                </a:cubicBezTo>
                <a:cubicBezTo>
                  <a:pt x="1543349" y="1025204"/>
                  <a:pt x="1539317" y="1043665"/>
                  <a:pt x="1532526" y="1065367"/>
                </a:cubicBezTo>
                <a:cubicBezTo>
                  <a:pt x="1526690" y="1083940"/>
                  <a:pt x="1519122" y="1104429"/>
                  <a:pt x="1509823" y="1126835"/>
                </a:cubicBezTo>
                <a:cubicBezTo>
                  <a:pt x="1500524" y="1149241"/>
                  <a:pt x="1489765" y="1173168"/>
                  <a:pt x="1477547" y="1198614"/>
                </a:cubicBezTo>
                <a:cubicBezTo>
                  <a:pt x="1454201" y="1246731"/>
                  <a:pt x="1429221" y="1293526"/>
                  <a:pt x="1402607" y="1339000"/>
                </a:cubicBezTo>
                <a:cubicBezTo>
                  <a:pt x="1375993" y="1384473"/>
                  <a:pt x="1351279" y="1422279"/>
                  <a:pt x="1328465" y="1452418"/>
                </a:cubicBezTo>
                <a:cubicBezTo>
                  <a:pt x="1317992" y="1466496"/>
                  <a:pt x="1309305" y="1476939"/>
                  <a:pt x="1302403" y="1483747"/>
                </a:cubicBezTo>
                <a:cubicBezTo>
                  <a:pt x="1295502" y="1490555"/>
                  <a:pt x="1289725" y="1494917"/>
                  <a:pt x="1285073" y="1496834"/>
                </a:cubicBezTo>
                <a:cubicBezTo>
                  <a:pt x="1282438" y="1507671"/>
                  <a:pt x="1279985" y="1518173"/>
                  <a:pt x="1277714" y="1528341"/>
                </a:cubicBezTo>
                <a:lnTo>
                  <a:pt x="1272193" y="1554334"/>
                </a:lnTo>
                <a:lnTo>
                  <a:pt x="1272673" y="1555199"/>
                </a:lnTo>
                <a:lnTo>
                  <a:pt x="1270883" y="1560790"/>
                </a:lnTo>
                <a:lnTo>
                  <a:pt x="1266172" y="1585371"/>
                </a:lnTo>
                <a:cubicBezTo>
                  <a:pt x="1264562" y="1594222"/>
                  <a:pt x="1263102" y="1602748"/>
                  <a:pt x="1261790" y="1610949"/>
                </a:cubicBezTo>
                <a:cubicBezTo>
                  <a:pt x="1259717" y="1626189"/>
                  <a:pt x="1258306" y="1638849"/>
                  <a:pt x="1257556" y="1648928"/>
                </a:cubicBezTo>
                <a:cubicBezTo>
                  <a:pt x="1256807" y="1659007"/>
                  <a:pt x="1256454" y="1667167"/>
                  <a:pt x="1256498" y="1673408"/>
                </a:cubicBezTo>
                <a:cubicBezTo>
                  <a:pt x="1261305" y="1666461"/>
                  <a:pt x="1267037" y="1658654"/>
                  <a:pt x="1273696" y="1649986"/>
                </a:cubicBezTo>
                <a:cubicBezTo>
                  <a:pt x="1280355" y="1641319"/>
                  <a:pt x="1287675" y="1632188"/>
                  <a:pt x="1295657" y="1622594"/>
                </a:cubicBezTo>
                <a:cubicBezTo>
                  <a:pt x="1337830" y="1574833"/>
                  <a:pt x="1373075" y="1550890"/>
                  <a:pt x="1401391" y="1550767"/>
                </a:cubicBezTo>
                <a:cubicBezTo>
                  <a:pt x="1403470" y="1550811"/>
                  <a:pt x="1405353" y="1551249"/>
                  <a:pt x="1407041" y="1552081"/>
                </a:cubicBezTo>
                <a:cubicBezTo>
                  <a:pt x="1408729" y="1552913"/>
                  <a:pt x="1410356" y="1553876"/>
                  <a:pt x="1411921" y="1554971"/>
                </a:cubicBezTo>
                <a:cubicBezTo>
                  <a:pt x="1414479" y="1558516"/>
                  <a:pt x="1415714" y="1562988"/>
                  <a:pt x="1415626" y="1568387"/>
                </a:cubicBezTo>
                <a:cubicBezTo>
                  <a:pt x="1415538" y="1573786"/>
                  <a:pt x="1414656" y="1580916"/>
                  <a:pt x="1412980" y="1589777"/>
                </a:cubicBezTo>
                <a:cubicBezTo>
                  <a:pt x="1410380" y="1602524"/>
                  <a:pt x="1408974" y="1616198"/>
                  <a:pt x="1408760" y="1630799"/>
                </a:cubicBezTo>
                <a:cubicBezTo>
                  <a:pt x="1408547" y="1645399"/>
                  <a:pt x="1412423" y="1657485"/>
                  <a:pt x="1420389" y="1667057"/>
                </a:cubicBezTo>
                <a:cubicBezTo>
                  <a:pt x="1431870" y="1677043"/>
                  <a:pt x="1446072" y="1678469"/>
                  <a:pt x="1462996" y="1671336"/>
                </a:cubicBezTo>
                <a:cubicBezTo>
                  <a:pt x="1479919" y="1664203"/>
                  <a:pt x="1496305" y="1653904"/>
                  <a:pt x="1512154" y="1640437"/>
                </a:cubicBezTo>
                <a:cubicBezTo>
                  <a:pt x="1528003" y="1626970"/>
                  <a:pt x="1540057" y="1615730"/>
                  <a:pt x="1548314" y="1606715"/>
                </a:cubicBezTo>
                <a:cubicBezTo>
                  <a:pt x="1555887" y="1599308"/>
                  <a:pt x="1562765" y="1592369"/>
                  <a:pt x="1568947" y="1585898"/>
                </a:cubicBezTo>
                <a:lnTo>
                  <a:pt x="1583904" y="1569535"/>
                </a:lnTo>
                <a:lnTo>
                  <a:pt x="1584984" y="1564623"/>
                </a:lnTo>
                <a:cubicBezTo>
                  <a:pt x="1589957" y="1541429"/>
                  <a:pt x="1593220" y="1524261"/>
                  <a:pt x="1594772" y="1513121"/>
                </a:cubicBezTo>
                <a:cubicBezTo>
                  <a:pt x="1596843" y="1498267"/>
                  <a:pt x="1597724" y="1489635"/>
                  <a:pt x="1597416" y="1487224"/>
                </a:cubicBezTo>
                <a:cubicBezTo>
                  <a:pt x="1595852" y="1486655"/>
                  <a:pt x="1594750" y="1485691"/>
                  <a:pt x="1594112" y="1484334"/>
                </a:cubicBezTo>
                <a:cubicBezTo>
                  <a:pt x="1593473" y="1482976"/>
                  <a:pt x="1593164" y="1481487"/>
                  <a:pt x="1593186" y="1479867"/>
                </a:cubicBezTo>
                <a:cubicBezTo>
                  <a:pt x="1593297" y="1476670"/>
                  <a:pt x="1594396" y="1474130"/>
                  <a:pt x="1596483" y="1472247"/>
                </a:cubicBezTo>
                <a:cubicBezTo>
                  <a:pt x="1598570" y="1470364"/>
                  <a:pt x="1600982" y="1469401"/>
                  <a:pt x="1603720" y="1469357"/>
                </a:cubicBezTo>
                <a:cubicBezTo>
                  <a:pt x="1605865" y="1469379"/>
                  <a:pt x="1607879" y="1469861"/>
                  <a:pt x="1609761" y="1470802"/>
                </a:cubicBezTo>
                <a:cubicBezTo>
                  <a:pt x="1611643" y="1471744"/>
                  <a:pt x="1613132" y="1473014"/>
                  <a:pt x="1614226" y="1474612"/>
                </a:cubicBezTo>
                <a:cubicBezTo>
                  <a:pt x="1616438" y="1476863"/>
                  <a:pt x="1617797" y="1481294"/>
                  <a:pt x="1618304" y="1487905"/>
                </a:cubicBezTo>
                <a:cubicBezTo>
                  <a:pt x="1618811" y="1494517"/>
                  <a:pt x="1617802" y="1505566"/>
                  <a:pt x="1615277" y="1521053"/>
                </a:cubicBezTo>
                <a:cubicBezTo>
                  <a:pt x="1614182" y="1527930"/>
                  <a:pt x="1612694" y="1535601"/>
                  <a:pt x="1610812" y="1544066"/>
                </a:cubicBezTo>
                <a:lnTo>
                  <a:pt x="1610169" y="1547022"/>
                </a:lnTo>
                <a:lnTo>
                  <a:pt x="1614944" y="1548652"/>
                </a:lnTo>
                <a:lnTo>
                  <a:pt x="1615842" y="1550260"/>
                </a:lnTo>
                <a:lnTo>
                  <a:pt x="1624271" y="1534543"/>
                </a:lnTo>
                <a:cubicBezTo>
                  <a:pt x="1630395" y="1523434"/>
                  <a:pt x="1635864" y="1513647"/>
                  <a:pt x="1640679" y="1505182"/>
                </a:cubicBezTo>
                <a:cubicBezTo>
                  <a:pt x="1649067" y="1492614"/>
                  <a:pt x="1656395" y="1483479"/>
                  <a:pt x="1662664" y="1477776"/>
                </a:cubicBezTo>
                <a:cubicBezTo>
                  <a:pt x="1668933" y="1472074"/>
                  <a:pt x="1674672" y="1469268"/>
                  <a:pt x="1679881" y="1469357"/>
                </a:cubicBezTo>
                <a:cubicBezTo>
                  <a:pt x="1685139" y="1469532"/>
                  <a:pt x="1689341" y="1471284"/>
                  <a:pt x="1692490" y="1474612"/>
                </a:cubicBezTo>
                <a:cubicBezTo>
                  <a:pt x="1698063" y="1480941"/>
                  <a:pt x="1701133" y="1493035"/>
                  <a:pt x="1701700" y="1510894"/>
                </a:cubicBezTo>
                <a:cubicBezTo>
                  <a:pt x="1702267" y="1528754"/>
                  <a:pt x="1701647" y="1552243"/>
                  <a:pt x="1699839" y="1581362"/>
                </a:cubicBezTo>
                <a:cubicBezTo>
                  <a:pt x="1699795" y="1587313"/>
                  <a:pt x="1699620" y="1593662"/>
                  <a:pt x="1699314" y="1600407"/>
                </a:cubicBezTo>
                <a:cubicBezTo>
                  <a:pt x="1699008" y="1607152"/>
                  <a:pt x="1698833" y="1613500"/>
                  <a:pt x="1698789" y="1619451"/>
                </a:cubicBezTo>
                <a:lnTo>
                  <a:pt x="1722075" y="1557027"/>
                </a:lnTo>
                <a:cubicBezTo>
                  <a:pt x="1727921" y="1540889"/>
                  <a:pt x="1733966" y="1524497"/>
                  <a:pt x="1740209" y="1507852"/>
                </a:cubicBezTo>
                <a:cubicBezTo>
                  <a:pt x="1746452" y="1491206"/>
                  <a:pt x="1752761" y="1475908"/>
                  <a:pt x="1759136" y="1461956"/>
                </a:cubicBezTo>
                <a:cubicBezTo>
                  <a:pt x="1767520" y="1444027"/>
                  <a:pt x="1775366" y="1430987"/>
                  <a:pt x="1782673" y="1422837"/>
                </a:cubicBezTo>
                <a:cubicBezTo>
                  <a:pt x="1789980" y="1414687"/>
                  <a:pt x="1797268" y="1411163"/>
                  <a:pt x="1804536" y="1412264"/>
                </a:cubicBezTo>
                <a:cubicBezTo>
                  <a:pt x="1806660" y="1412264"/>
                  <a:pt x="1808723" y="1412793"/>
                  <a:pt x="1810726" y="1413850"/>
                </a:cubicBezTo>
                <a:cubicBezTo>
                  <a:pt x="1812729" y="1414908"/>
                  <a:pt x="1814535" y="1416493"/>
                  <a:pt x="1816145" y="1418608"/>
                </a:cubicBezTo>
                <a:cubicBezTo>
                  <a:pt x="1821215" y="1424249"/>
                  <a:pt x="1823507" y="1434112"/>
                  <a:pt x="1823022" y="1448196"/>
                </a:cubicBezTo>
                <a:cubicBezTo>
                  <a:pt x="1822538" y="1462281"/>
                  <a:pt x="1820598" y="1481629"/>
                  <a:pt x="1817203" y="1506240"/>
                </a:cubicBezTo>
                <a:cubicBezTo>
                  <a:pt x="1814552" y="1523757"/>
                  <a:pt x="1812336" y="1543272"/>
                  <a:pt x="1810553" y="1564786"/>
                </a:cubicBezTo>
                <a:cubicBezTo>
                  <a:pt x="1808770" y="1586299"/>
                  <a:pt x="1808512" y="1606285"/>
                  <a:pt x="1809780" y="1624742"/>
                </a:cubicBezTo>
                <a:cubicBezTo>
                  <a:pt x="1811048" y="1643199"/>
                  <a:pt x="1814933" y="1656601"/>
                  <a:pt x="1821435" y="1664948"/>
                </a:cubicBezTo>
                <a:cubicBezTo>
                  <a:pt x="1831422" y="1673572"/>
                  <a:pt x="1843779" y="1674322"/>
                  <a:pt x="1858507" y="1667199"/>
                </a:cubicBezTo>
                <a:cubicBezTo>
                  <a:pt x="1873235" y="1660076"/>
                  <a:pt x="1887551" y="1650198"/>
                  <a:pt x="1901456" y="1637565"/>
                </a:cubicBezTo>
                <a:cubicBezTo>
                  <a:pt x="1915362" y="1624932"/>
                  <a:pt x="1926073" y="1614662"/>
                  <a:pt x="1933590" y="1606755"/>
                </a:cubicBezTo>
                <a:cubicBezTo>
                  <a:pt x="1948712" y="1591942"/>
                  <a:pt x="1961056" y="1578981"/>
                  <a:pt x="1970623" y="1567872"/>
                </a:cubicBezTo>
                <a:cubicBezTo>
                  <a:pt x="1980189" y="1556762"/>
                  <a:pt x="1985127" y="1550678"/>
                  <a:pt x="1985436" y="1549620"/>
                </a:cubicBezTo>
                <a:cubicBezTo>
                  <a:pt x="1987164" y="1547460"/>
                  <a:pt x="1989482" y="1546226"/>
                  <a:pt x="1992391" y="1545917"/>
                </a:cubicBezTo>
                <a:lnTo>
                  <a:pt x="1992877" y="1546083"/>
                </a:lnTo>
                <a:lnTo>
                  <a:pt x="2006911" y="1530548"/>
                </a:lnTo>
                <a:cubicBezTo>
                  <a:pt x="2017253" y="1520957"/>
                  <a:pt x="2024618" y="1514914"/>
                  <a:pt x="2029007" y="1512417"/>
                </a:cubicBezTo>
                <a:cubicBezTo>
                  <a:pt x="2033395" y="1509921"/>
                  <a:pt x="2036262" y="1508608"/>
                  <a:pt x="2037607" y="1508476"/>
                </a:cubicBezTo>
                <a:cubicBezTo>
                  <a:pt x="2044553" y="1507442"/>
                  <a:pt x="2051028" y="1507922"/>
                  <a:pt x="2057032" y="1509916"/>
                </a:cubicBezTo>
                <a:cubicBezTo>
                  <a:pt x="2063036" y="1511911"/>
                  <a:pt x="2068172" y="1515283"/>
                  <a:pt x="2072439" y="1520034"/>
                </a:cubicBezTo>
                <a:cubicBezTo>
                  <a:pt x="2075549" y="1523164"/>
                  <a:pt x="2078006" y="1529011"/>
                  <a:pt x="2079809" y="1537576"/>
                </a:cubicBezTo>
                <a:cubicBezTo>
                  <a:pt x="2081612" y="1546141"/>
                  <a:pt x="2079856" y="1557556"/>
                  <a:pt x="2074540" y="1571820"/>
                </a:cubicBezTo>
                <a:cubicBezTo>
                  <a:pt x="2073380" y="1574488"/>
                  <a:pt x="2071498" y="1576295"/>
                  <a:pt x="2068894" y="1577243"/>
                </a:cubicBezTo>
                <a:cubicBezTo>
                  <a:pt x="2066291" y="1578191"/>
                  <a:pt x="2063621" y="1578147"/>
                  <a:pt x="2060886" y="1577111"/>
                </a:cubicBezTo>
                <a:cubicBezTo>
                  <a:pt x="2058177" y="1575943"/>
                  <a:pt x="2056194" y="1574047"/>
                  <a:pt x="2054938" y="1571423"/>
                </a:cubicBezTo>
                <a:cubicBezTo>
                  <a:pt x="2053682" y="1568800"/>
                  <a:pt x="2053550" y="1566110"/>
                  <a:pt x="2054542" y="1563354"/>
                </a:cubicBezTo>
                <a:cubicBezTo>
                  <a:pt x="2057670" y="1556894"/>
                  <a:pt x="2059344" y="1551030"/>
                  <a:pt x="2059564" y="1545761"/>
                </a:cubicBezTo>
                <a:cubicBezTo>
                  <a:pt x="2059785" y="1540492"/>
                  <a:pt x="2058817" y="1536479"/>
                  <a:pt x="2056659" y="1533723"/>
                </a:cubicBezTo>
                <a:cubicBezTo>
                  <a:pt x="2055049" y="1531629"/>
                  <a:pt x="2052977" y="1530263"/>
                  <a:pt x="2050441" y="1529625"/>
                </a:cubicBezTo>
                <a:cubicBezTo>
                  <a:pt x="2047905" y="1528987"/>
                  <a:pt x="2045038" y="1528942"/>
                  <a:pt x="2041841" y="1529490"/>
                </a:cubicBezTo>
                <a:cubicBezTo>
                  <a:pt x="2038357" y="1530725"/>
                  <a:pt x="2031300" y="1536721"/>
                  <a:pt x="2020670" y="1547480"/>
                </a:cubicBezTo>
                <a:cubicBezTo>
                  <a:pt x="2010041" y="1558239"/>
                  <a:pt x="1997690" y="1572702"/>
                  <a:pt x="1983619" y="1590868"/>
                </a:cubicBezTo>
                <a:cubicBezTo>
                  <a:pt x="1967524" y="1612055"/>
                  <a:pt x="1956589" y="1629208"/>
                  <a:pt x="1950814" y="1642325"/>
                </a:cubicBezTo>
                <a:cubicBezTo>
                  <a:pt x="1945039" y="1655443"/>
                  <a:pt x="1942568" y="1664394"/>
                  <a:pt x="1943403" y="1669178"/>
                </a:cubicBezTo>
                <a:cubicBezTo>
                  <a:pt x="1943712" y="1670281"/>
                  <a:pt x="1944417" y="1671251"/>
                  <a:pt x="1945520" y="1672088"/>
                </a:cubicBezTo>
                <a:cubicBezTo>
                  <a:pt x="1946622" y="1672926"/>
                  <a:pt x="1949444" y="1673367"/>
                  <a:pt x="1953986" y="1673411"/>
                </a:cubicBezTo>
                <a:cubicBezTo>
                  <a:pt x="1975814" y="1671802"/>
                  <a:pt x="1995657" y="1663645"/>
                  <a:pt x="2013516" y="1648939"/>
                </a:cubicBezTo>
                <a:cubicBezTo>
                  <a:pt x="2031375" y="1634234"/>
                  <a:pt x="2046456" y="1619463"/>
                  <a:pt x="2058758" y="1604625"/>
                </a:cubicBezTo>
                <a:cubicBezTo>
                  <a:pt x="2068106" y="1594352"/>
                  <a:pt x="2076116" y="1586591"/>
                  <a:pt x="2082790" y="1581344"/>
                </a:cubicBezTo>
                <a:cubicBezTo>
                  <a:pt x="2089463" y="1576097"/>
                  <a:pt x="2095865" y="1574686"/>
                  <a:pt x="2101995" y="1577111"/>
                </a:cubicBezTo>
                <a:cubicBezTo>
                  <a:pt x="2105743" y="1578236"/>
                  <a:pt x="2108564" y="1580749"/>
                  <a:pt x="2110460" y="1584651"/>
                </a:cubicBezTo>
                <a:cubicBezTo>
                  <a:pt x="2112356" y="1588553"/>
                  <a:pt x="2113061" y="1593448"/>
                  <a:pt x="2112576" y="1599334"/>
                </a:cubicBezTo>
                <a:lnTo>
                  <a:pt x="2107286" y="1624732"/>
                </a:lnTo>
                <a:cubicBezTo>
                  <a:pt x="2106162" y="1630089"/>
                  <a:pt x="2104971" y="1635513"/>
                  <a:pt x="2103715" y="1641003"/>
                </a:cubicBezTo>
                <a:cubicBezTo>
                  <a:pt x="2102458" y="1646492"/>
                  <a:pt x="2101532" y="1651651"/>
                  <a:pt x="2100937" y="1656479"/>
                </a:cubicBezTo>
                <a:cubicBezTo>
                  <a:pt x="2100477" y="1662674"/>
                  <a:pt x="2100610" y="1666952"/>
                  <a:pt x="2101337" y="1669310"/>
                </a:cubicBezTo>
                <a:cubicBezTo>
                  <a:pt x="2102063" y="1671669"/>
                  <a:pt x="2102988" y="1673036"/>
                  <a:pt x="2104111" y="1673411"/>
                </a:cubicBezTo>
                <a:cubicBezTo>
                  <a:pt x="2104707" y="1674462"/>
                  <a:pt x="2106162" y="1674987"/>
                  <a:pt x="2108476" y="1674987"/>
                </a:cubicBezTo>
                <a:cubicBezTo>
                  <a:pt x="2110791" y="1674987"/>
                  <a:pt x="2113569" y="1674462"/>
                  <a:pt x="2116809" y="1673411"/>
                </a:cubicBezTo>
                <a:cubicBezTo>
                  <a:pt x="2128559" y="1670677"/>
                  <a:pt x="2142359" y="1663711"/>
                  <a:pt x="2158210" y="1652511"/>
                </a:cubicBezTo>
                <a:cubicBezTo>
                  <a:pt x="2174060" y="1641311"/>
                  <a:pt x="2191301" y="1626408"/>
                  <a:pt x="2209931" y="1607800"/>
                </a:cubicBezTo>
                <a:cubicBezTo>
                  <a:pt x="2225053" y="1592456"/>
                  <a:pt x="2237396" y="1579228"/>
                  <a:pt x="2246963" y="1568116"/>
                </a:cubicBezTo>
                <a:cubicBezTo>
                  <a:pt x="2256529" y="1557005"/>
                  <a:pt x="2261466" y="1551184"/>
                  <a:pt x="2261775" y="1550655"/>
                </a:cubicBezTo>
                <a:lnTo>
                  <a:pt x="2268613" y="1546494"/>
                </a:lnTo>
                <a:lnTo>
                  <a:pt x="2277910" y="1511532"/>
                </a:lnTo>
                <a:cubicBezTo>
                  <a:pt x="2278505" y="1508843"/>
                  <a:pt x="2279959" y="1506815"/>
                  <a:pt x="2282271" y="1505448"/>
                </a:cubicBezTo>
                <a:cubicBezTo>
                  <a:pt x="2284584" y="1504082"/>
                  <a:pt x="2287360" y="1503641"/>
                  <a:pt x="2290598" y="1504126"/>
                </a:cubicBezTo>
                <a:cubicBezTo>
                  <a:pt x="2293285" y="1504787"/>
                  <a:pt x="2295311" y="1506374"/>
                  <a:pt x="2296677" y="1508887"/>
                </a:cubicBezTo>
                <a:cubicBezTo>
                  <a:pt x="2298042" y="1511400"/>
                  <a:pt x="2298483" y="1514045"/>
                  <a:pt x="2297998" y="1516822"/>
                </a:cubicBezTo>
                <a:lnTo>
                  <a:pt x="2286368" y="1558086"/>
                </a:lnTo>
                <a:cubicBezTo>
                  <a:pt x="2321263" y="1503102"/>
                  <a:pt x="2354029" y="1473526"/>
                  <a:pt x="2384668" y="1469357"/>
                </a:cubicBezTo>
                <a:cubicBezTo>
                  <a:pt x="2391452" y="1468476"/>
                  <a:pt x="2396853" y="1468912"/>
                  <a:pt x="2400871" y="1470666"/>
                </a:cubicBezTo>
                <a:cubicBezTo>
                  <a:pt x="2404889" y="1472419"/>
                  <a:pt x="2407919" y="1474435"/>
                  <a:pt x="2409961" y="1476712"/>
                </a:cubicBezTo>
                <a:cubicBezTo>
                  <a:pt x="2416913" y="1484888"/>
                  <a:pt x="2419375" y="1496719"/>
                  <a:pt x="2417350" y="1512205"/>
                </a:cubicBezTo>
                <a:cubicBezTo>
                  <a:pt x="2415324" y="1527691"/>
                  <a:pt x="2411456" y="1545101"/>
                  <a:pt x="2405746" y="1564434"/>
                </a:cubicBezTo>
                <a:cubicBezTo>
                  <a:pt x="2404033" y="1572457"/>
                  <a:pt x="2402189" y="1580481"/>
                  <a:pt x="2400213" y="1588504"/>
                </a:cubicBezTo>
                <a:cubicBezTo>
                  <a:pt x="2398237" y="1596527"/>
                  <a:pt x="2396919" y="1604022"/>
                  <a:pt x="2396261" y="1610987"/>
                </a:cubicBezTo>
                <a:cubicBezTo>
                  <a:pt x="2392722" y="1648109"/>
                  <a:pt x="2396773" y="1668486"/>
                  <a:pt x="2408412" y="1672121"/>
                </a:cubicBezTo>
                <a:cubicBezTo>
                  <a:pt x="2420050" y="1675755"/>
                  <a:pt x="2435214" y="1670230"/>
                  <a:pt x="2453902" y="1655544"/>
                </a:cubicBezTo>
                <a:cubicBezTo>
                  <a:pt x="2472590" y="1640858"/>
                  <a:pt x="2490739" y="1624595"/>
                  <a:pt x="2508348" y="1606755"/>
                </a:cubicBezTo>
                <a:cubicBezTo>
                  <a:pt x="2523473" y="1591943"/>
                  <a:pt x="2535819" y="1578982"/>
                  <a:pt x="2545387" y="1567872"/>
                </a:cubicBezTo>
                <a:cubicBezTo>
                  <a:pt x="2554955" y="1556763"/>
                  <a:pt x="2559894" y="1550679"/>
                  <a:pt x="2560202" y="1549621"/>
                </a:cubicBezTo>
                <a:cubicBezTo>
                  <a:pt x="2561931" y="1547461"/>
                  <a:pt x="2564249" y="1546227"/>
                  <a:pt x="2567158" y="1545918"/>
                </a:cubicBezTo>
                <a:cubicBezTo>
                  <a:pt x="2570068" y="1545610"/>
                  <a:pt x="2572649" y="1546491"/>
                  <a:pt x="2574902" y="1548563"/>
                </a:cubicBezTo>
                <a:cubicBezTo>
                  <a:pt x="2577046" y="1550239"/>
                  <a:pt x="2578271" y="1552443"/>
                  <a:pt x="2578579" y="1555176"/>
                </a:cubicBezTo>
                <a:cubicBezTo>
                  <a:pt x="2578887" y="1557909"/>
                  <a:pt x="2578011" y="1560643"/>
                  <a:pt x="2575952" y="1563376"/>
                </a:cubicBezTo>
                <a:cubicBezTo>
                  <a:pt x="2575670" y="1564412"/>
                  <a:pt x="2570709" y="1570540"/>
                  <a:pt x="2561066" y="1581759"/>
                </a:cubicBezTo>
                <a:cubicBezTo>
                  <a:pt x="2551424" y="1592979"/>
                  <a:pt x="2538790" y="1606248"/>
                  <a:pt x="2523164" y="1621568"/>
                </a:cubicBezTo>
                <a:cubicBezTo>
                  <a:pt x="2516070" y="1629155"/>
                  <a:pt x="2506036" y="1638769"/>
                  <a:pt x="2493063" y="1650409"/>
                </a:cubicBezTo>
                <a:cubicBezTo>
                  <a:pt x="2480090" y="1662050"/>
                  <a:pt x="2466529" y="1672515"/>
                  <a:pt x="2452381" y="1681804"/>
                </a:cubicBezTo>
                <a:cubicBezTo>
                  <a:pt x="2438233" y="1691094"/>
                  <a:pt x="2425849" y="1696005"/>
                  <a:pt x="2415231" y="1696539"/>
                </a:cubicBezTo>
                <a:lnTo>
                  <a:pt x="2407853" y="1696539"/>
                </a:lnTo>
                <a:cubicBezTo>
                  <a:pt x="2391851" y="1695372"/>
                  <a:pt x="2382124" y="1685614"/>
                  <a:pt x="2378670" y="1667266"/>
                </a:cubicBezTo>
                <a:cubicBezTo>
                  <a:pt x="2375217" y="1648918"/>
                  <a:pt x="2374870" y="1628983"/>
                  <a:pt x="2377629" y="1607461"/>
                </a:cubicBezTo>
                <a:cubicBezTo>
                  <a:pt x="2380388" y="1585939"/>
                  <a:pt x="2383086" y="1569833"/>
                  <a:pt x="2385722" y="1559144"/>
                </a:cubicBezTo>
                <a:cubicBezTo>
                  <a:pt x="2387873" y="1551098"/>
                  <a:pt x="2389893" y="1543119"/>
                  <a:pt x="2391782" y="1535206"/>
                </a:cubicBezTo>
                <a:cubicBezTo>
                  <a:pt x="2393670" y="1527292"/>
                  <a:pt x="2395163" y="1520107"/>
                  <a:pt x="2396261" y="1513648"/>
                </a:cubicBezTo>
                <a:cubicBezTo>
                  <a:pt x="2397139" y="1505316"/>
                  <a:pt x="2397227" y="1499497"/>
                  <a:pt x="2396524" y="1496191"/>
                </a:cubicBezTo>
                <a:cubicBezTo>
                  <a:pt x="2395821" y="1492884"/>
                  <a:pt x="2395382" y="1491297"/>
                  <a:pt x="2395207" y="1491430"/>
                </a:cubicBezTo>
                <a:cubicBezTo>
                  <a:pt x="2394109" y="1490397"/>
                  <a:pt x="2392879" y="1489825"/>
                  <a:pt x="2391518" y="1489715"/>
                </a:cubicBezTo>
                <a:cubicBezTo>
                  <a:pt x="2390157" y="1489605"/>
                  <a:pt x="2388927" y="1489823"/>
                  <a:pt x="2387830" y="1490371"/>
                </a:cubicBezTo>
                <a:cubicBezTo>
                  <a:pt x="2370645" y="1493558"/>
                  <a:pt x="2353593" y="1505170"/>
                  <a:pt x="2336676" y="1525208"/>
                </a:cubicBezTo>
                <a:cubicBezTo>
                  <a:pt x="2319758" y="1545245"/>
                  <a:pt x="2304659" y="1567281"/>
                  <a:pt x="2291379" y="1591316"/>
                </a:cubicBezTo>
                <a:cubicBezTo>
                  <a:pt x="2278099" y="1615350"/>
                  <a:pt x="2268323" y="1634956"/>
                  <a:pt x="2262051" y="1650134"/>
                </a:cubicBezTo>
                <a:cubicBezTo>
                  <a:pt x="2260928" y="1652802"/>
                  <a:pt x="2259210" y="1654609"/>
                  <a:pt x="2256897" y="1655557"/>
                </a:cubicBezTo>
                <a:cubicBezTo>
                  <a:pt x="2254584" y="1656505"/>
                  <a:pt x="2252073" y="1656461"/>
                  <a:pt x="2249364" y="1655425"/>
                </a:cubicBezTo>
                <a:cubicBezTo>
                  <a:pt x="2246654" y="1654763"/>
                  <a:pt x="2244672" y="1653176"/>
                  <a:pt x="2243417" y="1650664"/>
                </a:cubicBezTo>
                <a:cubicBezTo>
                  <a:pt x="2242161" y="1648151"/>
                  <a:pt x="2242029" y="1645506"/>
                  <a:pt x="2243020" y="1642728"/>
                </a:cubicBezTo>
                <a:lnTo>
                  <a:pt x="2257708" y="1587500"/>
                </a:lnTo>
                <a:lnTo>
                  <a:pt x="2250173" y="1596185"/>
                </a:lnTo>
                <a:cubicBezTo>
                  <a:pt x="2233654" y="1615080"/>
                  <a:pt x="2213723" y="1634556"/>
                  <a:pt x="2190382" y="1654615"/>
                </a:cubicBezTo>
                <a:cubicBezTo>
                  <a:pt x="2167041" y="1674673"/>
                  <a:pt x="2144281" y="1687943"/>
                  <a:pt x="2122100" y="1694425"/>
                </a:cubicBezTo>
                <a:cubicBezTo>
                  <a:pt x="2119917" y="1694931"/>
                  <a:pt x="2117669" y="1695240"/>
                  <a:pt x="2115354" y="1695350"/>
                </a:cubicBezTo>
                <a:cubicBezTo>
                  <a:pt x="2113039" y="1695460"/>
                  <a:pt x="2111055" y="1695504"/>
                  <a:pt x="2109402" y="1695482"/>
                </a:cubicBezTo>
                <a:cubicBezTo>
                  <a:pt x="2100772" y="1695655"/>
                  <a:pt x="2093747" y="1693201"/>
                  <a:pt x="2088329" y="1688121"/>
                </a:cubicBezTo>
                <a:cubicBezTo>
                  <a:pt x="2081923" y="1680871"/>
                  <a:pt x="2079205" y="1670891"/>
                  <a:pt x="2080174" y="1658183"/>
                </a:cubicBezTo>
                <a:cubicBezTo>
                  <a:pt x="2081143" y="1645474"/>
                  <a:pt x="2083161" y="1632560"/>
                  <a:pt x="2086228" y="1619441"/>
                </a:cubicBezTo>
                <a:lnTo>
                  <a:pt x="2090430" y="1602509"/>
                </a:lnTo>
                <a:lnTo>
                  <a:pt x="2074637" y="1619441"/>
                </a:lnTo>
                <a:cubicBezTo>
                  <a:pt x="2061336" y="1635463"/>
                  <a:pt x="2044591" y="1651533"/>
                  <a:pt x="2024402" y="1667650"/>
                </a:cubicBezTo>
                <a:cubicBezTo>
                  <a:pt x="2004213" y="1683768"/>
                  <a:pt x="1981095" y="1692692"/>
                  <a:pt x="1955046" y="1694425"/>
                </a:cubicBezTo>
                <a:cubicBezTo>
                  <a:pt x="1942222" y="1694340"/>
                  <a:pt x="1933616" y="1691363"/>
                  <a:pt x="1929230" y="1685494"/>
                </a:cubicBezTo>
                <a:cubicBezTo>
                  <a:pt x="1924843" y="1679624"/>
                  <a:pt x="1922563" y="1674538"/>
                  <a:pt x="1922390" y="1670237"/>
                </a:cubicBezTo>
                <a:cubicBezTo>
                  <a:pt x="1921828" y="1666907"/>
                  <a:pt x="1922173" y="1662487"/>
                  <a:pt x="1923424" y="1656975"/>
                </a:cubicBezTo>
                <a:lnTo>
                  <a:pt x="1929447" y="1638544"/>
                </a:lnTo>
                <a:lnTo>
                  <a:pt x="1899615" y="1665261"/>
                </a:lnTo>
                <a:cubicBezTo>
                  <a:pt x="1881002" y="1679815"/>
                  <a:pt x="1863095" y="1689438"/>
                  <a:pt x="1845895" y="1694132"/>
                </a:cubicBezTo>
                <a:cubicBezTo>
                  <a:pt x="1828695" y="1698825"/>
                  <a:pt x="1815258" y="1693669"/>
                  <a:pt x="1805586" y="1678661"/>
                </a:cubicBezTo>
                <a:cubicBezTo>
                  <a:pt x="1793147" y="1661774"/>
                  <a:pt x="1787229" y="1636349"/>
                  <a:pt x="1787832" y="1602385"/>
                </a:cubicBezTo>
                <a:cubicBezTo>
                  <a:pt x="1788435" y="1568422"/>
                  <a:pt x="1791201" y="1535315"/>
                  <a:pt x="1796130" y="1503066"/>
                </a:cubicBezTo>
                <a:lnTo>
                  <a:pt x="1801384" y="1454555"/>
                </a:lnTo>
                <a:cubicBezTo>
                  <a:pt x="1801865" y="1448828"/>
                  <a:pt x="1801953" y="1444423"/>
                  <a:pt x="1801646" y="1441339"/>
                </a:cubicBezTo>
                <a:cubicBezTo>
                  <a:pt x="1801340" y="1438256"/>
                  <a:pt x="1800902" y="1435965"/>
                  <a:pt x="1800333" y="1434467"/>
                </a:cubicBezTo>
                <a:cubicBezTo>
                  <a:pt x="1798803" y="1435745"/>
                  <a:pt x="1796085" y="1439268"/>
                  <a:pt x="1792179" y="1445036"/>
                </a:cubicBezTo>
                <a:cubicBezTo>
                  <a:pt x="1788274" y="1450804"/>
                  <a:pt x="1782907" y="1460662"/>
                  <a:pt x="1776078" y="1474612"/>
                </a:cubicBezTo>
                <a:cubicBezTo>
                  <a:pt x="1770695" y="1487519"/>
                  <a:pt x="1765048" y="1501769"/>
                  <a:pt x="1759136" y="1517364"/>
                </a:cubicBezTo>
                <a:cubicBezTo>
                  <a:pt x="1753224" y="1532958"/>
                  <a:pt x="1747577" y="1548295"/>
                  <a:pt x="1742194" y="1563375"/>
                </a:cubicBezTo>
                <a:cubicBezTo>
                  <a:pt x="1733282" y="1589275"/>
                  <a:pt x="1725693" y="1609687"/>
                  <a:pt x="1719428" y="1624609"/>
                </a:cubicBezTo>
                <a:cubicBezTo>
                  <a:pt x="1713163" y="1639532"/>
                  <a:pt x="1707693" y="1649099"/>
                  <a:pt x="1703016" y="1653309"/>
                </a:cubicBezTo>
                <a:cubicBezTo>
                  <a:pt x="1699263" y="1656285"/>
                  <a:pt x="1695974" y="1657740"/>
                  <a:pt x="1693149" y="1657674"/>
                </a:cubicBezTo>
                <a:cubicBezTo>
                  <a:pt x="1690325" y="1657607"/>
                  <a:pt x="1688355" y="1657211"/>
                  <a:pt x="1687240" y="1656483"/>
                </a:cubicBezTo>
                <a:cubicBezTo>
                  <a:pt x="1681683" y="1654389"/>
                  <a:pt x="1678566" y="1647732"/>
                  <a:pt x="1677887" y="1636513"/>
                </a:cubicBezTo>
                <a:cubicBezTo>
                  <a:pt x="1677209" y="1625293"/>
                  <a:pt x="1677520" y="1606204"/>
                  <a:pt x="1678821" y="1579246"/>
                </a:cubicBezTo>
                <a:cubicBezTo>
                  <a:pt x="1679439" y="1569106"/>
                  <a:pt x="1680056" y="1558966"/>
                  <a:pt x="1680672" y="1548827"/>
                </a:cubicBezTo>
                <a:cubicBezTo>
                  <a:pt x="1681288" y="1538687"/>
                  <a:pt x="1681378" y="1529076"/>
                  <a:pt x="1680940" y="1519995"/>
                </a:cubicBezTo>
                <a:cubicBezTo>
                  <a:pt x="1680940" y="1511663"/>
                  <a:pt x="1680676" y="1505314"/>
                  <a:pt x="1680146" y="1500950"/>
                </a:cubicBezTo>
                <a:cubicBezTo>
                  <a:pt x="1679616" y="1496586"/>
                  <a:pt x="1678821" y="1493412"/>
                  <a:pt x="1677762" y="1491428"/>
                </a:cubicBezTo>
                <a:cubicBezTo>
                  <a:pt x="1675268" y="1493279"/>
                  <a:pt x="1669396" y="1501215"/>
                  <a:pt x="1660147" y="1515234"/>
                </a:cubicBezTo>
                <a:cubicBezTo>
                  <a:pt x="1650899" y="1529253"/>
                  <a:pt x="1637346" y="1554117"/>
                  <a:pt x="1619488" y="1589826"/>
                </a:cubicBezTo>
                <a:cubicBezTo>
                  <a:pt x="1607516" y="1615105"/>
                  <a:pt x="1597223" y="1637265"/>
                  <a:pt x="1588608" y="1656306"/>
                </a:cubicBezTo>
                <a:cubicBezTo>
                  <a:pt x="1579994" y="1675346"/>
                  <a:pt x="1575485" y="1685602"/>
                  <a:pt x="1575081" y="1687072"/>
                </a:cubicBezTo>
                <a:cubicBezTo>
                  <a:pt x="1574490" y="1688714"/>
                  <a:pt x="1573308" y="1690160"/>
                  <a:pt x="1571536" y="1691408"/>
                </a:cubicBezTo>
                <a:cubicBezTo>
                  <a:pt x="1569763" y="1692657"/>
                  <a:pt x="1567794" y="1693314"/>
                  <a:pt x="1565628" y="1693379"/>
                </a:cubicBezTo>
                <a:cubicBezTo>
                  <a:pt x="1564577" y="1693554"/>
                  <a:pt x="1563527" y="1693204"/>
                  <a:pt x="1562477" y="1692328"/>
                </a:cubicBezTo>
                <a:cubicBezTo>
                  <a:pt x="1559807" y="1691211"/>
                  <a:pt x="1557793" y="1689503"/>
                  <a:pt x="1556435" y="1687203"/>
                </a:cubicBezTo>
                <a:cubicBezTo>
                  <a:pt x="1555077" y="1684903"/>
                  <a:pt x="1554640" y="1682407"/>
                  <a:pt x="1555124" y="1679713"/>
                </a:cubicBezTo>
                <a:cubicBezTo>
                  <a:pt x="1555865" y="1678811"/>
                  <a:pt x="1558585" y="1669517"/>
                  <a:pt x="1563285" y="1651830"/>
                </a:cubicBezTo>
                <a:cubicBezTo>
                  <a:pt x="1565634" y="1642987"/>
                  <a:pt x="1568156" y="1633399"/>
                  <a:pt x="1570848" y="1623065"/>
                </a:cubicBezTo>
                <a:lnTo>
                  <a:pt x="1574105" y="1610467"/>
                </a:lnTo>
                <a:lnTo>
                  <a:pt x="1563151" y="1621536"/>
                </a:lnTo>
                <a:cubicBezTo>
                  <a:pt x="1553399" y="1632177"/>
                  <a:pt x="1539083" y="1645218"/>
                  <a:pt x="1520202" y="1660658"/>
                </a:cubicBezTo>
                <a:cubicBezTo>
                  <a:pt x="1501321" y="1676098"/>
                  <a:pt x="1481438" y="1687253"/>
                  <a:pt x="1460555" y="1694124"/>
                </a:cubicBezTo>
                <a:cubicBezTo>
                  <a:pt x="1439672" y="1700995"/>
                  <a:pt x="1421351" y="1696897"/>
                  <a:pt x="1405594" y="1681830"/>
                </a:cubicBezTo>
                <a:cubicBezTo>
                  <a:pt x="1394169" y="1668487"/>
                  <a:pt x="1388341" y="1652887"/>
                  <a:pt x="1388109" y="1635027"/>
                </a:cubicBezTo>
                <a:cubicBezTo>
                  <a:pt x="1387877" y="1617168"/>
                  <a:pt x="1389152" y="1601026"/>
                  <a:pt x="1391935" y="1586601"/>
                </a:cubicBezTo>
                <a:cubicBezTo>
                  <a:pt x="1392482" y="1584440"/>
                  <a:pt x="1392964" y="1582146"/>
                  <a:pt x="1393380" y="1579720"/>
                </a:cubicBezTo>
                <a:cubicBezTo>
                  <a:pt x="1393795" y="1577294"/>
                  <a:pt x="1394014" y="1575000"/>
                  <a:pt x="1394036" y="1572838"/>
                </a:cubicBezTo>
                <a:cubicBezTo>
                  <a:pt x="1383387" y="1575022"/>
                  <a:pt x="1371141" y="1581506"/>
                  <a:pt x="1357299" y="1592291"/>
                </a:cubicBezTo>
                <a:cubicBezTo>
                  <a:pt x="1343457" y="1603076"/>
                  <a:pt x="1328554" y="1617764"/>
                  <a:pt x="1312590" y="1636356"/>
                </a:cubicBezTo>
                <a:cubicBezTo>
                  <a:pt x="1297464" y="1653993"/>
                  <a:pt x="1285117" y="1669492"/>
                  <a:pt x="1275548" y="1682852"/>
                </a:cubicBezTo>
                <a:cubicBezTo>
                  <a:pt x="1265979" y="1696212"/>
                  <a:pt x="1261040" y="1703241"/>
                  <a:pt x="1260731" y="1703940"/>
                </a:cubicBezTo>
                <a:cubicBezTo>
                  <a:pt x="1259651" y="1705548"/>
                  <a:pt x="1258375" y="1706826"/>
                  <a:pt x="1256904" y="1707773"/>
                </a:cubicBezTo>
                <a:cubicBezTo>
                  <a:pt x="1255432" y="1708720"/>
                  <a:pt x="1253899" y="1709204"/>
                  <a:pt x="1252304" y="1709226"/>
                </a:cubicBezTo>
                <a:cubicBezTo>
                  <a:pt x="1250251" y="1709182"/>
                  <a:pt x="1248591" y="1708742"/>
                  <a:pt x="1247324" y="1707905"/>
                </a:cubicBezTo>
                <a:cubicBezTo>
                  <a:pt x="1246057" y="1707068"/>
                  <a:pt x="1244921" y="1706099"/>
                  <a:pt x="1243917" y="1704997"/>
                </a:cubicBezTo>
                <a:cubicBezTo>
                  <a:pt x="1240361" y="1702140"/>
                  <a:pt x="1237725" y="1693874"/>
                  <a:pt x="1236010" y="1680199"/>
                </a:cubicBezTo>
                <a:cubicBezTo>
                  <a:pt x="1234295" y="1666524"/>
                  <a:pt x="1235882" y="1642383"/>
                  <a:pt x="1240771" y="1607773"/>
                </a:cubicBezTo>
                <a:lnTo>
                  <a:pt x="1242983" y="1595127"/>
                </a:lnTo>
                <a:lnTo>
                  <a:pt x="1238438" y="1600110"/>
                </a:lnTo>
                <a:cubicBezTo>
                  <a:pt x="1232117" y="1606726"/>
                  <a:pt x="1225047" y="1613846"/>
                  <a:pt x="1217228" y="1621473"/>
                </a:cubicBezTo>
                <a:cubicBezTo>
                  <a:pt x="1196652" y="1642555"/>
                  <a:pt x="1175372" y="1659705"/>
                  <a:pt x="1153387" y="1672923"/>
                </a:cubicBezTo>
                <a:cubicBezTo>
                  <a:pt x="1131402" y="1686141"/>
                  <a:pt x="1111450" y="1692955"/>
                  <a:pt x="1093530" y="1693367"/>
                </a:cubicBezTo>
                <a:cubicBezTo>
                  <a:pt x="1051641" y="1692409"/>
                  <a:pt x="1024704" y="1682300"/>
                  <a:pt x="1012717" y="1663042"/>
                </a:cubicBezTo>
                <a:cubicBezTo>
                  <a:pt x="1000731" y="1643783"/>
                  <a:pt x="999787" y="1621124"/>
                  <a:pt x="1009884" y="1595065"/>
                </a:cubicBezTo>
                <a:cubicBezTo>
                  <a:pt x="1019982" y="1569006"/>
                  <a:pt x="1037212" y="1545297"/>
                  <a:pt x="1061575" y="1523937"/>
                </a:cubicBezTo>
                <a:cubicBezTo>
                  <a:pt x="1085938" y="1502578"/>
                  <a:pt x="1113524" y="1489319"/>
                  <a:pt x="1144334" y="1484159"/>
                </a:cubicBezTo>
                <a:cubicBezTo>
                  <a:pt x="1162095" y="1484399"/>
                  <a:pt x="1172659" y="1487313"/>
                  <a:pt x="1176026" y="1492901"/>
                </a:cubicBezTo>
                <a:cubicBezTo>
                  <a:pt x="1179393" y="1498489"/>
                  <a:pt x="1178775" y="1505313"/>
                  <a:pt x="1174173" y="1513371"/>
                </a:cubicBezTo>
                <a:cubicBezTo>
                  <a:pt x="1169571" y="1521430"/>
                  <a:pt x="1164196" y="1529285"/>
                  <a:pt x="1158049" y="1536936"/>
                </a:cubicBezTo>
                <a:cubicBezTo>
                  <a:pt x="1143693" y="1555612"/>
                  <a:pt x="1124037" y="1573806"/>
                  <a:pt x="1099081" y="1591518"/>
                </a:cubicBezTo>
                <a:cubicBezTo>
                  <a:pt x="1074124" y="1609230"/>
                  <a:pt x="1050753" y="1619214"/>
                  <a:pt x="1028966" y="1621473"/>
                </a:cubicBezTo>
                <a:lnTo>
                  <a:pt x="1027908" y="1621473"/>
                </a:lnTo>
                <a:cubicBezTo>
                  <a:pt x="1025516" y="1636114"/>
                  <a:pt x="1029268" y="1648172"/>
                  <a:pt x="1039163" y="1657646"/>
                </a:cubicBezTo>
                <a:cubicBezTo>
                  <a:pt x="1049059" y="1667120"/>
                  <a:pt x="1066828" y="1672023"/>
                  <a:pt x="1092471" y="1672354"/>
                </a:cubicBezTo>
                <a:cubicBezTo>
                  <a:pt x="1110152" y="1671865"/>
                  <a:pt x="1128480" y="1665422"/>
                  <a:pt x="1147453" y="1653025"/>
                </a:cubicBezTo>
                <a:cubicBezTo>
                  <a:pt x="1166426" y="1640627"/>
                  <a:pt x="1184742" y="1625207"/>
                  <a:pt x="1202400" y="1606763"/>
                </a:cubicBezTo>
                <a:cubicBezTo>
                  <a:pt x="1217537" y="1591964"/>
                  <a:pt x="1229893" y="1579009"/>
                  <a:pt x="1239469" y="1567897"/>
                </a:cubicBezTo>
                <a:cubicBezTo>
                  <a:pt x="1244257" y="1562342"/>
                  <a:pt x="1247887" y="1558042"/>
                  <a:pt x="1250358" y="1554999"/>
                </a:cubicBezTo>
                <a:lnTo>
                  <a:pt x="1250519" y="1554794"/>
                </a:lnTo>
                <a:lnTo>
                  <a:pt x="1255752" y="1529316"/>
                </a:lnTo>
                <a:cubicBezTo>
                  <a:pt x="1262072" y="1500389"/>
                  <a:pt x="1269729" y="1469469"/>
                  <a:pt x="1278723" y="1436556"/>
                </a:cubicBezTo>
                <a:cubicBezTo>
                  <a:pt x="1298703" y="1363521"/>
                  <a:pt x="1320657" y="1294121"/>
                  <a:pt x="1344586" y="1228357"/>
                </a:cubicBezTo>
                <a:cubicBezTo>
                  <a:pt x="1368515" y="1162593"/>
                  <a:pt x="1392018" y="1107205"/>
                  <a:pt x="1415097" y="1062194"/>
                </a:cubicBezTo>
                <a:cubicBezTo>
                  <a:pt x="1423564" y="1045781"/>
                  <a:pt x="1431768" y="1031284"/>
                  <a:pt x="1439706" y="1018704"/>
                </a:cubicBezTo>
                <a:cubicBezTo>
                  <a:pt x="1447645" y="1006124"/>
                  <a:pt x="1455319" y="995593"/>
                  <a:pt x="1462728" y="987111"/>
                </a:cubicBezTo>
                <a:cubicBezTo>
                  <a:pt x="1480723" y="965867"/>
                  <a:pt x="1497658" y="955689"/>
                  <a:pt x="1513536" y="956579"/>
                </a:cubicBezTo>
                <a:close/>
                <a:moveTo>
                  <a:pt x="1017373" y="761155"/>
                </a:moveTo>
                <a:cubicBezTo>
                  <a:pt x="1016359" y="761133"/>
                  <a:pt x="1015476" y="761177"/>
                  <a:pt x="1014726" y="761288"/>
                </a:cubicBezTo>
                <a:cubicBezTo>
                  <a:pt x="1013976" y="761398"/>
                  <a:pt x="1013094" y="761706"/>
                  <a:pt x="1012079" y="762213"/>
                </a:cubicBezTo>
                <a:cubicBezTo>
                  <a:pt x="1009189" y="762852"/>
                  <a:pt x="1003322" y="767659"/>
                  <a:pt x="994476" y="776633"/>
                </a:cubicBezTo>
                <a:cubicBezTo>
                  <a:pt x="985631" y="785607"/>
                  <a:pt x="975263" y="798086"/>
                  <a:pt x="963374" y="814072"/>
                </a:cubicBezTo>
                <a:cubicBezTo>
                  <a:pt x="952655" y="829704"/>
                  <a:pt x="944451" y="843948"/>
                  <a:pt x="938763" y="856802"/>
                </a:cubicBezTo>
                <a:cubicBezTo>
                  <a:pt x="933075" y="869656"/>
                  <a:pt x="930690" y="879402"/>
                  <a:pt x="931610" y="886039"/>
                </a:cubicBezTo>
                <a:cubicBezTo>
                  <a:pt x="931852" y="887736"/>
                  <a:pt x="932691" y="889368"/>
                  <a:pt x="934124" y="890933"/>
                </a:cubicBezTo>
                <a:cubicBezTo>
                  <a:pt x="935558" y="892499"/>
                  <a:pt x="939308" y="893337"/>
                  <a:pt x="945374" y="893447"/>
                </a:cubicBezTo>
                <a:cubicBezTo>
                  <a:pt x="946698" y="894439"/>
                  <a:pt x="951992" y="891661"/>
                  <a:pt x="961256" y="885113"/>
                </a:cubicBezTo>
                <a:cubicBezTo>
                  <a:pt x="970521" y="878564"/>
                  <a:pt x="985344" y="862292"/>
                  <a:pt x="1005726" y="836297"/>
                </a:cubicBezTo>
                <a:lnTo>
                  <a:pt x="1032131" y="800313"/>
                </a:lnTo>
                <a:cubicBezTo>
                  <a:pt x="1029459" y="799211"/>
                  <a:pt x="1027443" y="797447"/>
                  <a:pt x="1026085" y="795021"/>
                </a:cubicBezTo>
                <a:cubicBezTo>
                  <a:pt x="1024727" y="792596"/>
                  <a:pt x="1024289" y="789774"/>
                  <a:pt x="1024771" y="786555"/>
                </a:cubicBezTo>
                <a:cubicBezTo>
                  <a:pt x="1025800" y="782145"/>
                  <a:pt x="1026107" y="777735"/>
                  <a:pt x="1025691" y="773325"/>
                </a:cubicBezTo>
                <a:cubicBezTo>
                  <a:pt x="1025274" y="768916"/>
                  <a:pt x="1024267" y="765564"/>
                  <a:pt x="1022668" y="763271"/>
                </a:cubicBezTo>
                <a:cubicBezTo>
                  <a:pt x="1022182" y="762720"/>
                  <a:pt x="1021564" y="762235"/>
                  <a:pt x="1020814" y="761816"/>
                </a:cubicBezTo>
                <a:cubicBezTo>
                  <a:pt x="1020064" y="761398"/>
                  <a:pt x="1018917" y="761177"/>
                  <a:pt x="1017373" y="761155"/>
                </a:cubicBezTo>
                <a:close/>
                <a:moveTo>
                  <a:pt x="504865" y="469348"/>
                </a:moveTo>
                <a:cubicBezTo>
                  <a:pt x="500114" y="469302"/>
                  <a:pt x="491142" y="476091"/>
                  <a:pt x="477948" y="489715"/>
                </a:cubicBezTo>
                <a:cubicBezTo>
                  <a:pt x="464753" y="503338"/>
                  <a:pt x="446158" y="530413"/>
                  <a:pt x="422161" y="570940"/>
                </a:cubicBezTo>
                <a:cubicBezTo>
                  <a:pt x="398164" y="611466"/>
                  <a:pt x="367587" y="672061"/>
                  <a:pt x="330429" y="752724"/>
                </a:cubicBezTo>
                <a:cubicBezTo>
                  <a:pt x="351576" y="749462"/>
                  <a:pt x="374039" y="746267"/>
                  <a:pt x="397818" y="743136"/>
                </a:cubicBezTo>
                <a:cubicBezTo>
                  <a:pt x="421596" y="740006"/>
                  <a:pt x="446678" y="737599"/>
                  <a:pt x="473062" y="735913"/>
                </a:cubicBezTo>
                <a:lnTo>
                  <a:pt x="483663" y="676676"/>
                </a:lnTo>
                <a:cubicBezTo>
                  <a:pt x="489052" y="647476"/>
                  <a:pt x="493911" y="620458"/>
                  <a:pt x="498239" y="595621"/>
                </a:cubicBezTo>
                <a:cubicBezTo>
                  <a:pt x="502568" y="570785"/>
                  <a:pt x="505836" y="548791"/>
                  <a:pt x="508045" y="529641"/>
                </a:cubicBezTo>
                <a:cubicBezTo>
                  <a:pt x="509127" y="519613"/>
                  <a:pt x="509876" y="510842"/>
                  <a:pt x="510294" y="503328"/>
                </a:cubicBezTo>
                <a:cubicBezTo>
                  <a:pt x="510712" y="495813"/>
                  <a:pt x="510669" y="489422"/>
                  <a:pt x="510165" y="484155"/>
                </a:cubicBezTo>
                <a:cubicBezTo>
                  <a:pt x="509525" y="477984"/>
                  <a:pt x="508685" y="473930"/>
                  <a:pt x="507647" y="471991"/>
                </a:cubicBezTo>
                <a:cubicBezTo>
                  <a:pt x="506609" y="470052"/>
                  <a:pt x="506035" y="469171"/>
                  <a:pt x="505925" y="469348"/>
                </a:cubicBezTo>
                <a:close/>
                <a:moveTo>
                  <a:pt x="500624" y="448334"/>
                </a:moveTo>
                <a:cubicBezTo>
                  <a:pt x="504378" y="447806"/>
                  <a:pt x="507989" y="448068"/>
                  <a:pt x="511459" y="449120"/>
                </a:cubicBezTo>
                <a:cubicBezTo>
                  <a:pt x="514928" y="450172"/>
                  <a:pt x="517997" y="452011"/>
                  <a:pt x="520665" y="454638"/>
                </a:cubicBezTo>
                <a:cubicBezTo>
                  <a:pt x="526408" y="460153"/>
                  <a:pt x="529915" y="469383"/>
                  <a:pt x="531186" y="482326"/>
                </a:cubicBezTo>
                <a:cubicBezTo>
                  <a:pt x="532457" y="495270"/>
                  <a:pt x="531750" y="513510"/>
                  <a:pt x="529064" y="537047"/>
                </a:cubicBezTo>
                <a:cubicBezTo>
                  <a:pt x="526419" y="556132"/>
                  <a:pt x="523048" y="577729"/>
                  <a:pt x="518952" y="601838"/>
                </a:cubicBezTo>
                <a:cubicBezTo>
                  <a:pt x="514857" y="625947"/>
                  <a:pt x="510161" y="652304"/>
                  <a:pt x="504865" y="680909"/>
                </a:cubicBezTo>
                <a:lnTo>
                  <a:pt x="495324" y="734836"/>
                </a:lnTo>
                <a:cubicBezTo>
                  <a:pt x="519773" y="732735"/>
                  <a:pt x="544765" y="731684"/>
                  <a:pt x="570298" y="731684"/>
                </a:cubicBezTo>
                <a:cubicBezTo>
                  <a:pt x="573051" y="731793"/>
                  <a:pt x="575474" y="732888"/>
                  <a:pt x="577567" y="734967"/>
                </a:cubicBezTo>
                <a:cubicBezTo>
                  <a:pt x="579659" y="737047"/>
                  <a:pt x="580761" y="739455"/>
                  <a:pt x="580871" y="742191"/>
                </a:cubicBezTo>
                <a:cubicBezTo>
                  <a:pt x="580761" y="745386"/>
                  <a:pt x="579659" y="747926"/>
                  <a:pt x="577567" y="749808"/>
                </a:cubicBezTo>
                <a:cubicBezTo>
                  <a:pt x="575474" y="751690"/>
                  <a:pt x="573051" y="752653"/>
                  <a:pt x="570298" y="752697"/>
                </a:cubicBezTo>
                <a:cubicBezTo>
                  <a:pt x="542839" y="752697"/>
                  <a:pt x="516435" y="753760"/>
                  <a:pt x="491084" y="755886"/>
                </a:cubicBezTo>
                <a:cubicBezTo>
                  <a:pt x="480696" y="809972"/>
                  <a:pt x="472400" y="864413"/>
                  <a:pt x="466195" y="919209"/>
                </a:cubicBezTo>
                <a:cubicBezTo>
                  <a:pt x="459991" y="974004"/>
                  <a:pt x="458840" y="1023984"/>
                  <a:pt x="462744" y="1069147"/>
                </a:cubicBezTo>
                <a:cubicBezTo>
                  <a:pt x="466648" y="1114310"/>
                  <a:pt x="478568" y="1149485"/>
                  <a:pt x="498504" y="1174672"/>
                </a:cubicBezTo>
                <a:cubicBezTo>
                  <a:pt x="506912" y="1185204"/>
                  <a:pt x="517026" y="1192960"/>
                  <a:pt x="528848" y="1197940"/>
                </a:cubicBezTo>
                <a:cubicBezTo>
                  <a:pt x="540670" y="1202919"/>
                  <a:pt x="554487" y="1205387"/>
                  <a:pt x="570298" y="1205343"/>
                </a:cubicBezTo>
                <a:cubicBezTo>
                  <a:pt x="573051" y="1205453"/>
                  <a:pt x="575474" y="1206547"/>
                  <a:pt x="577567" y="1208626"/>
                </a:cubicBezTo>
                <a:cubicBezTo>
                  <a:pt x="579659" y="1210706"/>
                  <a:pt x="580761" y="1213114"/>
                  <a:pt x="580871" y="1215850"/>
                </a:cubicBezTo>
                <a:cubicBezTo>
                  <a:pt x="580761" y="1219046"/>
                  <a:pt x="579659" y="1221585"/>
                  <a:pt x="577567" y="1223467"/>
                </a:cubicBezTo>
                <a:cubicBezTo>
                  <a:pt x="575474" y="1225350"/>
                  <a:pt x="573051" y="1226313"/>
                  <a:pt x="570298" y="1226357"/>
                </a:cubicBezTo>
                <a:cubicBezTo>
                  <a:pt x="551735" y="1226381"/>
                  <a:pt x="534967" y="1223180"/>
                  <a:pt x="519994" y="1216754"/>
                </a:cubicBezTo>
                <a:cubicBezTo>
                  <a:pt x="505021" y="1210329"/>
                  <a:pt x="492204" y="1200532"/>
                  <a:pt x="481543" y="1187364"/>
                </a:cubicBezTo>
                <a:cubicBezTo>
                  <a:pt x="464622" y="1166850"/>
                  <a:pt x="452788" y="1138075"/>
                  <a:pt x="446042" y="1101036"/>
                </a:cubicBezTo>
                <a:cubicBezTo>
                  <a:pt x="439296" y="1063997"/>
                  <a:pt x="437763" y="1018035"/>
                  <a:pt x="441442" y="963150"/>
                </a:cubicBezTo>
                <a:cubicBezTo>
                  <a:pt x="444153" y="929702"/>
                  <a:pt x="447919" y="895595"/>
                  <a:pt x="452739" y="860827"/>
                </a:cubicBezTo>
                <a:cubicBezTo>
                  <a:pt x="457560" y="826059"/>
                  <a:pt x="462921" y="791426"/>
                  <a:pt x="468822" y="756926"/>
                </a:cubicBezTo>
                <a:cubicBezTo>
                  <a:pt x="441319" y="759124"/>
                  <a:pt x="415052" y="761912"/>
                  <a:pt x="390019" y="765292"/>
                </a:cubicBezTo>
                <a:cubicBezTo>
                  <a:pt x="364986" y="768671"/>
                  <a:pt x="341598" y="772226"/>
                  <a:pt x="319856" y="775957"/>
                </a:cubicBezTo>
                <a:lnTo>
                  <a:pt x="312455" y="790765"/>
                </a:lnTo>
                <a:cubicBezTo>
                  <a:pt x="288901" y="843893"/>
                  <a:pt x="267403" y="894161"/>
                  <a:pt x="247961" y="941570"/>
                </a:cubicBezTo>
                <a:cubicBezTo>
                  <a:pt x="228519" y="988980"/>
                  <a:pt x="212895" y="1027810"/>
                  <a:pt x="201089" y="1058063"/>
                </a:cubicBezTo>
                <a:cubicBezTo>
                  <a:pt x="189282" y="1088315"/>
                  <a:pt x="183056" y="1104271"/>
                  <a:pt x="182410" y="1105929"/>
                </a:cubicBezTo>
                <a:cubicBezTo>
                  <a:pt x="181243" y="1108639"/>
                  <a:pt x="179348" y="1110622"/>
                  <a:pt x="176727" y="1111878"/>
                </a:cubicBezTo>
                <a:cubicBezTo>
                  <a:pt x="174106" y="1113134"/>
                  <a:pt x="171419" y="1113266"/>
                  <a:pt x="168666" y="1112275"/>
                </a:cubicBezTo>
                <a:cubicBezTo>
                  <a:pt x="166000" y="1111107"/>
                  <a:pt x="164194" y="1109212"/>
                  <a:pt x="163247" y="1106590"/>
                </a:cubicBezTo>
                <a:cubicBezTo>
                  <a:pt x="162300" y="1103968"/>
                  <a:pt x="162344" y="1101280"/>
                  <a:pt x="163379" y="1098526"/>
                </a:cubicBezTo>
                <a:cubicBezTo>
                  <a:pt x="163673" y="1096874"/>
                  <a:pt x="169664" y="1080906"/>
                  <a:pt x="181353" y="1050621"/>
                </a:cubicBezTo>
                <a:cubicBezTo>
                  <a:pt x="193042" y="1020335"/>
                  <a:pt x="208666" y="981413"/>
                  <a:pt x="228225" y="933854"/>
                </a:cubicBezTo>
                <a:cubicBezTo>
                  <a:pt x="247785" y="886295"/>
                  <a:pt x="269518" y="835778"/>
                  <a:pt x="293424" y="782304"/>
                </a:cubicBezTo>
                <a:lnTo>
                  <a:pt x="295539" y="779129"/>
                </a:lnTo>
                <a:cubicBezTo>
                  <a:pt x="290803" y="780164"/>
                  <a:pt x="286265" y="781005"/>
                  <a:pt x="281926" y="781654"/>
                </a:cubicBezTo>
                <a:cubicBezTo>
                  <a:pt x="277587" y="782302"/>
                  <a:pt x="273314" y="782901"/>
                  <a:pt x="269107" y="783451"/>
                </a:cubicBezTo>
                <a:cubicBezTo>
                  <a:pt x="244217" y="787741"/>
                  <a:pt x="221838" y="791243"/>
                  <a:pt x="201970" y="793957"/>
                </a:cubicBezTo>
                <a:cubicBezTo>
                  <a:pt x="182102" y="796672"/>
                  <a:pt x="165009" y="798073"/>
                  <a:pt x="150692" y="798160"/>
                </a:cubicBezTo>
                <a:cubicBezTo>
                  <a:pt x="141683" y="798204"/>
                  <a:pt x="133533" y="797591"/>
                  <a:pt x="126242" y="796321"/>
                </a:cubicBezTo>
                <a:cubicBezTo>
                  <a:pt x="118952" y="795052"/>
                  <a:pt x="112652" y="792863"/>
                  <a:pt x="107344" y="789755"/>
                </a:cubicBezTo>
                <a:cubicBezTo>
                  <a:pt x="105163" y="788026"/>
                  <a:pt x="103709" y="785705"/>
                  <a:pt x="102982" y="782792"/>
                </a:cubicBezTo>
                <a:cubicBezTo>
                  <a:pt x="102255" y="779880"/>
                  <a:pt x="102652" y="777293"/>
                  <a:pt x="104172" y="775031"/>
                </a:cubicBezTo>
                <a:cubicBezTo>
                  <a:pt x="105846" y="772387"/>
                  <a:pt x="108048" y="770800"/>
                  <a:pt x="110780" y="770272"/>
                </a:cubicBezTo>
                <a:cubicBezTo>
                  <a:pt x="113511" y="769743"/>
                  <a:pt x="116242" y="770272"/>
                  <a:pt x="118974" y="771858"/>
                </a:cubicBezTo>
                <a:cubicBezTo>
                  <a:pt x="129414" y="777327"/>
                  <a:pt x="147388" y="778775"/>
                  <a:pt x="172895" y="776204"/>
                </a:cubicBezTo>
                <a:cubicBezTo>
                  <a:pt x="198401" y="773632"/>
                  <a:pt x="229062" y="769005"/>
                  <a:pt x="264878" y="762324"/>
                </a:cubicBezTo>
                <a:lnTo>
                  <a:pt x="305054" y="756000"/>
                </a:lnTo>
                <a:cubicBezTo>
                  <a:pt x="323578" y="716224"/>
                  <a:pt x="340979" y="679951"/>
                  <a:pt x="357257" y="647183"/>
                </a:cubicBezTo>
                <a:cubicBezTo>
                  <a:pt x="373535" y="614415"/>
                  <a:pt x="388557" y="585813"/>
                  <a:pt x="402323" y="561377"/>
                </a:cubicBezTo>
                <a:cubicBezTo>
                  <a:pt x="423322" y="525525"/>
                  <a:pt x="441809" y="498350"/>
                  <a:pt x="457784" y="479852"/>
                </a:cubicBezTo>
                <a:cubicBezTo>
                  <a:pt x="473759" y="461353"/>
                  <a:pt x="488040" y="450847"/>
                  <a:pt x="500624" y="448334"/>
                </a:cubicBezTo>
                <a:close/>
                <a:moveTo>
                  <a:pt x="465158" y="340071"/>
                </a:moveTo>
                <a:cubicBezTo>
                  <a:pt x="463389" y="340129"/>
                  <a:pt x="461921" y="340705"/>
                  <a:pt x="460756" y="341798"/>
                </a:cubicBezTo>
                <a:cubicBezTo>
                  <a:pt x="459590" y="342892"/>
                  <a:pt x="458986" y="344159"/>
                  <a:pt x="458943" y="345598"/>
                </a:cubicBezTo>
                <a:cubicBezTo>
                  <a:pt x="458986" y="347368"/>
                  <a:pt x="459590" y="348836"/>
                  <a:pt x="460756" y="350002"/>
                </a:cubicBezTo>
                <a:cubicBezTo>
                  <a:pt x="461921" y="351168"/>
                  <a:pt x="463389" y="351772"/>
                  <a:pt x="465158" y="351816"/>
                </a:cubicBezTo>
                <a:cubicBezTo>
                  <a:pt x="466928" y="351772"/>
                  <a:pt x="468395" y="351168"/>
                  <a:pt x="469560" y="350002"/>
                </a:cubicBezTo>
                <a:cubicBezTo>
                  <a:pt x="470726" y="348836"/>
                  <a:pt x="471330" y="347368"/>
                  <a:pt x="471373" y="345598"/>
                </a:cubicBezTo>
                <a:cubicBezTo>
                  <a:pt x="471330" y="344159"/>
                  <a:pt x="470726" y="342892"/>
                  <a:pt x="469560" y="341798"/>
                </a:cubicBezTo>
                <a:cubicBezTo>
                  <a:pt x="468395" y="340705"/>
                  <a:pt x="466928" y="340129"/>
                  <a:pt x="465158" y="340071"/>
                </a:cubicBezTo>
                <a:close/>
                <a:moveTo>
                  <a:pt x="465201" y="326441"/>
                </a:moveTo>
                <a:cubicBezTo>
                  <a:pt x="470814" y="326553"/>
                  <a:pt x="475482" y="328374"/>
                  <a:pt x="479206" y="331902"/>
                </a:cubicBezTo>
                <a:cubicBezTo>
                  <a:pt x="482930" y="335431"/>
                  <a:pt x="484862" y="339997"/>
                  <a:pt x="485003" y="345598"/>
                </a:cubicBezTo>
                <a:cubicBezTo>
                  <a:pt x="484863" y="351232"/>
                  <a:pt x="482929" y="355914"/>
                  <a:pt x="479200" y="359643"/>
                </a:cubicBezTo>
                <a:cubicBezTo>
                  <a:pt x="475472" y="363371"/>
                  <a:pt x="470791" y="365306"/>
                  <a:pt x="465158" y="365446"/>
                </a:cubicBezTo>
                <a:cubicBezTo>
                  <a:pt x="459525" y="365306"/>
                  <a:pt x="454844" y="363370"/>
                  <a:pt x="451116" y="359637"/>
                </a:cubicBezTo>
                <a:cubicBezTo>
                  <a:pt x="447387" y="355905"/>
                  <a:pt x="445453" y="351211"/>
                  <a:pt x="445313" y="345558"/>
                </a:cubicBezTo>
                <a:cubicBezTo>
                  <a:pt x="445452" y="339976"/>
                  <a:pt x="447388" y="335422"/>
                  <a:pt x="451121" y="331897"/>
                </a:cubicBezTo>
                <a:cubicBezTo>
                  <a:pt x="454854" y="328373"/>
                  <a:pt x="459547" y="326554"/>
                  <a:pt x="465201" y="326441"/>
                </a:cubicBezTo>
                <a:close/>
                <a:moveTo>
                  <a:pt x="1267955" y="297012"/>
                </a:moveTo>
                <a:cubicBezTo>
                  <a:pt x="1266942" y="296944"/>
                  <a:pt x="1263415" y="299719"/>
                  <a:pt x="1257375" y="305337"/>
                </a:cubicBezTo>
                <a:cubicBezTo>
                  <a:pt x="1251335" y="310956"/>
                  <a:pt x="1242517" y="322986"/>
                  <a:pt x="1230923" y="341427"/>
                </a:cubicBezTo>
                <a:cubicBezTo>
                  <a:pt x="1221863" y="356410"/>
                  <a:pt x="1212472" y="374037"/>
                  <a:pt x="1202751" y="394307"/>
                </a:cubicBezTo>
                <a:cubicBezTo>
                  <a:pt x="1193030" y="414578"/>
                  <a:pt x="1183375" y="436435"/>
                  <a:pt x="1173786" y="459878"/>
                </a:cubicBezTo>
                <a:cubicBezTo>
                  <a:pt x="1157893" y="498701"/>
                  <a:pt x="1144182" y="537127"/>
                  <a:pt x="1132653" y="575157"/>
                </a:cubicBezTo>
                <a:cubicBezTo>
                  <a:pt x="1121125" y="613186"/>
                  <a:pt x="1111910" y="649497"/>
                  <a:pt x="1105011" y="684089"/>
                </a:cubicBezTo>
                <a:cubicBezTo>
                  <a:pt x="1140038" y="623520"/>
                  <a:pt x="1171295" y="564338"/>
                  <a:pt x="1198783" y="506545"/>
                </a:cubicBezTo>
                <a:cubicBezTo>
                  <a:pt x="1226271" y="448752"/>
                  <a:pt x="1246155" y="400411"/>
                  <a:pt x="1258433" y="361522"/>
                </a:cubicBezTo>
                <a:cubicBezTo>
                  <a:pt x="1265821" y="336756"/>
                  <a:pt x="1269518" y="319923"/>
                  <a:pt x="1269525" y="311022"/>
                </a:cubicBezTo>
                <a:cubicBezTo>
                  <a:pt x="1269531" y="302121"/>
                  <a:pt x="1269008" y="297451"/>
                  <a:pt x="1267955" y="297012"/>
                </a:cubicBezTo>
                <a:close/>
                <a:moveTo>
                  <a:pt x="1888133" y="225117"/>
                </a:moveTo>
                <a:cubicBezTo>
                  <a:pt x="1886080" y="224721"/>
                  <a:pt x="1881975" y="226043"/>
                  <a:pt x="1875817" y="229085"/>
                </a:cubicBezTo>
                <a:cubicBezTo>
                  <a:pt x="1869659" y="232126"/>
                  <a:pt x="1861051" y="239265"/>
                  <a:pt x="1849993" y="250501"/>
                </a:cubicBezTo>
                <a:cubicBezTo>
                  <a:pt x="1841073" y="259974"/>
                  <a:pt x="1831969" y="271166"/>
                  <a:pt x="1822682" y="284075"/>
                </a:cubicBezTo>
                <a:cubicBezTo>
                  <a:pt x="1813394" y="296985"/>
                  <a:pt x="1803496" y="311878"/>
                  <a:pt x="1792988" y="328754"/>
                </a:cubicBezTo>
                <a:cubicBezTo>
                  <a:pt x="1765063" y="374225"/>
                  <a:pt x="1738129" y="426041"/>
                  <a:pt x="1712188" y="484201"/>
                </a:cubicBezTo>
                <a:cubicBezTo>
                  <a:pt x="1686246" y="542362"/>
                  <a:pt x="1663809" y="600523"/>
                  <a:pt x="1644876" y="658684"/>
                </a:cubicBezTo>
                <a:cubicBezTo>
                  <a:pt x="1638044" y="680318"/>
                  <a:pt x="1632137" y="700233"/>
                  <a:pt x="1627156" y="718431"/>
                </a:cubicBezTo>
                <a:cubicBezTo>
                  <a:pt x="1622175" y="736628"/>
                  <a:pt x="1617855" y="753371"/>
                  <a:pt x="1614196" y="768660"/>
                </a:cubicBezTo>
                <a:cubicBezTo>
                  <a:pt x="1625481" y="758020"/>
                  <a:pt x="1639939" y="742819"/>
                  <a:pt x="1657572" y="723057"/>
                </a:cubicBezTo>
                <a:cubicBezTo>
                  <a:pt x="1675204" y="703296"/>
                  <a:pt x="1691778" y="682543"/>
                  <a:pt x="1707295" y="660799"/>
                </a:cubicBezTo>
                <a:cubicBezTo>
                  <a:pt x="1720673" y="640509"/>
                  <a:pt x="1734911" y="617905"/>
                  <a:pt x="1750009" y="592989"/>
                </a:cubicBezTo>
                <a:cubicBezTo>
                  <a:pt x="1765106" y="568072"/>
                  <a:pt x="1780138" y="542032"/>
                  <a:pt x="1795103" y="514868"/>
                </a:cubicBezTo>
                <a:cubicBezTo>
                  <a:pt x="1829768" y="450010"/>
                  <a:pt x="1856323" y="393347"/>
                  <a:pt x="1874770" y="344880"/>
                </a:cubicBezTo>
                <a:cubicBezTo>
                  <a:pt x="1893216" y="296413"/>
                  <a:pt x="1901555" y="261428"/>
                  <a:pt x="1899787" y="239926"/>
                </a:cubicBezTo>
                <a:cubicBezTo>
                  <a:pt x="1898573" y="232830"/>
                  <a:pt x="1896763" y="228511"/>
                  <a:pt x="1894357" y="226968"/>
                </a:cubicBezTo>
                <a:cubicBezTo>
                  <a:pt x="1891951" y="225426"/>
                  <a:pt x="1889876" y="224809"/>
                  <a:pt x="1888133" y="225117"/>
                </a:cubicBezTo>
                <a:close/>
                <a:moveTo>
                  <a:pt x="902861" y="225117"/>
                </a:moveTo>
                <a:cubicBezTo>
                  <a:pt x="895284" y="225337"/>
                  <a:pt x="885798" y="232564"/>
                  <a:pt x="874402" y="246798"/>
                </a:cubicBezTo>
                <a:cubicBezTo>
                  <a:pt x="863006" y="261031"/>
                  <a:pt x="850650" y="280949"/>
                  <a:pt x="837334" y="306550"/>
                </a:cubicBezTo>
                <a:cubicBezTo>
                  <a:pt x="817793" y="344314"/>
                  <a:pt x="798666" y="388052"/>
                  <a:pt x="779953" y="437762"/>
                </a:cubicBezTo>
                <a:cubicBezTo>
                  <a:pt x="761239" y="487473"/>
                  <a:pt x="743768" y="538652"/>
                  <a:pt x="727540" y="591300"/>
                </a:cubicBezTo>
                <a:cubicBezTo>
                  <a:pt x="711311" y="643949"/>
                  <a:pt x="697154" y="693561"/>
                  <a:pt x="685068" y="740138"/>
                </a:cubicBezTo>
                <a:lnTo>
                  <a:pt x="681889" y="752829"/>
                </a:lnTo>
                <a:cubicBezTo>
                  <a:pt x="684980" y="750053"/>
                  <a:pt x="690439" y="743708"/>
                  <a:pt x="698266" y="733793"/>
                </a:cubicBezTo>
                <a:cubicBezTo>
                  <a:pt x="706093" y="723879"/>
                  <a:pt x="716817" y="708016"/>
                  <a:pt x="730438" y="686204"/>
                </a:cubicBezTo>
                <a:cubicBezTo>
                  <a:pt x="743801" y="664833"/>
                  <a:pt x="757825" y="640951"/>
                  <a:pt x="772511" y="614556"/>
                </a:cubicBezTo>
                <a:cubicBezTo>
                  <a:pt x="787197" y="588162"/>
                  <a:pt x="801750" y="560578"/>
                  <a:pt x="816171" y="531805"/>
                </a:cubicBezTo>
                <a:cubicBezTo>
                  <a:pt x="850288" y="462712"/>
                  <a:pt x="876096" y="402609"/>
                  <a:pt x="893594" y="351495"/>
                </a:cubicBezTo>
                <a:cubicBezTo>
                  <a:pt x="911092" y="300381"/>
                  <a:pt x="918420" y="263544"/>
                  <a:pt x="915578" y="240983"/>
                </a:cubicBezTo>
                <a:cubicBezTo>
                  <a:pt x="914364" y="233381"/>
                  <a:pt x="912554" y="228753"/>
                  <a:pt x="910147" y="227100"/>
                </a:cubicBezTo>
                <a:cubicBezTo>
                  <a:pt x="907740" y="225448"/>
                  <a:pt x="905665" y="224786"/>
                  <a:pt x="903921" y="225117"/>
                </a:cubicBezTo>
                <a:close/>
                <a:moveTo>
                  <a:pt x="1889192" y="204104"/>
                </a:moveTo>
                <a:cubicBezTo>
                  <a:pt x="1895101" y="204126"/>
                  <a:pt x="1900467" y="205658"/>
                  <a:pt x="1905292" y="208700"/>
                </a:cubicBezTo>
                <a:cubicBezTo>
                  <a:pt x="1910116" y="211743"/>
                  <a:pt x="1913885" y="216165"/>
                  <a:pt x="1916597" y="221965"/>
                </a:cubicBezTo>
                <a:cubicBezTo>
                  <a:pt x="1920327" y="230439"/>
                  <a:pt x="1921557" y="242287"/>
                  <a:pt x="1920285" y="257509"/>
                </a:cubicBezTo>
                <a:cubicBezTo>
                  <a:pt x="1919013" y="272730"/>
                  <a:pt x="1914982" y="291191"/>
                  <a:pt x="1908192" y="312892"/>
                </a:cubicBezTo>
                <a:cubicBezTo>
                  <a:pt x="1902354" y="331463"/>
                  <a:pt x="1894782" y="351952"/>
                  <a:pt x="1885475" y="374357"/>
                </a:cubicBezTo>
                <a:cubicBezTo>
                  <a:pt x="1876168" y="396762"/>
                  <a:pt x="1865400" y="420687"/>
                  <a:pt x="1853171" y="446133"/>
                </a:cubicBezTo>
                <a:cubicBezTo>
                  <a:pt x="1829887" y="494247"/>
                  <a:pt x="1804928" y="541040"/>
                  <a:pt x="1778294" y="586512"/>
                </a:cubicBezTo>
                <a:cubicBezTo>
                  <a:pt x="1751659" y="631983"/>
                  <a:pt x="1726935" y="669787"/>
                  <a:pt x="1704121" y="699925"/>
                </a:cubicBezTo>
                <a:cubicBezTo>
                  <a:pt x="1689905" y="718849"/>
                  <a:pt x="1673375" y="737840"/>
                  <a:pt x="1654530" y="756896"/>
                </a:cubicBezTo>
                <a:cubicBezTo>
                  <a:pt x="1635686" y="775953"/>
                  <a:pt x="1620478" y="789391"/>
                  <a:pt x="1608907" y="797212"/>
                </a:cubicBezTo>
                <a:cubicBezTo>
                  <a:pt x="1605171" y="820344"/>
                  <a:pt x="1603941" y="840172"/>
                  <a:pt x="1605216" y="856695"/>
                </a:cubicBezTo>
                <a:cubicBezTo>
                  <a:pt x="1606492" y="873218"/>
                  <a:pt x="1610543" y="887229"/>
                  <a:pt x="1617370" y="898729"/>
                </a:cubicBezTo>
                <a:cubicBezTo>
                  <a:pt x="1629608" y="918014"/>
                  <a:pt x="1645216" y="925513"/>
                  <a:pt x="1664194" y="921227"/>
                </a:cubicBezTo>
                <a:cubicBezTo>
                  <a:pt x="1683171" y="916941"/>
                  <a:pt x="1701914" y="907551"/>
                  <a:pt x="1720421" y="893058"/>
                </a:cubicBezTo>
                <a:cubicBezTo>
                  <a:pt x="1738928" y="878566"/>
                  <a:pt x="1753596" y="865651"/>
                  <a:pt x="1764423" y="854315"/>
                </a:cubicBezTo>
                <a:cubicBezTo>
                  <a:pt x="1779543" y="839511"/>
                  <a:pt x="1791886" y="826557"/>
                  <a:pt x="1801451" y="815453"/>
                </a:cubicBezTo>
                <a:cubicBezTo>
                  <a:pt x="1811017" y="804350"/>
                  <a:pt x="1815953" y="798270"/>
                  <a:pt x="1816262" y="797212"/>
                </a:cubicBezTo>
                <a:cubicBezTo>
                  <a:pt x="1817990" y="795053"/>
                  <a:pt x="1820309" y="793819"/>
                  <a:pt x="1823218" y="793511"/>
                </a:cubicBezTo>
                <a:cubicBezTo>
                  <a:pt x="1826127" y="793203"/>
                  <a:pt x="1828708" y="794084"/>
                  <a:pt x="1830961" y="796155"/>
                </a:cubicBezTo>
                <a:cubicBezTo>
                  <a:pt x="1833105" y="797829"/>
                  <a:pt x="1834331" y="800032"/>
                  <a:pt x="1834639" y="802764"/>
                </a:cubicBezTo>
                <a:cubicBezTo>
                  <a:pt x="1834947" y="805496"/>
                  <a:pt x="1834071" y="808227"/>
                  <a:pt x="1832011" y="810959"/>
                </a:cubicBezTo>
                <a:cubicBezTo>
                  <a:pt x="1831730" y="811995"/>
                  <a:pt x="1826768" y="818119"/>
                  <a:pt x="1817128" y="829333"/>
                </a:cubicBezTo>
                <a:cubicBezTo>
                  <a:pt x="1807487" y="840546"/>
                  <a:pt x="1794856" y="853809"/>
                  <a:pt x="1779234" y="869120"/>
                </a:cubicBezTo>
                <a:cubicBezTo>
                  <a:pt x="1769066" y="884090"/>
                  <a:pt x="1752649" y="899270"/>
                  <a:pt x="1729982" y="914661"/>
                </a:cubicBezTo>
                <a:cubicBezTo>
                  <a:pt x="1707316" y="930052"/>
                  <a:pt x="1683866" y="939877"/>
                  <a:pt x="1659633" y="944136"/>
                </a:cubicBezTo>
                <a:cubicBezTo>
                  <a:pt x="1635400" y="948395"/>
                  <a:pt x="1615850" y="941312"/>
                  <a:pt x="1600984" y="922885"/>
                </a:cubicBezTo>
                <a:cubicBezTo>
                  <a:pt x="1589834" y="909065"/>
                  <a:pt x="1584393" y="885615"/>
                  <a:pt x="1584662" y="852536"/>
                </a:cubicBezTo>
                <a:lnTo>
                  <a:pt x="1585880" y="832183"/>
                </a:lnTo>
                <a:lnTo>
                  <a:pt x="1571752" y="847703"/>
                </a:lnTo>
                <a:cubicBezTo>
                  <a:pt x="1565435" y="854333"/>
                  <a:pt x="1558371" y="861475"/>
                  <a:pt x="1550558" y="869130"/>
                </a:cubicBezTo>
                <a:cubicBezTo>
                  <a:pt x="1530452" y="889700"/>
                  <a:pt x="1511934" y="905897"/>
                  <a:pt x="1495003" y="917719"/>
                </a:cubicBezTo>
                <a:cubicBezTo>
                  <a:pt x="1478072" y="929541"/>
                  <a:pt x="1462728" y="937268"/>
                  <a:pt x="1448971" y="940899"/>
                </a:cubicBezTo>
                <a:cubicBezTo>
                  <a:pt x="1442755" y="941996"/>
                  <a:pt x="1437739" y="942172"/>
                  <a:pt x="1433922" y="941427"/>
                </a:cubicBezTo>
                <a:cubicBezTo>
                  <a:pt x="1430104" y="940681"/>
                  <a:pt x="1426687" y="938754"/>
                  <a:pt x="1423669" y="935646"/>
                </a:cubicBezTo>
                <a:cubicBezTo>
                  <a:pt x="1416113" y="926659"/>
                  <a:pt x="1414092" y="912501"/>
                  <a:pt x="1417607" y="893171"/>
                </a:cubicBezTo>
                <a:cubicBezTo>
                  <a:pt x="1421122" y="873841"/>
                  <a:pt x="1428050" y="849616"/>
                  <a:pt x="1438389" y="820495"/>
                </a:cubicBezTo>
                <a:lnTo>
                  <a:pt x="1446855" y="793006"/>
                </a:lnTo>
                <a:cubicBezTo>
                  <a:pt x="1442007" y="799482"/>
                  <a:pt x="1436908" y="806618"/>
                  <a:pt x="1431559" y="814416"/>
                </a:cubicBezTo>
                <a:cubicBezTo>
                  <a:pt x="1426211" y="822213"/>
                  <a:pt x="1421130" y="829878"/>
                  <a:pt x="1416317" y="837411"/>
                </a:cubicBezTo>
                <a:cubicBezTo>
                  <a:pt x="1394354" y="870446"/>
                  <a:pt x="1375831" y="896063"/>
                  <a:pt x="1360748" y="914262"/>
                </a:cubicBezTo>
                <a:cubicBezTo>
                  <a:pt x="1345665" y="932462"/>
                  <a:pt x="1332435" y="941691"/>
                  <a:pt x="1321057" y="941950"/>
                </a:cubicBezTo>
                <a:cubicBezTo>
                  <a:pt x="1312439" y="942588"/>
                  <a:pt x="1303245" y="939735"/>
                  <a:pt x="1293472" y="933391"/>
                </a:cubicBezTo>
                <a:cubicBezTo>
                  <a:pt x="1283699" y="927046"/>
                  <a:pt x="1277423" y="913379"/>
                  <a:pt x="1274642" y="892390"/>
                </a:cubicBezTo>
                <a:cubicBezTo>
                  <a:pt x="1274047" y="884174"/>
                  <a:pt x="1274011" y="876057"/>
                  <a:pt x="1274535" y="868039"/>
                </a:cubicBezTo>
                <a:lnTo>
                  <a:pt x="1276968" y="850273"/>
                </a:lnTo>
                <a:lnTo>
                  <a:pt x="1258433" y="869085"/>
                </a:lnTo>
                <a:cubicBezTo>
                  <a:pt x="1235318" y="896904"/>
                  <a:pt x="1211479" y="917782"/>
                  <a:pt x="1186918" y="931719"/>
                </a:cubicBezTo>
                <a:cubicBezTo>
                  <a:pt x="1162357" y="945656"/>
                  <a:pt x="1140328" y="948384"/>
                  <a:pt x="1120833" y="939903"/>
                </a:cubicBezTo>
                <a:cubicBezTo>
                  <a:pt x="1101338" y="931422"/>
                  <a:pt x="1087633" y="907463"/>
                  <a:pt x="1079716" y="868027"/>
                </a:cubicBezTo>
                <a:cubicBezTo>
                  <a:pt x="1078030" y="857490"/>
                  <a:pt x="1076410" y="843117"/>
                  <a:pt x="1074856" y="824908"/>
                </a:cubicBezTo>
                <a:cubicBezTo>
                  <a:pt x="1073301" y="806700"/>
                  <a:pt x="1072469" y="790739"/>
                  <a:pt x="1072359" y="777028"/>
                </a:cubicBezTo>
                <a:cubicBezTo>
                  <a:pt x="1063872" y="790805"/>
                  <a:pt x="1055450" y="803724"/>
                  <a:pt x="1047094" y="815784"/>
                </a:cubicBezTo>
                <a:cubicBezTo>
                  <a:pt x="1038738" y="827844"/>
                  <a:pt x="1030581" y="838915"/>
                  <a:pt x="1022621" y="848997"/>
                </a:cubicBezTo>
                <a:cubicBezTo>
                  <a:pt x="1000728" y="877147"/>
                  <a:pt x="983929" y="895321"/>
                  <a:pt x="972222" y="903519"/>
                </a:cubicBezTo>
                <a:cubicBezTo>
                  <a:pt x="960516" y="911718"/>
                  <a:pt x="951919" y="915365"/>
                  <a:pt x="946433" y="914460"/>
                </a:cubicBezTo>
                <a:lnTo>
                  <a:pt x="944316" y="914460"/>
                </a:lnTo>
                <a:cubicBezTo>
                  <a:pt x="930982" y="913870"/>
                  <a:pt x="922067" y="910585"/>
                  <a:pt x="917569" y="904607"/>
                </a:cubicBezTo>
                <a:cubicBezTo>
                  <a:pt x="913072" y="898628"/>
                  <a:pt x="910748" y="893497"/>
                  <a:pt x="910596" y="889214"/>
                </a:cubicBezTo>
                <a:cubicBezTo>
                  <a:pt x="909820" y="875301"/>
                  <a:pt x="913719" y="859999"/>
                  <a:pt x="922296" y="843308"/>
                </a:cubicBezTo>
                <a:cubicBezTo>
                  <a:pt x="930872" y="826617"/>
                  <a:pt x="939271" y="812638"/>
                  <a:pt x="947492" y="801371"/>
                </a:cubicBezTo>
                <a:cubicBezTo>
                  <a:pt x="954926" y="790329"/>
                  <a:pt x="964411" y="778312"/>
                  <a:pt x="975947" y="765320"/>
                </a:cubicBezTo>
                <a:cubicBezTo>
                  <a:pt x="987484" y="752328"/>
                  <a:pt x="997763" y="744288"/>
                  <a:pt x="1006785" y="741199"/>
                </a:cubicBezTo>
                <a:cubicBezTo>
                  <a:pt x="1015206" y="739392"/>
                  <a:pt x="1021898" y="739564"/>
                  <a:pt x="1026860" y="741714"/>
                </a:cubicBezTo>
                <a:cubicBezTo>
                  <a:pt x="1031822" y="743863"/>
                  <a:pt x="1035332" y="746143"/>
                  <a:pt x="1037389" y="748552"/>
                </a:cubicBezTo>
                <a:cubicBezTo>
                  <a:pt x="1040084" y="751220"/>
                  <a:pt x="1042318" y="755079"/>
                  <a:pt x="1044093" y="760130"/>
                </a:cubicBezTo>
                <a:cubicBezTo>
                  <a:pt x="1045867" y="765180"/>
                  <a:pt x="1046787" y="771166"/>
                  <a:pt x="1046853" y="778088"/>
                </a:cubicBezTo>
                <a:lnTo>
                  <a:pt x="1076563" y="732739"/>
                </a:lnTo>
                <a:cubicBezTo>
                  <a:pt x="1077790" y="720047"/>
                  <a:pt x="1079541" y="707356"/>
                  <a:pt x="1081818" y="694665"/>
                </a:cubicBezTo>
                <a:cubicBezTo>
                  <a:pt x="1086570" y="668093"/>
                  <a:pt x="1092852" y="640067"/>
                  <a:pt x="1100665" y="610586"/>
                </a:cubicBezTo>
                <a:cubicBezTo>
                  <a:pt x="1108477" y="581106"/>
                  <a:pt x="1117685" y="550964"/>
                  <a:pt x="1128289" y="520161"/>
                </a:cubicBezTo>
                <a:cubicBezTo>
                  <a:pt x="1139784" y="487049"/>
                  <a:pt x="1152768" y="453860"/>
                  <a:pt x="1167242" y="420595"/>
                </a:cubicBezTo>
                <a:cubicBezTo>
                  <a:pt x="1181715" y="387329"/>
                  <a:pt x="1196424" y="358065"/>
                  <a:pt x="1211368" y="332803"/>
                </a:cubicBezTo>
                <a:cubicBezTo>
                  <a:pt x="1226311" y="307540"/>
                  <a:pt x="1240236" y="290356"/>
                  <a:pt x="1253142" y="281252"/>
                </a:cubicBezTo>
                <a:cubicBezTo>
                  <a:pt x="1259534" y="277325"/>
                  <a:pt x="1264991" y="275703"/>
                  <a:pt x="1269515" y="276385"/>
                </a:cubicBezTo>
                <a:cubicBezTo>
                  <a:pt x="1274039" y="277067"/>
                  <a:pt x="1277374" y="278339"/>
                  <a:pt x="1279519" y="280201"/>
                </a:cubicBezTo>
                <a:cubicBezTo>
                  <a:pt x="1286887" y="285344"/>
                  <a:pt x="1290571" y="295055"/>
                  <a:pt x="1290571" y="309334"/>
                </a:cubicBezTo>
                <a:cubicBezTo>
                  <a:pt x="1290571" y="323613"/>
                  <a:pt x="1286887" y="343124"/>
                  <a:pt x="1279519" y="367867"/>
                </a:cubicBezTo>
                <a:cubicBezTo>
                  <a:pt x="1266285" y="408783"/>
                  <a:pt x="1245498" y="458887"/>
                  <a:pt x="1217158" y="518179"/>
                </a:cubicBezTo>
                <a:cubicBezTo>
                  <a:pt x="1188818" y="577470"/>
                  <a:pt x="1156374" y="638414"/>
                  <a:pt x="1119824" y="701011"/>
                </a:cubicBezTo>
                <a:cubicBezTo>
                  <a:pt x="1116077" y="707885"/>
                  <a:pt x="1112197" y="714495"/>
                  <a:pt x="1108185" y="720841"/>
                </a:cubicBezTo>
                <a:cubicBezTo>
                  <a:pt x="1104173" y="727186"/>
                  <a:pt x="1100294" y="733267"/>
                  <a:pt x="1096546" y="739084"/>
                </a:cubicBezTo>
                <a:lnTo>
                  <a:pt x="1094430" y="762214"/>
                </a:lnTo>
                <a:cubicBezTo>
                  <a:pt x="1093599" y="782826"/>
                  <a:pt x="1094482" y="804561"/>
                  <a:pt x="1097081" y="827421"/>
                </a:cubicBezTo>
                <a:cubicBezTo>
                  <a:pt x="1099679" y="850281"/>
                  <a:pt x="1102675" y="868049"/>
                  <a:pt x="1106069" y="880725"/>
                </a:cubicBezTo>
                <a:cubicBezTo>
                  <a:pt x="1114983" y="910217"/>
                  <a:pt x="1127971" y="924584"/>
                  <a:pt x="1145034" y="923827"/>
                </a:cubicBezTo>
                <a:cubicBezTo>
                  <a:pt x="1162096" y="923070"/>
                  <a:pt x="1180535" y="914057"/>
                  <a:pt x="1200351" y="896788"/>
                </a:cubicBezTo>
                <a:cubicBezTo>
                  <a:pt x="1220167" y="879519"/>
                  <a:pt x="1238663" y="860862"/>
                  <a:pt x="1255839" y="840819"/>
                </a:cubicBezTo>
                <a:cubicBezTo>
                  <a:pt x="1268720" y="825786"/>
                  <a:pt x="1279342" y="813837"/>
                  <a:pt x="1287704" y="804971"/>
                </a:cubicBezTo>
                <a:lnTo>
                  <a:pt x="1289969" y="802637"/>
                </a:lnTo>
                <a:lnTo>
                  <a:pt x="1302005" y="775032"/>
                </a:lnTo>
                <a:cubicBezTo>
                  <a:pt x="1305687" y="769283"/>
                  <a:pt x="1309171" y="764922"/>
                  <a:pt x="1312457" y="761948"/>
                </a:cubicBezTo>
                <a:cubicBezTo>
                  <a:pt x="1315742" y="758975"/>
                  <a:pt x="1318962" y="756992"/>
                  <a:pt x="1322115" y="756001"/>
                </a:cubicBezTo>
                <a:cubicBezTo>
                  <a:pt x="1325357" y="755561"/>
                  <a:pt x="1328135" y="756177"/>
                  <a:pt x="1330450" y="757851"/>
                </a:cubicBezTo>
                <a:cubicBezTo>
                  <a:pt x="1332766" y="759526"/>
                  <a:pt x="1334221" y="761728"/>
                  <a:pt x="1334816" y="764459"/>
                </a:cubicBezTo>
                <a:cubicBezTo>
                  <a:pt x="1335301" y="767169"/>
                  <a:pt x="1334860" y="769680"/>
                  <a:pt x="1333493" y="771993"/>
                </a:cubicBezTo>
                <a:cubicBezTo>
                  <a:pt x="1332126" y="774305"/>
                  <a:pt x="1330098" y="776023"/>
                  <a:pt x="1327407" y="777147"/>
                </a:cubicBezTo>
                <a:cubicBezTo>
                  <a:pt x="1325114" y="778292"/>
                  <a:pt x="1321762" y="783138"/>
                  <a:pt x="1317352" y="791684"/>
                </a:cubicBezTo>
                <a:lnTo>
                  <a:pt x="1313110" y="801429"/>
                </a:lnTo>
                <a:lnTo>
                  <a:pt x="1313815" y="802688"/>
                </a:lnTo>
                <a:cubicBezTo>
                  <a:pt x="1314123" y="805421"/>
                  <a:pt x="1313242" y="808155"/>
                  <a:pt x="1311172" y="810888"/>
                </a:cubicBezTo>
                <a:cubicBezTo>
                  <a:pt x="1311099" y="811147"/>
                  <a:pt x="1310735" y="811724"/>
                  <a:pt x="1310077" y="812620"/>
                </a:cubicBezTo>
                <a:lnTo>
                  <a:pt x="1307922" y="815373"/>
                </a:lnTo>
                <a:lnTo>
                  <a:pt x="1304122" y="826839"/>
                </a:lnTo>
                <a:cubicBezTo>
                  <a:pt x="1299389" y="841861"/>
                  <a:pt x="1296440" y="855958"/>
                  <a:pt x="1295274" y="869130"/>
                </a:cubicBezTo>
                <a:cubicBezTo>
                  <a:pt x="1294108" y="882302"/>
                  <a:pt x="1294588" y="893227"/>
                  <a:pt x="1296713" y="901905"/>
                </a:cubicBezTo>
                <a:cubicBezTo>
                  <a:pt x="1298785" y="908711"/>
                  <a:pt x="1301784" y="913601"/>
                  <a:pt x="1305709" y="916575"/>
                </a:cubicBezTo>
                <a:cubicBezTo>
                  <a:pt x="1309634" y="919548"/>
                  <a:pt x="1314750" y="921002"/>
                  <a:pt x="1321057" y="920936"/>
                </a:cubicBezTo>
                <a:cubicBezTo>
                  <a:pt x="1321409" y="921465"/>
                  <a:pt x="1323879" y="920143"/>
                  <a:pt x="1328466" y="916971"/>
                </a:cubicBezTo>
                <a:cubicBezTo>
                  <a:pt x="1333052" y="913800"/>
                  <a:pt x="1340814" y="905606"/>
                  <a:pt x="1351751" y="892390"/>
                </a:cubicBezTo>
                <a:cubicBezTo>
                  <a:pt x="1359182" y="882742"/>
                  <a:pt x="1366812" y="872169"/>
                  <a:pt x="1374640" y="860671"/>
                </a:cubicBezTo>
                <a:cubicBezTo>
                  <a:pt x="1382468" y="849174"/>
                  <a:pt x="1390362" y="837544"/>
                  <a:pt x="1398323" y="825781"/>
                </a:cubicBezTo>
                <a:lnTo>
                  <a:pt x="1432072" y="778204"/>
                </a:lnTo>
                <a:cubicBezTo>
                  <a:pt x="1437281" y="771045"/>
                  <a:pt x="1442431" y="765274"/>
                  <a:pt x="1447520" y="760891"/>
                </a:cubicBezTo>
                <a:cubicBezTo>
                  <a:pt x="1452610" y="756508"/>
                  <a:pt x="1458031" y="755230"/>
                  <a:pt x="1463786" y="757059"/>
                </a:cubicBezTo>
                <a:cubicBezTo>
                  <a:pt x="1469738" y="759658"/>
                  <a:pt x="1472648" y="764239"/>
                  <a:pt x="1472516" y="770803"/>
                </a:cubicBezTo>
                <a:cubicBezTo>
                  <a:pt x="1472384" y="777367"/>
                  <a:pt x="1471590" y="783006"/>
                  <a:pt x="1470135" y="787719"/>
                </a:cubicBezTo>
                <a:cubicBezTo>
                  <a:pt x="1468989" y="793050"/>
                  <a:pt x="1467313" y="799041"/>
                  <a:pt x="1465109" y="805693"/>
                </a:cubicBezTo>
                <a:cubicBezTo>
                  <a:pt x="1462904" y="812345"/>
                  <a:pt x="1460700" y="819394"/>
                  <a:pt x="1458495" y="826839"/>
                </a:cubicBezTo>
                <a:cubicBezTo>
                  <a:pt x="1454725" y="836993"/>
                  <a:pt x="1451154" y="847345"/>
                  <a:pt x="1447781" y="857896"/>
                </a:cubicBezTo>
                <a:cubicBezTo>
                  <a:pt x="1444408" y="868447"/>
                  <a:pt x="1441630" y="878535"/>
                  <a:pt x="1439448" y="888161"/>
                </a:cubicBezTo>
                <a:cubicBezTo>
                  <a:pt x="1438392" y="892433"/>
                  <a:pt x="1437339" y="898951"/>
                  <a:pt x="1436288" y="907715"/>
                </a:cubicBezTo>
                <a:cubicBezTo>
                  <a:pt x="1435237" y="916479"/>
                  <a:pt x="1437348" y="920886"/>
                  <a:pt x="1442622" y="920936"/>
                </a:cubicBezTo>
                <a:cubicBezTo>
                  <a:pt x="1454373" y="917764"/>
                  <a:pt x="1468173" y="910628"/>
                  <a:pt x="1484024" y="899526"/>
                </a:cubicBezTo>
                <a:cubicBezTo>
                  <a:pt x="1499875" y="888425"/>
                  <a:pt x="1517114" y="873359"/>
                  <a:pt x="1535743" y="854328"/>
                </a:cubicBezTo>
                <a:cubicBezTo>
                  <a:pt x="1550867" y="839526"/>
                  <a:pt x="1563212" y="826574"/>
                  <a:pt x="1572780" y="815473"/>
                </a:cubicBezTo>
                <a:cubicBezTo>
                  <a:pt x="1582348" y="804372"/>
                  <a:pt x="1587287" y="798292"/>
                  <a:pt x="1587595" y="797235"/>
                </a:cubicBezTo>
                <a:lnTo>
                  <a:pt x="1589813" y="796055"/>
                </a:lnTo>
                <a:lnTo>
                  <a:pt x="1592149" y="780227"/>
                </a:lnTo>
                <a:cubicBezTo>
                  <a:pt x="1594383" y="767625"/>
                  <a:pt x="1597078" y="754429"/>
                  <a:pt x="1600235" y="740638"/>
                </a:cubicBezTo>
                <a:cubicBezTo>
                  <a:pt x="1606548" y="713055"/>
                  <a:pt x="1614729" y="683622"/>
                  <a:pt x="1624776" y="652339"/>
                </a:cubicBezTo>
                <a:cubicBezTo>
                  <a:pt x="1643730" y="593143"/>
                  <a:pt x="1666388" y="534145"/>
                  <a:pt x="1692748" y="475345"/>
                </a:cubicBezTo>
                <a:cubicBezTo>
                  <a:pt x="1719108" y="416545"/>
                  <a:pt x="1746526" y="364157"/>
                  <a:pt x="1775003" y="318179"/>
                </a:cubicBezTo>
                <a:cubicBezTo>
                  <a:pt x="1785607" y="300709"/>
                  <a:pt x="1795872" y="285155"/>
                  <a:pt x="1805798" y="271518"/>
                </a:cubicBezTo>
                <a:cubicBezTo>
                  <a:pt x="1815724" y="257881"/>
                  <a:pt x="1825162" y="246293"/>
                  <a:pt x="1834111" y="236754"/>
                </a:cubicBezTo>
                <a:cubicBezTo>
                  <a:pt x="1844679" y="225180"/>
                  <a:pt x="1854520" y="216707"/>
                  <a:pt x="1863634" y="211335"/>
                </a:cubicBezTo>
                <a:cubicBezTo>
                  <a:pt x="1872749" y="205962"/>
                  <a:pt x="1881268" y="203552"/>
                  <a:pt x="1889192" y="204104"/>
                </a:cubicBezTo>
                <a:close/>
                <a:moveTo>
                  <a:pt x="904981" y="204104"/>
                </a:moveTo>
                <a:cubicBezTo>
                  <a:pt x="910890" y="204191"/>
                  <a:pt x="916258" y="205855"/>
                  <a:pt x="921083" y="209094"/>
                </a:cubicBezTo>
                <a:cubicBezTo>
                  <a:pt x="925908" y="212334"/>
                  <a:pt x="929676" y="216624"/>
                  <a:pt x="932389" y="221965"/>
                </a:cubicBezTo>
                <a:cubicBezTo>
                  <a:pt x="936648" y="231408"/>
                  <a:pt x="938141" y="244490"/>
                  <a:pt x="936869" y="261210"/>
                </a:cubicBezTo>
                <a:cubicBezTo>
                  <a:pt x="935597" y="277931"/>
                  <a:pt x="931302" y="298684"/>
                  <a:pt x="923983" y="323470"/>
                </a:cubicBezTo>
                <a:cubicBezTo>
                  <a:pt x="918123" y="344158"/>
                  <a:pt x="910329" y="367028"/>
                  <a:pt x="900600" y="392078"/>
                </a:cubicBezTo>
                <a:cubicBezTo>
                  <a:pt x="890871" y="417128"/>
                  <a:pt x="879614" y="443963"/>
                  <a:pt x="866829" y="472583"/>
                </a:cubicBezTo>
                <a:cubicBezTo>
                  <a:pt x="842886" y="526781"/>
                  <a:pt x="817394" y="578336"/>
                  <a:pt x="790353" y="627247"/>
                </a:cubicBezTo>
                <a:cubicBezTo>
                  <a:pt x="763313" y="676158"/>
                  <a:pt x="739107" y="714493"/>
                  <a:pt x="717736" y="742254"/>
                </a:cubicBezTo>
                <a:cubicBezTo>
                  <a:pt x="708363" y="755318"/>
                  <a:pt x="700288" y="764493"/>
                  <a:pt x="693513" y="769780"/>
                </a:cubicBezTo>
                <a:cubicBezTo>
                  <a:pt x="686737" y="775066"/>
                  <a:pt x="680743" y="777125"/>
                  <a:pt x="675532" y="775957"/>
                </a:cubicBezTo>
                <a:cubicBezTo>
                  <a:pt x="667540" y="808424"/>
                  <a:pt x="660476" y="839237"/>
                  <a:pt x="654339" y="868397"/>
                </a:cubicBezTo>
                <a:cubicBezTo>
                  <a:pt x="648202" y="897557"/>
                  <a:pt x="643257" y="923874"/>
                  <a:pt x="639504" y="947348"/>
                </a:cubicBezTo>
                <a:lnTo>
                  <a:pt x="634222" y="982232"/>
                </a:lnTo>
                <a:cubicBezTo>
                  <a:pt x="637945" y="969462"/>
                  <a:pt x="642400" y="955893"/>
                  <a:pt x="647586" y="941525"/>
                </a:cubicBezTo>
                <a:cubicBezTo>
                  <a:pt x="652772" y="927158"/>
                  <a:pt x="658555" y="912524"/>
                  <a:pt x="664935" y="897623"/>
                </a:cubicBezTo>
                <a:cubicBezTo>
                  <a:pt x="673964" y="875428"/>
                  <a:pt x="683441" y="855812"/>
                  <a:pt x="693366" y="838774"/>
                </a:cubicBezTo>
                <a:cubicBezTo>
                  <a:pt x="703291" y="821736"/>
                  <a:pt x="713531" y="807145"/>
                  <a:pt x="724087" y="795000"/>
                </a:cubicBezTo>
                <a:cubicBezTo>
                  <a:pt x="737384" y="779220"/>
                  <a:pt x="751276" y="768058"/>
                  <a:pt x="765763" y="761517"/>
                </a:cubicBezTo>
                <a:cubicBezTo>
                  <a:pt x="780250" y="754975"/>
                  <a:pt x="794936" y="752784"/>
                  <a:pt x="809821" y="754944"/>
                </a:cubicBezTo>
                <a:cubicBezTo>
                  <a:pt x="818661" y="756321"/>
                  <a:pt x="827422" y="759608"/>
                  <a:pt x="836104" y="764806"/>
                </a:cubicBezTo>
                <a:cubicBezTo>
                  <a:pt x="844786" y="770003"/>
                  <a:pt x="851153" y="778305"/>
                  <a:pt x="855205" y="789711"/>
                </a:cubicBezTo>
                <a:cubicBezTo>
                  <a:pt x="860672" y="805985"/>
                  <a:pt x="860211" y="824101"/>
                  <a:pt x="853822" y="844059"/>
                </a:cubicBezTo>
                <a:cubicBezTo>
                  <a:pt x="847433" y="864017"/>
                  <a:pt x="838282" y="883387"/>
                  <a:pt x="826367" y="902169"/>
                </a:cubicBezTo>
                <a:cubicBezTo>
                  <a:pt x="814452" y="920951"/>
                  <a:pt x="802939" y="936716"/>
                  <a:pt x="791827" y="949464"/>
                </a:cubicBezTo>
                <a:cubicBezTo>
                  <a:pt x="782323" y="960588"/>
                  <a:pt x="770636" y="971893"/>
                  <a:pt x="756766" y="983377"/>
                </a:cubicBezTo>
                <a:cubicBezTo>
                  <a:pt x="742896" y="994861"/>
                  <a:pt x="729886" y="1000083"/>
                  <a:pt x="717736" y="999042"/>
                </a:cubicBezTo>
                <a:cubicBezTo>
                  <a:pt x="713727" y="998715"/>
                  <a:pt x="709391" y="996743"/>
                  <a:pt x="704728" y="993129"/>
                </a:cubicBezTo>
                <a:cubicBezTo>
                  <a:pt x="700065" y="989514"/>
                  <a:pt x="697044" y="983070"/>
                  <a:pt x="695665" y="973797"/>
                </a:cubicBezTo>
                <a:cubicBezTo>
                  <a:pt x="694073" y="961079"/>
                  <a:pt x="695644" y="947370"/>
                  <a:pt x="700379" y="932669"/>
                </a:cubicBezTo>
                <a:cubicBezTo>
                  <a:pt x="705114" y="917967"/>
                  <a:pt x="709846" y="905580"/>
                  <a:pt x="714577" y="895507"/>
                </a:cubicBezTo>
                <a:cubicBezTo>
                  <a:pt x="716620" y="891364"/>
                  <a:pt x="721511" y="882459"/>
                  <a:pt x="729249" y="868794"/>
                </a:cubicBezTo>
                <a:cubicBezTo>
                  <a:pt x="736987" y="855128"/>
                  <a:pt x="744792" y="845695"/>
                  <a:pt x="752665" y="840493"/>
                </a:cubicBezTo>
                <a:cubicBezTo>
                  <a:pt x="755399" y="838950"/>
                  <a:pt x="758134" y="838598"/>
                  <a:pt x="760868" y="839435"/>
                </a:cubicBezTo>
                <a:cubicBezTo>
                  <a:pt x="763602" y="840273"/>
                  <a:pt x="765807" y="842036"/>
                  <a:pt x="767483" y="844725"/>
                </a:cubicBezTo>
                <a:cubicBezTo>
                  <a:pt x="768519" y="847480"/>
                  <a:pt x="768564" y="850169"/>
                  <a:pt x="767615" y="852792"/>
                </a:cubicBezTo>
                <a:cubicBezTo>
                  <a:pt x="766667" y="855415"/>
                  <a:pt x="764859" y="857310"/>
                  <a:pt x="762191" y="858479"/>
                </a:cubicBezTo>
                <a:cubicBezTo>
                  <a:pt x="760361" y="860176"/>
                  <a:pt x="756612" y="865245"/>
                  <a:pt x="750945" y="873687"/>
                </a:cubicBezTo>
                <a:cubicBezTo>
                  <a:pt x="745278" y="882129"/>
                  <a:pt x="739148" y="893281"/>
                  <a:pt x="732555" y="907145"/>
                </a:cubicBezTo>
                <a:cubicBezTo>
                  <a:pt x="726139" y="921075"/>
                  <a:pt x="721512" y="933683"/>
                  <a:pt x="718671" y="944968"/>
                </a:cubicBezTo>
                <a:cubicBezTo>
                  <a:pt x="715831" y="956252"/>
                  <a:pt x="715167" y="965157"/>
                  <a:pt x="716678" y="971681"/>
                </a:cubicBezTo>
                <a:cubicBezTo>
                  <a:pt x="717229" y="974260"/>
                  <a:pt x="717979" y="975979"/>
                  <a:pt x="718927" y="976839"/>
                </a:cubicBezTo>
                <a:cubicBezTo>
                  <a:pt x="719875" y="977698"/>
                  <a:pt x="720890" y="978095"/>
                  <a:pt x="721970" y="978029"/>
                </a:cubicBezTo>
                <a:cubicBezTo>
                  <a:pt x="724219" y="978908"/>
                  <a:pt x="730041" y="976350"/>
                  <a:pt x="739434" y="970356"/>
                </a:cubicBezTo>
                <a:cubicBezTo>
                  <a:pt x="748828" y="964362"/>
                  <a:pt x="761000" y="952814"/>
                  <a:pt x="775951" y="935710"/>
                </a:cubicBezTo>
                <a:cubicBezTo>
                  <a:pt x="786050" y="923918"/>
                  <a:pt x="795223" y="911531"/>
                  <a:pt x="803470" y="898549"/>
                </a:cubicBezTo>
                <a:cubicBezTo>
                  <a:pt x="811717" y="885567"/>
                  <a:pt x="818773" y="872915"/>
                  <a:pt x="824639" y="860595"/>
                </a:cubicBezTo>
                <a:cubicBezTo>
                  <a:pt x="830941" y="847238"/>
                  <a:pt x="834994" y="835071"/>
                  <a:pt x="836798" y="824095"/>
                </a:cubicBezTo>
                <a:cubicBezTo>
                  <a:pt x="838602" y="813118"/>
                  <a:pt x="838430" y="804125"/>
                  <a:pt x="836282" y="797116"/>
                </a:cubicBezTo>
                <a:cubicBezTo>
                  <a:pt x="834187" y="791342"/>
                  <a:pt x="830703" y="786757"/>
                  <a:pt x="825830" y="783363"/>
                </a:cubicBezTo>
                <a:cubicBezTo>
                  <a:pt x="820956" y="779969"/>
                  <a:pt x="814561" y="777500"/>
                  <a:pt x="806645" y="775957"/>
                </a:cubicBezTo>
                <a:cubicBezTo>
                  <a:pt x="792133" y="772267"/>
                  <a:pt x="774322" y="778883"/>
                  <a:pt x="753212" y="795805"/>
                </a:cubicBezTo>
                <a:cubicBezTo>
                  <a:pt x="732102" y="812727"/>
                  <a:pt x="709034" y="849488"/>
                  <a:pt x="684009" y="906087"/>
                </a:cubicBezTo>
                <a:cubicBezTo>
                  <a:pt x="669108" y="943660"/>
                  <a:pt x="657584" y="977176"/>
                  <a:pt x="649438" y="1006636"/>
                </a:cubicBezTo>
                <a:cubicBezTo>
                  <a:pt x="641292" y="1036096"/>
                  <a:pt x="636921" y="1051891"/>
                  <a:pt x="636325" y="1054021"/>
                </a:cubicBezTo>
                <a:cubicBezTo>
                  <a:pt x="636281" y="1056157"/>
                  <a:pt x="635580" y="1057963"/>
                  <a:pt x="634222" y="1059439"/>
                </a:cubicBezTo>
                <a:cubicBezTo>
                  <a:pt x="632863" y="1060915"/>
                  <a:pt x="631110" y="1061928"/>
                  <a:pt x="628963" y="1062479"/>
                </a:cubicBezTo>
                <a:lnTo>
                  <a:pt x="626859" y="1062479"/>
                </a:lnTo>
                <a:cubicBezTo>
                  <a:pt x="623529" y="1062655"/>
                  <a:pt x="620724" y="1061245"/>
                  <a:pt x="618445" y="1058250"/>
                </a:cubicBezTo>
                <a:cubicBezTo>
                  <a:pt x="615682" y="1057124"/>
                  <a:pt x="613311" y="1049331"/>
                  <a:pt x="611331" y="1034871"/>
                </a:cubicBezTo>
                <a:cubicBezTo>
                  <a:pt x="609352" y="1020411"/>
                  <a:pt x="611723" y="990179"/>
                  <a:pt x="618445" y="944174"/>
                </a:cubicBezTo>
                <a:cubicBezTo>
                  <a:pt x="622761" y="915870"/>
                  <a:pt x="628868" y="883873"/>
                  <a:pt x="636766" y="848183"/>
                </a:cubicBezTo>
                <a:cubicBezTo>
                  <a:pt x="644664" y="812492"/>
                  <a:pt x="653700" y="774715"/>
                  <a:pt x="663876" y="734851"/>
                </a:cubicBezTo>
                <a:cubicBezTo>
                  <a:pt x="676365" y="687908"/>
                  <a:pt x="690885" y="637852"/>
                  <a:pt x="707435" y="584681"/>
                </a:cubicBezTo>
                <a:cubicBezTo>
                  <a:pt x="723985" y="531511"/>
                  <a:pt x="741711" y="479809"/>
                  <a:pt x="760614" y="429576"/>
                </a:cubicBezTo>
                <a:cubicBezTo>
                  <a:pt x="779516" y="379343"/>
                  <a:pt x="798741" y="335162"/>
                  <a:pt x="818288" y="297032"/>
                </a:cubicBezTo>
                <a:cubicBezTo>
                  <a:pt x="834556" y="264871"/>
                  <a:pt x="849782" y="241187"/>
                  <a:pt x="863966" y="225980"/>
                </a:cubicBezTo>
                <a:cubicBezTo>
                  <a:pt x="878150" y="210774"/>
                  <a:pt x="891822" y="203481"/>
                  <a:pt x="904981" y="204104"/>
                </a:cubicBezTo>
                <a:close/>
                <a:moveTo>
                  <a:pt x="82982" y="164552"/>
                </a:moveTo>
                <a:lnTo>
                  <a:pt x="79547" y="171412"/>
                </a:lnTo>
                <a:cubicBezTo>
                  <a:pt x="62819" y="205526"/>
                  <a:pt x="50259" y="236589"/>
                  <a:pt x="41867" y="264599"/>
                </a:cubicBezTo>
                <a:cubicBezTo>
                  <a:pt x="33475" y="292610"/>
                  <a:pt x="30692" y="312513"/>
                  <a:pt x="33518" y="324307"/>
                </a:cubicBezTo>
                <a:cubicBezTo>
                  <a:pt x="33862" y="325994"/>
                  <a:pt x="34205" y="327252"/>
                  <a:pt x="34549" y="328081"/>
                </a:cubicBezTo>
                <a:cubicBezTo>
                  <a:pt x="34892" y="328910"/>
                  <a:pt x="35236" y="329482"/>
                  <a:pt x="35579" y="329797"/>
                </a:cubicBezTo>
                <a:cubicBezTo>
                  <a:pt x="39344" y="325665"/>
                  <a:pt x="43151" y="321920"/>
                  <a:pt x="47001" y="318560"/>
                </a:cubicBezTo>
                <a:cubicBezTo>
                  <a:pt x="50851" y="315201"/>
                  <a:pt x="54830" y="312315"/>
                  <a:pt x="58937" y="309900"/>
                </a:cubicBezTo>
                <a:cubicBezTo>
                  <a:pt x="61012" y="305442"/>
                  <a:pt x="63045" y="300204"/>
                  <a:pt x="65035" y="294187"/>
                </a:cubicBezTo>
                <a:cubicBezTo>
                  <a:pt x="67025" y="288170"/>
                  <a:pt x="68887" y="281545"/>
                  <a:pt x="70622" y="274313"/>
                </a:cubicBezTo>
                <a:cubicBezTo>
                  <a:pt x="74055" y="259407"/>
                  <a:pt x="76802" y="242571"/>
                  <a:pt x="78862" y="223806"/>
                </a:cubicBezTo>
                <a:cubicBezTo>
                  <a:pt x="80922" y="205041"/>
                  <a:pt x="82295" y="185289"/>
                  <a:pt x="82982" y="164552"/>
                </a:cubicBezTo>
                <a:close/>
                <a:moveTo>
                  <a:pt x="440572" y="155775"/>
                </a:moveTo>
                <a:cubicBezTo>
                  <a:pt x="446570" y="156358"/>
                  <a:pt x="452568" y="157689"/>
                  <a:pt x="458565" y="159766"/>
                </a:cubicBezTo>
                <a:cubicBezTo>
                  <a:pt x="460322" y="160518"/>
                  <a:pt x="461607" y="161739"/>
                  <a:pt x="462421" y="163429"/>
                </a:cubicBezTo>
                <a:cubicBezTo>
                  <a:pt x="463235" y="165119"/>
                  <a:pt x="463321" y="166851"/>
                  <a:pt x="462678" y="168626"/>
                </a:cubicBezTo>
                <a:cubicBezTo>
                  <a:pt x="461921" y="170381"/>
                  <a:pt x="460693" y="171666"/>
                  <a:pt x="458994" y="172479"/>
                </a:cubicBezTo>
                <a:cubicBezTo>
                  <a:pt x="457294" y="173293"/>
                  <a:pt x="455552" y="173379"/>
                  <a:pt x="453767" y="172736"/>
                </a:cubicBezTo>
                <a:cubicBezTo>
                  <a:pt x="431875" y="165901"/>
                  <a:pt x="411525" y="169381"/>
                  <a:pt x="392717" y="183177"/>
                </a:cubicBezTo>
                <a:cubicBezTo>
                  <a:pt x="373909" y="196973"/>
                  <a:pt x="357415" y="214906"/>
                  <a:pt x="343234" y="236976"/>
                </a:cubicBezTo>
                <a:cubicBezTo>
                  <a:pt x="329053" y="259046"/>
                  <a:pt x="317957" y="279074"/>
                  <a:pt x="309946" y="297060"/>
                </a:cubicBezTo>
                <a:cubicBezTo>
                  <a:pt x="301934" y="315046"/>
                  <a:pt x="297779" y="324811"/>
                  <a:pt x="297479" y="326355"/>
                </a:cubicBezTo>
                <a:cubicBezTo>
                  <a:pt x="297093" y="327755"/>
                  <a:pt x="296322" y="328898"/>
                  <a:pt x="295165" y="329784"/>
                </a:cubicBezTo>
                <a:cubicBezTo>
                  <a:pt x="294008" y="330670"/>
                  <a:pt x="292723" y="331127"/>
                  <a:pt x="291309" y="331156"/>
                </a:cubicBezTo>
                <a:cubicBezTo>
                  <a:pt x="290624" y="331270"/>
                  <a:pt x="289938" y="331042"/>
                  <a:pt x="289253" y="330470"/>
                </a:cubicBezTo>
                <a:cubicBezTo>
                  <a:pt x="287511" y="330041"/>
                  <a:pt x="286197" y="329013"/>
                  <a:pt x="285311" y="327384"/>
                </a:cubicBezTo>
                <a:cubicBezTo>
                  <a:pt x="284426" y="325755"/>
                  <a:pt x="284140" y="324041"/>
                  <a:pt x="284455" y="322240"/>
                </a:cubicBezTo>
                <a:lnTo>
                  <a:pt x="326269" y="164537"/>
                </a:lnTo>
                <a:cubicBezTo>
                  <a:pt x="326697" y="162762"/>
                  <a:pt x="327725" y="161370"/>
                  <a:pt x="329353" y="160362"/>
                </a:cubicBezTo>
                <a:cubicBezTo>
                  <a:pt x="330981" y="159354"/>
                  <a:pt x="332695" y="159155"/>
                  <a:pt x="334494" y="159766"/>
                </a:cubicBezTo>
                <a:cubicBezTo>
                  <a:pt x="336279" y="160192"/>
                  <a:pt x="337679" y="161214"/>
                  <a:pt x="338693" y="162833"/>
                </a:cubicBezTo>
                <a:cubicBezTo>
                  <a:pt x="339707" y="164451"/>
                  <a:pt x="339907" y="166155"/>
                  <a:pt x="339293" y="167944"/>
                </a:cubicBezTo>
                <a:lnTo>
                  <a:pt x="316672" y="254346"/>
                </a:lnTo>
                <a:cubicBezTo>
                  <a:pt x="319085" y="249917"/>
                  <a:pt x="321627" y="245574"/>
                  <a:pt x="324298" y="241316"/>
                </a:cubicBezTo>
                <a:cubicBezTo>
                  <a:pt x="326968" y="237058"/>
                  <a:pt x="329682" y="232715"/>
                  <a:pt x="332438" y="228286"/>
                </a:cubicBezTo>
                <a:cubicBezTo>
                  <a:pt x="350146" y="202225"/>
                  <a:pt x="368197" y="183023"/>
                  <a:pt x="386590" y="170679"/>
                </a:cubicBezTo>
                <a:cubicBezTo>
                  <a:pt x="404584" y="158991"/>
                  <a:pt x="422578" y="154023"/>
                  <a:pt x="440572" y="155775"/>
                </a:cubicBezTo>
                <a:close/>
                <a:moveTo>
                  <a:pt x="215726" y="13948"/>
                </a:moveTo>
                <a:cubicBezTo>
                  <a:pt x="213625" y="13830"/>
                  <a:pt x="211545" y="14016"/>
                  <a:pt x="209486" y="14506"/>
                </a:cubicBezTo>
                <a:cubicBezTo>
                  <a:pt x="201252" y="16469"/>
                  <a:pt x="195420" y="18692"/>
                  <a:pt x="191989" y="21176"/>
                </a:cubicBezTo>
                <a:cubicBezTo>
                  <a:pt x="183040" y="26349"/>
                  <a:pt x="173663" y="33838"/>
                  <a:pt x="163856" y="43642"/>
                </a:cubicBezTo>
                <a:cubicBezTo>
                  <a:pt x="154050" y="53447"/>
                  <a:pt x="143986" y="65395"/>
                  <a:pt x="133665" y="79487"/>
                </a:cubicBezTo>
                <a:cubicBezTo>
                  <a:pt x="127490" y="88076"/>
                  <a:pt x="121314" y="97309"/>
                  <a:pt x="115139" y="107184"/>
                </a:cubicBezTo>
                <a:cubicBezTo>
                  <a:pt x="108963" y="117060"/>
                  <a:pt x="102788" y="127493"/>
                  <a:pt x="96612" y="138483"/>
                </a:cubicBezTo>
                <a:lnTo>
                  <a:pt x="96612" y="146030"/>
                </a:lnTo>
                <a:cubicBezTo>
                  <a:pt x="96569" y="170654"/>
                  <a:pt x="95462" y="194293"/>
                  <a:pt x="93290" y="216946"/>
                </a:cubicBezTo>
                <a:cubicBezTo>
                  <a:pt x="91117" y="239598"/>
                  <a:pt x="88136" y="259636"/>
                  <a:pt x="84345" y="277057"/>
                </a:cubicBezTo>
                <a:cubicBezTo>
                  <a:pt x="83291" y="281531"/>
                  <a:pt x="82150" y="285789"/>
                  <a:pt x="80920" y="289831"/>
                </a:cubicBezTo>
                <a:cubicBezTo>
                  <a:pt x="79691" y="293873"/>
                  <a:pt x="78547" y="297609"/>
                  <a:pt x="77489" y="301041"/>
                </a:cubicBezTo>
                <a:cubicBezTo>
                  <a:pt x="81284" y="299678"/>
                  <a:pt x="85159" y="298655"/>
                  <a:pt x="89114" y="297974"/>
                </a:cubicBezTo>
                <a:cubicBezTo>
                  <a:pt x="93068" y="297292"/>
                  <a:pt x="96940" y="296952"/>
                  <a:pt x="100729" y="296952"/>
                </a:cubicBezTo>
                <a:cubicBezTo>
                  <a:pt x="102816" y="297023"/>
                  <a:pt x="104474" y="297732"/>
                  <a:pt x="105704" y="299081"/>
                </a:cubicBezTo>
                <a:cubicBezTo>
                  <a:pt x="106933" y="300430"/>
                  <a:pt x="107562" y="301992"/>
                  <a:pt x="107591" y="303767"/>
                </a:cubicBezTo>
                <a:cubicBezTo>
                  <a:pt x="107562" y="305840"/>
                  <a:pt x="106933" y="307487"/>
                  <a:pt x="105704" y="308708"/>
                </a:cubicBezTo>
                <a:cubicBezTo>
                  <a:pt x="104474" y="309929"/>
                  <a:pt x="102816" y="310553"/>
                  <a:pt x="100729" y="310582"/>
                </a:cubicBezTo>
                <a:cubicBezTo>
                  <a:pt x="94894" y="310610"/>
                  <a:pt x="89312" y="311411"/>
                  <a:pt x="83981" y="312984"/>
                </a:cubicBezTo>
                <a:cubicBezTo>
                  <a:pt x="78651" y="314557"/>
                  <a:pt x="73740" y="316730"/>
                  <a:pt x="69249" y="319503"/>
                </a:cubicBezTo>
                <a:cubicBezTo>
                  <a:pt x="65486" y="326723"/>
                  <a:pt x="61338" y="332356"/>
                  <a:pt x="56803" y="336401"/>
                </a:cubicBezTo>
                <a:cubicBezTo>
                  <a:pt x="52269" y="340447"/>
                  <a:pt x="47262" y="342820"/>
                  <a:pt x="41783" y="343521"/>
                </a:cubicBezTo>
                <a:lnTo>
                  <a:pt x="39723" y="346952"/>
                </a:lnTo>
                <a:cubicBezTo>
                  <a:pt x="31426" y="357474"/>
                  <a:pt x="25017" y="368853"/>
                  <a:pt x="20497" y="381091"/>
                </a:cubicBezTo>
                <a:cubicBezTo>
                  <a:pt x="15976" y="393328"/>
                  <a:pt x="13687" y="405051"/>
                  <a:pt x="13630" y="416259"/>
                </a:cubicBezTo>
                <a:cubicBezTo>
                  <a:pt x="13273" y="425008"/>
                  <a:pt x="15361" y="433242"/>
                  <a:pt x="19896" y="440962"/>
                </a:cubicBezTo>
                <a:cubicBezTo>
                  <a:pt x="24431" y="448682"/>
                  <a:pt x="33557" y="452799"/>
                  <a:pt x="47276" y="453314"/>
                </a:cubicBezTo>
                <a:cubicBezTo>
                  <a:pt x="62092" y="453271"/>
                  <a:pt x="77408" y="448553"/>
                  <a:pt x="93223" y="439161"/>
                </a:cubicBezTo>
                <a:cubicBezTo>
                  <a:pt x="109038" y="429768"/>
                  <a:pt x="125035" y="415959"/>
                  <a:pt x="141213" y="397731"/>
                </a:cubicBezTo>
                <a:cubicBezTo>
                  <a:pt x="156051" y="380760"/>
                  <a:pt x="170118" y="361007"/>
                  <a:pt x="183412" y="338473"/>
                </a:cubicBezTo>
                <a:cubicBezTo>
                  <a:pt x="196707" y="315939"/>
                  <a:pt x="208714" y="291579"/>
                  <a:pt x="219436" y="265395"/>
                </a:cubicBezTo>
                <a:cubicBezTo>
                  <a:pt x="230100" y="240156"/>
                  <a:pt x="238620" y="215174"/>
                  <a:pt x="244996" y="190449"/>
                </a:cubicBezTo>
                <a:cubicBezTo>
                  <a:pt x="251371" y="165724"/>
                  <a:pt x="255431" y="142457"/>
                  <a:pt x="257175" y="120647"/>
                </a:cubicBezTo>
                <a:cubicBezTo>
                  <a:pt x="259207" y="97594"/>
                  <a:pt x="258374" y="77843"/>
                  <a:pt x="254677" y="61393"/>
                </a:cubicBezTo>
                <a:cubicBezTo>
                  <a:pt x="250980" y="44943"/>
                  <a:pt x="244493" y="32223"/>
                  <a:pt x="235218" y="23234"/>
                </a:cubicBezTo>
                <a:cubicBezTo>
                  <a:pt x="228528" y="17398"/>
                  <a:pt x="222030" y="14303"/>
                  <a:pt x="215726" y="13948"/>
                </a:cubicBezTo>
                <a:close/>
                <a:moveTo>
                  <a:pt x="59636" y="0"/>
                </a:moveTo>
                <a:cubicBezTo>
                  <a:pt x="66145" y="-18"/>
                  <a:pt x="71837" y="3940"/>
                  <a:pt x="76710" y="11874"/>
                </a:cubicBezTo>
                <a:cubicBezTo>
                  <a:pt x="81584" y="19808"/>
                  <a:pt x="85719" y="31827"/>
                  <a:pt x="89115" y="47930"/>
                </a:cubicBezTo>
                <a:cubicBezTo>
                  <a:pt x="90805" y="56877"/>
                  <a:pt x="92196" y="66767"/>
                  <a:pt x="93290" y="77600"/>
                </a:cubicBezTo>
                <a:cubicBezTo>
                  <a:pt x="94383" y="88433"/>
                  <a:pt x="95263" y="100038"/>
                  <a:pt x="95930" y="112415"/>
                </a:cubicBezTo>
                <a:cubicBezTo>
                  <a:pt x="100388" y="104898"/>
                  <a:pt x="104847" y="97809"/>
                  <a:pt x="109307" y="91149"/>
                </a:cubicBezTo>
                <a:cubicBezTo>
                  <a:pt x="113766" y="84489"/>
                  <a:pt x="118226" y="78086"/>
                  <a:pt x="122686" y="71941"/>
                </a:cubicBezTo>
                <a:cubicBezTo>
                  <a:pt x="133694" y="56519"/>
                  <a:pt x="144444" y="43629"/>
                  <a:pt x="154936" y="33270"/>
                </a:cubicBezTo>
                <a:cubicBezTo>
                  <a:pt x="165429" y="22912"/>
                  <a:pt x="175493" y="15003"/>
                  <a:pt x="185128" y="9544"/>
                </a:cubicBezTo>
                <a:cubicBezTo>
                  <a:pt x="199823" y="1514"/>
                  <a:pt x="212117" y="-1389"/>
                  <a:pt x="222009" y="835"/>
                </a:cubicBezTo>
                <a:cubicBezTo>
                  <a:pt x="231901" y="3059"/>
                  <a:pt x="239735" y="7326"/>
                  <a:pt x="245510" y="13634"/>
                </a:cubicBezTo>
                <a:cubicBezTo>
                  <a:pt x="255801" y="24022"/>
                  <a:pt x="263097" y="38398"/>
                  <a:pt x="267397" y="56763"/>
                </a:cubicBezTo>
                <a:cubicBezTo>
                  <a:pt x="271698" y="75128"/>
                  <a:pt x="272834" y="96880"/>
                  <a:pt x="270805" y="122019"/>
                </a:cubicBezTo>
                <a:cubicBezTo>
                  <a:pt x="269047" y="144515"/>
                  <a:pt x="264891" y="168468"/>
                  <a:pt x="258338" y="193879"/>
                </a:cubicBezTo>
                <a:cubicBezTo>
                  <a:pt x="251785" y="219290"/>
                  <a:pt x="243163" y="244958"/>
                  <a:pt x="232473" y="270883"/>
                </a:cubicBezTo>
                <a:cubicBezTo>
                  <a:pt x="221380" y="297769"/>
                  <a:pt x="208915" y="322786"/>
                  <a:pt x="195077" y="345935"/>
                </a:cubicBezTo>
                <a:cubicBezTo>
                  <a:pt x="181239" y="369084"/>
                  <a:pt x="166715" y="389323"/>
                  <a:pt x="151505" y="406652"/>
                </a:cubicBezTo>
                <a:cubicBezTo>
                  <a:pt x="133955" y="426276"/>
                  <a:pt x="116415" y="441214"/>
                  <a:pt x="98885" y="451466"/>
                </a:cubicBezTo>
                <a:cubicBezTo>
                  <a:pt x="81355" y="461717"/>
                  <a:pt x="64152" y="466877"/>
                  <a:pt x="47276" y="466944"/>
                </a:cubicBezTo>
                <a:cubicBezTo>
                  <a:pt x="39665" y="466916"/>
                  <a:pt x="32742" y="465609"/>
                  <a:pt x="26507" y="463024"/>
                </a:cubicBezTo>
                <a:cubicBezTo>
                  <a:pt x="20273" y="460439"/>
                  <a:pt x="15071" y="456745"/>
                  <a:pt x="10904" y="451942"/>
                </a:cubicBezTo>
                <a:cubicBezTo>
                  <a:pt x="7468" y="447453"/>
                  <a:pt x="4799" y="442192"/>
                  <a:pt x="2896" y="436159"/>
                </a:cubicBezTo>
                <a:cubicBezTo>
                  <a:pt x="994" y="430126"/>
                  <a:pt x="28" y="423493"/>
                  <a:pt x="0" y="416259"/>
                </a:cubicBezTo>
                <a:cubicBezTo>
                  <a:pt x="68" y="404036"/>
                  <a:pt x="2487" y="391255"/>
                  <a:pt x="7257" y="377917"/>
                </a:cubicBezTo>
                <a:cubicBezTo>
                  <a:pt x="12026" y="364579"/>
                  <a:pt x="18735" y="351970"/>
                  <a:pt x="27385" y="340090"/>
                </a:cubicBezTo>
                <a:cubicBezTo>
                  <a:pt x="23864" y="338031"/>
                  <a:pt x="21365" y="333914"/>
                  <a:pt x="19888" y="327738"/>
                </a:cubicBezTo>
                <a:cubicBezTo>
                  <a:pt x="16326" y="314616"/>
                  <a:pt x="19279" y="292234"/>
                  <a:pt x="28748" y="260593"/>
                </a:cubicBezTo>
                <a:cubicBezTo>
                  <a:pt x="32909" y="246401"/>
                  <a:pt x="38279" y="231223"/>
                  <a:pt x="44859" y="215059"/>
                </a:cubicBezTo>
                <a:cubicBezTo>
                  <a:pt x="51438" y="198895"/>
                  <a:pt x="58879" y="182517"/>
                  <a:pt x="67181" y="165924"/>
                </a:cubicBezTo>
                <a:cubicBezTo>
                  <a:pt x="69600" y="160436"/>
                  <a:pt x="72148" y="155119"/>
                  <a:pt x="74824" y="149974"/>
                </a:cubicBezTo>
                <a:cubicBezTo>
                  <a:pt x="77500" y="144829"/>
                  <a:pt x="80220" y="139855"/>
                  <a:pt x="82982" y="135053"/>
                </a:cubicBezTo>
                <a:cubicBezTo>
                  <a:pt x="82624" y="118503"/>
                  <a:pt x="81794" y="103068"/>
                  <a:pt x="80493" y="88748"/>
                </a:cubicBezTo>
                <a:cubicBezTo>
                  <a:pt x="79191" y="74427"/>
                  <a:pt x="77503" y="61736"/>
                  <a:pt x="75429" y="50674"/>
                </a:cubicBezTo>
                <a:cubicBezTo>
                  <a:pt x="72196" y="35925"/>
                  <a:pt x="69048" y="25979"/>
                  <a:pt x="65987" y="20835"/>
                </a:cubicBezTo>
                <a:cubicBezTo>
                  <a:pt x="62926" y="15691"/>
                  <a:pt x="60809" y="13291"/>
                  <a:pt x="59636" y="13634"/>
                </a:cubicBezTo>
                <a:cubicBezTo>
                  <a:pt x="57547" y="13606"/>
                  <a:pt x="55888" y="12981"/>
                  <a:pt x="54657" y="11760"/>
                </a:cubicBezTo>
                <a:cubicBezTo>
                  <a:pt x="53427" y="10538"/>
                  <a:pt x="52798" y="8891"/>
                  <a:pt x="52769" y="6817"/>
                </a:cubicBezTo>
                <a:cubicBezTo>
                  <a:pt x="52798" y="5042"/>
                  <a:pt x="53427" y="3480"/>
                  <a:pt x="54657" y="2130"/>
                </a:cubicBezTo>
                <a:cubicBezTo>
                  <a:pt x="55888" y="781"/>
                  <a:pt x="57547" y="71"/>
                  <a:pt x="5963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ignatura Monoline Script" panose="02000506000000020004" pitchFamily="50" charset="0"/>
              <a:ea typeface="+mn-ea"/>
              <a:cs typeface="+mn-cs"/>
            </a:endParaRPr>
          </a:p>
        </p:txBody>
      </p:sp>
      <p:pic>
        <p:nvPicPr>
          <p:cNvPr id="44" name="Picture 43" descr="A person with a beard&#10;&#10;Description automatically generated">
            <a:extLst>
              <a:ext uri="{FF2B5EF4-FFF2-40B4-BE49-F238E27FC236}">
                <a16:creationId xmlns:a16="http://schemas.microsoft.com/office/drawing/2014/main" id="{28F17776-CEB7-C714-06A8-4C9F509E3D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3" r="2053"/>
          <a:stretch/>
        </p:blipFill>
        <p:spPr>
          <a:xfrm>
            <a:off x="-386326" y="2458316"/>
            <a:ext cx="5709847" cy="445707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2382973-3099-44B6-0449-A9C0E4A53266}"/>
              </a:ext>
            </a:extLst>
          </p:cNvPr>
          <p:cNvGrpSpPr/>
          <p:nvPr/>
        </p:nvGrpSpPr>
        <p:grpSpPr>
          <a:xfrm>
            <a:off x="446125" y="322548"/>
            <a:ext cx="1576934" cy="467540"/>
            <a:chOff x="467603" y="1872486"/>
            <a:chExt cx="11480919" cy="340393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313397F-43F4-2313-3720-E1FE44728E57}"/>
                </a:ext>
              </a:extLst>
            </p:cNvPr>
            <p:cNvGrpSpPr/>
            <p:nvPr/>
          </p:nvGrpSpPr>
          <p:grpSpPr>
            <a:xfrm rot="20219350">
              <a:off x="467603" y="1872486"/>
              <a:ext cx="4969439" cy="3403939"/>
              <a:chOff x="1091790" y="1470063"/>
              <a:chExt cx="6111406" cy="4186157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D608980F-5DA2-39AA-5781-69CCB90470A0}"/>
                  </a:ext>
                </a:extLst>
              </p:cNvPr>
              <p:cNvSpPr/>
              <p:nvPr/>
            </p:nvSpPr>
            <p:spPr>
              <a:xfrm>
                <a:off x="1091790" y="1470063"/>
                <a:ext cx="3231296" cy="3917871"/>
              </a:xfrm>
              <a:custGeom>
                <a:avLst/>
                <a:gdLst>
                  <a:gd name="connsiteX0" fmla="*/ 3231296 w 3231296"/>
                  <a:gd name="connsiteY0" fmla="*/ 0 h 3917871"/>
                  <a:gd name="connsiteX1" fmla="*/ 3231296 w 3231296"/>
                  <a:gd name="connsiteY1" fmla="*/ 3917871 h 3917871"/>
                  <a:gd name="connsiteX2" fmla="*/ 1753266 w 3231296"/>
                  <a:gd name="connsiteY2" fmla="*/ 3279476 h 3917871"/>
                  <a:gd name="connsiteX3" fmla="*/ 1753266 w 3231296"/>
                  <a:gd name="connsiteY3" fmla="*/ 2954984 h 3917871"/>
                  <a:gd name="connsiteX4" fmla="*/ 2328783 w 3231296"/>
                  <a:gd name="connsiteY4" fmla="*/ 2506385 h 3917871"/>
                  <a:gd name="connsiteX5" fmla="*/ 2549091 w 3231296"/>
                  <a:gd name="connsiteY5" fmla="*/ 1806895 h 3917871"/>
                  <a:gd name="connsiteX6" fmla="*/ 2126343 w 3231296"/>
                  <a:gd name="connsiteY6" fmla="*/ 1000993 h 3917871"/>
                  <a:gd name="connsiteX7" fmla="*/ 1334874 w 3231296"/>
                  <a:gd name="connsiteY7" fmla="*/ 1374217 h 3917871"/>
                  <a:gd name="connsiteX8" fmla="*/ 1885661 w 3231296"/>
                  <a:gd name="connsiteY8" fmla="*/ 1547156 h 3917871"/>
                  <a:gd name="connsiteX9" fmla="*/ 1925646 w 3231296"/>
                  <a:gd name="connsiteY9" fmla="*/ 1622532 h 3917871"/>
                  <a:gd name="connsiteX10" fmla="*/ 1850133 w 3231296"/>
                  <a:gd name="connsiteY10" fmla="*/ 1660636 h 3917871"/>
                  <a:gd name="connsiteX11" fmla="*/ 1296768 w 3231296"/>
                  <a:gd name="connsiteY11" fmla="*/ 1487696 h 3917871"/>
                  <a:gd name="connsiteX12" fmla="*/ 1261275 w 3231296"/>
                  <a:gd name="connsiteY12" fmla="*/ 1601178 h 3917871"/>
                  <a:gd name="connsiteX13" fmla="*/ 1814640 w 3231296"/>
                  <a:gd name="connsiteY13" fmla="*/ 1774118 h 3917871"/>
                  <a:gd name="connsiteX14" fmla="*/ 1854485 w 3231296"/>
                  <a:gd name="connsiteY14" fmla="*/ 1847719 h 3917871"/>
                  <a:gd name="connsiteX15" fmla="*/ 1778972 w 3231296"/>
                  <a:gd name="connsiteY15" fmla="*/ 1887564 h 3917871"/>
                  <a:gd name="connsiteX16" fmla="*/ 1225747 w 3231296"/>
                  <a:gd name="connsiteY16" fmla="*/ 1714660 h 3917871"/>
                  <a:gd name="connsiteX17" fmla="*/ 1190115 w 3231296"/>
                  <a:gd name="connsiteY17" fmla="*/ 1827306 h 3917871"/>
                  <a:gd name="connsiteX18" fmla="*/ 1743480 w 3231296"/>
                  <a:gd name="connsiteY18" fmla="*/ 2002022 h 3917871"/>
                  <a:gd name="connsiteX19" fmla="*/ 1781690 w 3231296"/>
                  <a:gd name="connsiteY19" fmla="*/ 2075481 h 3917871"/>
                  <a:gd name="connsiteX20" fmla="*/ 1707952 w 3231296"/>
                  <a:gd name="connsiteY20" fmla="*/ 2115469 h 3917871"/>
                  <a:gd name="connsiteX21" fmla="*/ 1155563 w 3231296"/>
                  <a:gd name="connsiteY21" fmla="*/ 1941588 h 3917871"/>
                  <a:gd name="connsiteX22" fmla="*/ 1120035 w 3231296"/>
                  <a:gd name="connsiteY22" fmla="*/ 2055070 h 3917871"/>
                  <a:gd name="connsiteX23" fmla="*/ 1673397 w 3231296"/>
                  <a:gd name="connsiteY23" fmla="*/ 2228010 h 3917871"/>
                  <a:gd name="connsiteX24" fmla="*/ 1711503 w 3231296"/>
                  <a:gd name="connsiteY24" fmla="*/ 2303386 h 3917871"/>
                  <a:gd name="connsiteX25" fmla="*/ 1637869 w 3231296"/>
                  <a:gd name="connsiteY25" fmla="*/ 2341492 h 3917871"/>
                  <a:gd name="connsiteX26" fmla="*/ 1086281 w 3231296"/>
                  <a:gd name="connsiteY26" fmla="*/ 2168692 h 3917871"/>
                  <a:gd name="connsiteX27" fmla="*/ 1494887 w 3231296"/>
                  <a:gd name="connsiteY27" fmla="*/ 2918655 h 3917871"/>
                  <a:gd name="connsiteX28" fmla="*/ 1494887 w 3231296"/>
                  <a:gd name="connsiteY28" fmla="*/ 2844220 h 3917871"/>
                  <a:gd name="connsiteX29" fmla="*/ 1392694 w 3231296"/>
                  <a:gd name="connsiteY29" fmla="*/ 2671277 h 3917871"/>
                  <a:gd name="connsiteX30" fmla="*/ 1590814 w 3231296"/>
                  <a:gd name="connsiteY30" fmla="*/ 2471833 h 3917871"/>
                  <a:gd name="connsiteX31" fmla="*/ 1608509 w 3231296"/>
                  <a:gd name="connsiteY31" fmla="*/ 2473610 h 3917871"/>
                  <a:gd name="connsiteX32" fmla="*/ 1593392 w 3231296"/>
                  <a:gd name="connsiteY32" fmla="*/ 2478103 h 3917871"/>
                  <a:gd name="connsiteX33" fmla="*/ 1586321 w 3231296"/>
                  <a:gd name="connsiteY33" fmla="*/ 2480681 h 3917871"/>
                  <a:gd name="connsiteX34" fmla="*/ 1584544 w 3231296"/>
                  <a:gd name="connsiteY34" fmla="*/ 2480681 h 3917871"/>
                  <a:gd name="connsiteX35" fmla="*/ 1566709 w 3231296"/>
                  <a:gd name="connsiteY35" fmla="*/ 2487751 h 3917871"/>
                  <a:gd name="connsiteX36" fmla="*/ 1546298 w 3231296"/>
                  <a:gd name="connsiteY36" fmla="*/ 2501091 h 3917871"/>
                  <a:gd name="connsiteX37" fmla="*/ 1543723 w 3231296"/>
                  <a:gd name="connsiteY37" fmla="*/ 2502833 h 3917871"/>
                  <a:gd name="connsiteX38" fmla="*/ 1539228 w 3231296"/>
                  <a:gd name="connsiteY38" fmla="*/ 2505584 h 3917871"/>
                  <a:gd name="connsiteX39" fmla="*/ 1528638 w 3231296"/>
                  <a:gd name="connsiteY39" fmla="*/ 2514396 h 3917871"/>
                  <a:gd name="connsiteX40" fmla="*/ 1526864 w 3231296"/>
                  <a:gd name="connsiteY40" fmla="*/ 2516173 h 3917871"/>
                  <a:gd name="connsiteX41" fmla="*/ 1524146 w 3231296"/>
                  <a:gd name="connsiteY41" fmla="*/ 2517950 h 3917871"/>
                  <a:gd name="connsiteX42" fmla="*/ 1524146 w 3231296"/>
                  <a:gd name="connsiteY42" fmla="*/ 2519725 h 3917871"/>
                  <a:gd name="connsiteX43" fmla="*/ 1521431 w 3231296"/>
                  <a:gd name="connsiteY43" fmla="*/ 2522303 h 3917871"/>
                  <a:gd name="connsiteX44" fmla="*/ 1519653 w 3231296"/>
                  <a:gd name="connsiteY44" fmla="*/ 2522303 h 3917871"/>
                  <a:gd name="connsiteX45" fmla="*/ 1517075 w 3231296"/>
                  <a:gd name="connsiteY45" fmla="*/ 2525021 h 3917871"/>
                  <a:gd name="connsiteX46" fmla="*/ 1514360 w 3231296"/>
                  <a:gd name="connsiteY46" fmla="*/ 2527739 h 3917871"/>
                  <a:gd name="connsiteX47" fmla="*/ 1511746 w 3231296"/>
                  <a:gd name="connsiteY47" fmla="*/ 2532091 h 3917871"/>
                  <a:gd name="connsiteX48" fmla="*/ 1509031 w 3231296"/>
                  <a:gd name="connsiteY48" fmla="*/ 2534809 h 3917871"/>
                  <a:gd name="connsiteX49" fmla="*/ 1506313 w 3231296"/>
                  <a:gd name="connsiteY49" fmla="*/ 2539162 h 3917871"/>
                  <a:gd name="connsiteX50" fmla="*/ 1501958 w 3231296"/>
                  <a:gd name="connsiteY50" fmla="*/ 2542714 h 3917871"/>
                  <a:gd name="connsiteX51" fmla="*/ 1499243 w 3231296"/>
                  <a:gd name="connsiteY51" fmla="*/ 2545432 h 3917871"/>
                  <a:gd name="connsiteX52" fmla="*/ 1499243 w 3231296"/>
                  <a:gd name="connsiteY52" fmla="*/ 2547209 h 3917871"/>
                  <a:gd name="connsiteX53" fmla="*/ 1497465 w 3231296"/>
                  <a:gd name="connsiteY53" fmla="*/ 2547209 h 3917871"/>
                  <a:gd name="connsiteX54" fmla="*/ 1495688 w 3231296"/>
                  <a:gd name="connsiteY54" fmla="*/ 2549787 h 3917871"/>
                  <a:gd name="connsiteX55" fmla="*/ 1489454 w 3231296"/>
                  <a:gd name="connsiteY55" fmla="*/ 2556057 h 3917871"/>
                  <a:gd name="connsiteX56" fmla="*/ 1489454 w 3231296"/>
                  <a:gd name="connsiteY56" fmla="*/ 2557831 h 3917871"/>
                  <a:gd name="connsiteX57" fmla="*/ 1487677 w 3231296"/>
                  <a:gd name="connsiteY57" fmla="*/ 2560549 h 3917871"/>
                  <a:gd name="connsiteX58" fmla="*/ 1485902 w 3231296"/>
                  <a:gd name="connsiteY58" fmla="*/ 2560549 h 3917871"/>
                  <a:gd name="connsiteX59" fmla="*/ 1485902 w 3231296"/>
                  <a:gd name="connsiteY59" fmla="*/ 2562326 h 3917871"/>
                  <a:gd name="connsiteX60" fmla="*/ 1484125 w 3231296"/>
                  <a:gd name="connsiteY60" fmla="*/ 2564902 h 3917871"/>
                  <a:gd name="connsiteX61" fmla="*/ 1481547 w 3231296"/>
                  <a:gd name="connsiteY61" fmla="*/ 2569397 h 3917871"/>
                  <a:gd name="connsiteX62" fmla="*/ 1479770 w 3231296"/>
                  <a:gd name="connsiteY62" fmla="*/ 2573749 h 3917871"/>
                  <a:gd name="connsiteX63" fmla="*/ 1477055 w 3231296"/>
                  <a:gd name="connsiteY63" fmla="*/ 2576467 h 3917871"/>
                  <a:gd name="connsiteX64" fmla="*/ 1477055 w 3231296"/>
                  <a:gd name="connsiteY64" fmla="*/ 2578244 h 3917871"/>
                  <a:gd name="connsiteX65" fmla="*/ 1475278 w 3231296"/>
                  <a:gd name="connsiteY65" fmla="*/ 2582701 h 3917871"/>
                  <a:gd name="connsiteX66" fmla="*/ 1473536 w 3231296"/>
                  <a:gd name="connsiteY66" fmla="*/ 2587057 h 3917871"/>
                  <a:gd name="connsiteX67" fmla="*/ 1470821 w 3231296"/>
                  <a:gd name="connsiteY67" fmla="*/ 2589807 h 3917871"/>
                  <a:gd name="connsiteX68" fmla="*/ 1470821 w 3231296"/>
                  <a:gd name="connsiteY68" fmla="*/ 2592385 h 3917871"/>
                  <a:gd name="connsiteX69" fmla="*/ 1469043 w 3231296"/>
                  <a:gd name="connsiteY69" fmla="*/ 2594163 h 3917871"/>
                  <a:gd name="connsiteX70" fmla="*/ 1469043 w 3231296"/>
                  <a:gd name="connsiteY70" fmla="*/ 2597679 h 3917871"/>
                  <a:gd name="connsiteX71" fmla="*/ 1467266 w 3231296"/>
                  <a:gd name="connsiteY71" fmla="*/ 2599456 h 3917871"/>
                  <a:gd name="connsiteX72" fmla="*/ 1467266 w 3231296"/>
                  <a:gd name="connsiteY72" fmla="*/ 2602174 h 3917871"/>
                  <a:gd name="connsiteX73" fmla="*/ 1465492 w 3231296"/>
                  <a:gd name="connsiteY73" fmla="*/ 2604749 h 3917871"/>
                  <a:gd name="connsiteX74" fmla="*/ 1465492 w 3231296"/>
                  <a:gd name="connsiteY74" fmla="*/ 2606527 h 3917871"/>
                  <a:gd name="connsiteX75" fmla="*/ 1463715 w 3231296"/>
                  <a:gd name="connsiteY75" fmla="*/ 2609244 h 3917871"/>
                  <a:gd name="connsiteX76" fmla="*/ 1461973 w 3231296"/>
                  <a:gd name="connsiteY76" fmla="*/ 2613737 h 3917871"/>
                  <a:gd name="connsiteX77" fmla="*/ 1461973 w 3231296"/>
                  <a:gd name="connsiteY77" fmla="*/ 2615514 h 3917871"/>
                  <a:gd name="connsiteX78" fmla="*/ 1460196 w 3231296"/>
                  <a:gd name="connsiteY78" fmla="*/ 2622585 h 3917871"/>
                  <a:gd name="connsiteX79" fmla="*/ 1460196 w 3231296"/>
                  <a:gd name="connsiteY79" fmla="*/ 2625163 h 3917871"/>
                  <a:gd name="connsiteX80" fmla="*/ 1458419 w 3231296"/>
                  <a:gd name="connsiteY80" fmla="*/ 2626937 h 3917871"/>
                  <a:gd name="connsiteX81" fmla="*/ 1458419 w 3231296"/>
                  <a:gd name="connsiteY81" fmla="*/ 2634008 h 3917871"/>
                  <a:gd name="connsiteX82" fmla="*/ 1456644 w 3231296"/>
                  <a:gd name="connsiteY82" fmla="*/ 2634008 h 3917871"/>
                  <a:gd name="connsiteX83" fmla="*/ 1456644 w 3231296"/>
                  <a:gd name="connsiteY83" fmla="*/ 2644773 h 3917871"/>
                  <a:gd name="connsiteX84" fmla="*/ 1454902 w 3231296"/>
                  <a:gd name="connsiteY84" fmla="*/ 2647351 h 3917871"/>
                  <a:gd name="connsiteX85" fmla="*/ 1454902 w 3231296"/>
                  <a:gd name="connsiteY85" fmla="*/ 2664207 h 3917871"/>
                  <a:gd name="connsiteX86" fmla="*/ 1556923 w 3231296"/>
                  <a:gd name="connsiteY86" fmla="*/ 2837146 h 3917871"/>
                  <a:gd name="connsiteX87" fmla="*/ 1556923 w 3231296"/>
                  <a:gd name="connsiteY87" fmla="*/ 3763600 h 3917871"/>
                  <a:gd name="connsiteX88" fmla="*/ 992969 w 3231296"/>
                  <a:gd name="connsiteY88" fmla="*/ 2954183 h 3917871"/>
                  <a:gd name="connsiteX89" fmla="*/ 0 w 3231296"/>
                  <a:gd name="connsiteY89" fmla="*/ 2524080 h 3917871"/>
                  <a:gd name="connsiteX90" fmla="*/ 0 w 3231296"/>
                  <a:gd name="connsiteY90" fmla="*/ 1393827 h 3917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</a:cxnLst>
                <a:rect l="l" t="t" r="r" b="b"/>
                <a:pathLst>
                  <a:path w="3231296" h="3917871">
                    <a:moveTo>
                      <a:pt x="3231296" y="0"/>
                    </a:moveTo>
                    <a:lnTo>
                      <a:pt x="3231296" y="3917871"/>
                    </a:lnTo>
                    <a:lnTo>
                      <a:pt x="1753266" y="3279476"/>
                    </a:lnTo>
                    <a:lnTo>
                      <a:pt x="1753266" y="2954984"/>
                    </a:lnTo>
                    <a:cubicBezTo>
                      <a:pt x="2011784" y="2939066"/>
                      <a:pt x="2247173" y="2766126"/>
                      <a:pt x="2328783" y="2506385"/>
                    </a:cubicBezTo>
                    <a:lnTo>
                      <a:pt x="2549091" y="1806895"/>
                    </a:lnTo>
                    <a:cubicBezTo>
                      <a:pt x="2653969" y="1469063"/>
                      <a:pt x="2464730" y="1105628"/>
                      <a:pt x="2126343" y="1000993"/>
                    </a:cubicBezTo>
                    <a:cubicBezTo>
                      <a:pt x="1803875" y="899110"/>
                      <a:pt x="1457478" y="1067521"/>
                      <a:pt x="1334874" y="1374217"/>
                    </a:cubicBezTo>
                    <a:lnTo>
                      <a:pt x="1885661" y="1547156"/>
                    </a:lnTo>
                    <a:cubicBezTo>
                      <a:pt x="1916661" y="1557779"/>
                      <a:pt x="1934493" y="1591497"/>
                      <a:pt x="1925646" y="1622532"/>
                    </a:cubicBezTo>
                    <a:cubicBezTo>
                      <a:pt x="1914919" y="1653565"/>
                      <a:pt x="1881166" y="1671225"/>
                      <a:pt x="1850133" y="1660636"/>
                    </a:cubicBezTo>
                    <a:lnTo>
                      <a:pt x="1296768" y="1487696"/>
                    </a:lnTo>
                    <a:lnTo>
                      <a:pt x="1261275" y="1601178"/>
                    </a:lnTo>
                    <a:lnTo>
                      <a:pt x="1814640" y="1774118"/>
                    </a:lnTo>
                    <a:cubicBezTo>
                      <a:pt x="1845640" y="1784707"/>
                      <a:pt x="1863473" y="1816683"/>
                      <a:pt x="1854485" y="1847719"/>
                    </a:cubicBezTo>
                    <a:cubicBezTo>
                      <a:pt x="1843863" y="1880493"/>
                      <a:pt x="1810145" y="1896412"/>
                      <a:pt x="1778972" y="1887564"/>
                    </a:cubicBezTo>
                    <a:lnTo>
                      <a:pt x="1225747" y="1714660"/>
                    </a:lnTo>
                    <a:lnTo>
                      <a:pt x="1190115" y="1827306"/>
                    </a:lnTo>
                    <a:lnTo>
                      <a:pt x="1743480" y="2002022"/>
                    </a:lnTo>
                    <a:cubicBezTo>
                      <a:pt x="1774617" y="2010834"/>
                      <a:pt x="1792312" y="2044448"/>
                      <a:pt x="1781690" y="2075481"/>
                    </a:cubicBezTo>
                    <a:cubicBezTo>
                      <a:pt x="1772842" y="2106517"/>
                      <a:pt x="1739125" y="2124316"/>
                      <a:pt x="1707952" y="2115469"/>
                    </a:cubicBezTo>
                    <a:lnTo>
                      <a:pt x="1155563" y="1941588"/>
                    </a:lnTo>
                    <a:lnTo>
                      <a:pt x="1120035" y="2055070"/>
                    </a:lnTo>
                    <a:lnTo>
                      <a:pt x="1673397" y="2228010"/>
                    </a:lnTo>
                    <a:cubicBezTo>
                      <a:pt x="1704433" y="2238635"/>
                      <a:pt x="1722233" y="2272350"/>
                      <a:pt x="1711503" y="2303386"/>
                    </a:cubicBezTo>
                    <a:cubicBezTo>
                      <a:pt x="1702656" y="2334421"/>
                      <a:pt x="1668905" y="2352081"/>
                      <a:pt x="1637869" y="2341492"/>
                    </a:cubicBezTo>
                    <a:lnTo>
                      <a:pt x="1086281" y="2168692"/>
                    </a:lnTo>
                    <a:cubicBezTo>
                      <a:pt x="1013379" y="2483396"/>
                      <a:pt x="1188337" y="2807888"/>
                      <a:pt x="1494887" y="2918655"/>
                    </a:cubicBezTo>
                    <a:lnTo>
                      <a:pt x="1494887" y="2844220"/>
                    </a:lnTo>
                    <a:cubicBezTo>
                      <a:pt x="1434492" y="2810466"/>
                      <a:pt x="1392694" y="2744912"/>
                      <a:pt x="1392694" y="2671277"/>
                    </a:cubicBezTo>
                    <a:cubicBezTo>
                      <a:pt x="1392694" y="2562326"/>
                      <a:pt x="1481547" y="2471833"/>
                      <a:pt x="1590814" y="2471833"/>
                    </a:cubicBezTo>
                    <a:cubicBezTo>
                      <a:pt x="1596944" y="2471833"/>
                      <a:pt x="1602237" y="2473610"/>
                      <a:pt x="1608509" y="2473610"/>
                    </a:cubicBezTo>
                    <a:cubicBezTo>
                      <a:pt x="1604014" y="2475349"/>
                      <a:pt x="1597884" y="2476325"/>
                      <a:pt x="1593392" y="2478103"/>
                    </a:cubicBezTo>
                    <a:cubicBezTo>
                      <a:pt x="1590814" y="2478103"/>
                      <a:pt x="1587122" y="2479844"/>
                      <a:pt x="1586321" y="2480681"/>
                    </a:cubicBezTo>
                    <a:lnTo>
                      <a:pt x="1584544" y="2480681"/>
                    </a:lnTo>
                    <a:cubicBezTo>
                      <a:pt x="1578274" y="2483396"/>
                      <a:pt x="1572981" y="2485173"/>
                      <a:pt x="1566709" y="2487751"/>
                    </a:cubicBezTo>
                    <a:cubicBezTo>
                      <a:pt x="1559641" y="2492244"/>
                      <a:pt x="1553404" y="2496599"/>
                      <a:pt x="1546298" y="2501091"/>
                    </a:cubicBezTo>
                    <a:lnTo>
                      <a:pt x="1543723" y="2502833"/>
                    </a:lnTo>
                    <a:lnTo>
                      <a:pt x="1539228" y="2505584"/>
                    </a:lnTo>
                    <a:cubicBezTo>
                      <a:pt x="1534735" y="2508162"/>
                      <a:pt x="1532157" y="2511681"/>
                      <a:pt x="1528638" y="2514396"/>
                    </a:cubicBezTo>
                    <a:lnTo>
                      <a:pt x="1526864" y="2516173"/>
                    </a:lnTo>
                    <a:lnTo>
                      <a:pt x="1524146" y="2517950"/>
                    </a:lnTo>
                    <a:lnTo>
                      <a:pt x="1524146" y="2519725"/>
                    </a:lnTo>
                    <a:lnTo>
                      <a:pt x="1521431" y="2522303"/>
                    </a:lnTo>
                    <a:lnTo>
                      <a:pt x="1519653" y="2522303"/>
                    </a:lnTo>
                    <a:lnTo>
                      <a:pt x="1517075" y="2525021"/>
                    </a:lnTo>
                    <a:lnTo>
                      <a:pt x="1514360" y="2527739"/>
                    </a:lnTo>
                    <a:lnTo>
                      <a:pt x="1511746" y="2532091"/>
                    </a:lnTo>
                    <a:lnTo>
                      <a:pt x="1509031" y="2534809"/>
                    </a:lnTo>
                    <a:lnTo>
                      <a:pt x="1506313" y="2539162"/>
                    </a:lnTo>
                    <a:lnTo>
                      <a:pt x="1501958" y="2542714"/>
                    </a:lnTo>
                    <a:lnTo>
                      <a:pt x="1499243" y="2545432"/>
                    </a:lnTo>
                    <a:lnTo>
                      <a:pt x="1499243" y="2547209"/>
                    </a:lnTo>
                    <a:lnTo>
                      <a:pt x="1497465" y="2547209"/>
                    </a:lnTo>
                    <a:lnTo>
                      <a:pt x="1495688" y="2549787"/>
                    </a:lnTo>
                    <a:lnTo>
                      <a:pt x="1489454" y="2556057"/>
                    </a:lnTo>
                    <a:lnTo>
                      <a:pt x="1489454" y="2557831"/>
                    </a:lnTo>
                    <a:lnTo>
                      <a:pt x="1487677" y="2560549"/>
                    </a:lnTo>
                    <a:lnTo>
                      <a:pt x="1485902" y="2560549"/>
                    </a:lnTo>
                    <a:lnTo>
                      <a:pt x="1485902" y="2562326"/>
                    </a:lnTo>
                    <a:lnTo>
                      <a:pt x="1484125" y="2564902"/>
                    </a:lnTo>
                    <a:lnTo>
                      <a:pt x="1481547" y="2569397"/>
                    </a:lnTo>
                    <a:lnTo>
                      <a:pt x="1479770" y="2573749"/>
                    </a:lnTo>
                    <a:lnTo>
                      <a:pt x="1477055" y="2576467"/>
                    </a:lnTo>
                    <a:lnTo>
                      <a:pt x="1477055" y="2578244"/>
                    </a:lnTo>
                    <a:lnTo>
                      <a:pt x="1475278" y="2582701"/>
                    </a:lnTo>
                    <a:lnTo>
                      <a:pt x="1473536" y="2587057"/>
                    </a:lnTo>
                    <a:lnTo>
                      <a:pt x="1470821" y="2589807"/>
                    </a:lnTo>
                    <a:lnTo>
                      <a:pt x="1470821" y="2592385"/>
                    </a:lnTo>
                    <a:lnTo>
                      <a:pt x="1469043" y="2594163"/>
                    </a:lnTo>
                    <a:lnTo>
                      <a:pt x="1469043" y="2597679"/>
                    </a:lnTo>
                    <a:lnTo>
                      <a:pt x="1467266" y="2599456"/>
                    </a:lnTo>
                    <a:lnTo>
                      <a:pt x="1467266" y="2602174"/>
                    </a:lnTo>
                    <a:lnTo>
                      <a:pt x="1465492" y="2604749"/>
                    </a:lnTo>
                    <a:lnTo>
                      <a:pt x="1465492" y="2606527"/>
                    </a:lnTo>
                    <a:lnTo>
                      <a:pt x="1463715" y="2609244"/>
                    </a:lnTo>
                    <a:lnTo>
                      <a:pt x="1461973" y="2613737"/>
                    </a:lnTo>
                    <a:lnTo>
                      <a:pt x="1461973" y="2615514"/>
                    </a:lnTo>
                    <a:cubicBezTo>
                      <a:pt x="1461973" y="2618089"/>
                      <a:pt x="1460196" y="2621644"/>
                      <a:pt x="1460196" y="2622585"/>
                    </a:cubicBezTo>
                    <a:lnTo>
                      <a:pt x="1460196" y="2625163"/>
                    </a:lnTo>
                    <a:lnTo>
                      <a:pt x="1458419" y="2626937"/>
                    </a:lnTo>
                    <a:lnTo>
                      <a:pt x="1458419" y="2634008"/>
                    </a:lnTo>
                    <a:lnTo>
                      <a:pt x="1456644" y="2634008"/>
                    </a:lnTo>
                    <a:lnTo>
                      <a:pt x="1456644" y="2644773"/>
                    </a:lnTo>
                    <a:lnTo>
                      <a:pt x="1454902" y="2647351"/>
                    </a:lnTo>
                    <a:lnTo>
                      <a:pt x="1454902" y="2664207"/>
                    </a:lnTo>
                    <a:cubicBezTo>
                      <a:pt x="1454902" y="2739583"/>
                      <a:pt x="1496665" y="2803396"/>
                      <a:pt x="1556923" y="2837146"/>
                    </a:cubicBezTo>
                    <a:lnTo>
                      <a:pt x="1556923" y="3763600"/>
                    </a:lnTo>
                    <a:lnTo>
                      <a:pt x="992969" y="2954183"/>
                    </a:lnTo>
                    <a:lnTo>
                      <a:pt x="0" y="2524080"/>
                    </a:lnTo>
                    <a:lnTo>
                      <a:pt x="0" y="1393827"/>
                    </a:lnTo>
                    <a:close/>
                  </a:path>
                </a:pathLst>
              </a:custGeom>
              <a:solidFill>
                <a:srgbClr val="3E4B6D"/>
              </a:solidFill>
              <a:ln w="97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FCE3E92-9742-C81A-F0D4-1691EC1CCDC1}"/>
                  </a:ext>
                </a:extLst>
              </p:cNvPr>
              <p:cNvSpPr txBox="1"/>
              <p:nvPr/>
            </p:nvSpPr>
            <p:spPr>
              <a:xfrm rot="1520721">
                <a:off x="3378064" y="2106818"/>
                <a:ext cx="3825132" cy="3549402"/>
              </a:xfrm>
              <a:custGeom>
                <a:avLst/>
                <a:gdLst/>
                <a:ahLst/>
                <a:cxnLst/>
                <a:rect l="l" t="t" r="r" b="b"/>
                <a:pathLst>
                  <a:path w="1620669" h="1503845">
                    <a:moveTo>
                      <a:pt x="0" y="0"/>
                    </a:moveTo>
                    <a:lnTo>
                      <a:pt x="501282" y="0"/>
                    </a:lnTo>
                    <a:lnTo>
                      <a:pt x="811397" y="1034425"/>
                    </a:lnTo>
                    <a:lnTo>
                      <a:pt x="1119388" y="0"/>
                    </a:lnTo>
                    <a:lnTo>
                      <a:pt x="1620669" y="0"/>
                    </a:lnTo>
                    <a:lnTo>
                      <a:pt x="1115140" y="1503845"/>
                    </a:lnTo>
                    <a:lnTo>
                      <a:pt x="505530" y="1503845"/>
                    </a:lnTo>
                    <a:close/>
                  </a:path>
                </a:pathLst>
              </a:custGeom>
              <a:solidFill>
                <a:srgbClr val="E3B43E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6700" dirty="0">
                  <a:solidFill>
                    <a:srgbClr val="E3B43E"/>
                  </a:solidFill>
                  <a:latin typeface="Poppins Black" panose="00000A00000000000000" pitchFamily="2" charset="0"/>
                  <a:cs typeface="Poppins Black" panose="00000A00000000000000" pitchFamily="2" charset="0"/>
                </a:endParaRPr>
              </a:p>
            </p:txBody>
          </p:sp>
        </p:grp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E4F85AF7-3BAD-D552-8B68-B3038A360B26}"/>
                </a:ext>
              </a:extLst>
            </p:cNvPr>
            <p:cNvSpPr/>
            <p:nvPr/>
          </p:nvSpPr>
          <p:spPr>
            <a:xfrm>
              <a:off x="9710175" y="2058772"/>
              <a:ext cx="2238347" cy="2859891"/>
            </a:xfrm>
            <a:custGeom>
              <a:avLst/>
              <a:gdLst>
                <a:gd name="connsiteX0" fmla="*/ 1073934 w 2238347"/>
                <a:gd name="connsiteY0" fmla="*/ 0 h 2859891"/>
                <a:gd name="connsiteX1" fmla="*/ 1886269 w 2238347"/>
                <a:gd name="connsiteY1" fmla="*/ 236029 h 2859891"/>
                <a:gd name="connsiteX2" fmla="*/ 2202942 w 2238347"/>
                <a:gd name="connsiteY2" fmla="*/ 900846 h 2859891"/>
                <a:gd name="connsiteX3" fmla="*/ 1262758 w 2238347"/>
                <a:gd name="connsiteY3" fmla="*/ 900846 h 2859891"/>
                <a:gd name="connsiteX4" fmla="*/ 1203751 w 2238347"/>
                <a:gd name="connsiteY4" fmla="*/ 731692 h 2859891"/>
                <a:gd name="connsiteX5" fmla="*/ 1070001 w 2238347"/>
                <a:gd name="connsiteY5" fmla="*/ 680552 h 2859891"/>
                <a:gd name="connsiteX6" fmla="*/ 979523 w 2238347"/>
                <a:gd name="connsiteY6" fmla="*/ 717923 h 2859891"/>
                <a:gd name="connsiteX7" fmla="*/ 944118 w 2238347"/>
                <a:gd name="connsiteY7" fmla="*/ 822170 h 2859891"/>
                <a:gd name="connsiteX8" fmla="*/ 1048365 w 2238347"/>
                <a:gd name="connsiteY8" fmla="*/ 977556 h 2859891"/>
                <a:gd name="connsiteX9" fmla="*/ 1380772 w 2238347"/>
                <a:gd name="connsiteY9" fmla="*/ 1125074 h 2859891"/>
                <a:gd name="connsiteX10" fmla="*/ 1815460 w 2238347"/>
                <a:gd name="connsiteY10" fmla="*/ 1313898 h 2859891"/>
                <a:gd name="connsiteX11" fmla="*/ 2112464 w 2238347"/>
                <a:gd name="connsiteY11" fmla="*/ 1565663 h 2859891"/>
                <a:gd name="connsiteX12" fmla="*/ 2238347 w 2238347"/>
                <a:gd name="connsiteY12" fmla="*/ 1970846 h 2859891"/>
                <a:gd name="connsiteX13" fmla="*/ 2112464 w 2238347"/>
                <a:gd name="connsiteY13" fmla="*/ 2429137 h 2859891"/>
                <a:gd name="connsiteX14" fmla="*/ 1746619 w 2238347"/>
                <a:gd name="connsiteY14" fmla="*/ 2745810 h 2859891"/>
                <a:gd name="connsiteX15" fmla="*/ 1176214 w 2238347"/>
                <a:gd name="connsiteY15" fmla="*/ 2859891 h 2859891"/>
                <a:gd name="connsiteX16" fmla="*/ 352077 w 2238347"/>
                <a:gd name="connsiteY16" fmla="*/ 2625828 h 2859891"/>
                <a:gd name="connsiteX17" fmla="*/ 0 w 2238347"/>
                <a:gd name="connsiteY17" fmla="*/ 1939376 h 2859891"/>
                <a:gd name="connsiteX18" fmla="*/ 928383 w 2238347"/>
                <a:gd name="connsiteY18" fmla="*/ 1939376 h 2859891"/>
                <a:gd name="connsiteX19" fmla="*/ 1140809 w 2238347"/>
                <a:gd name="connsiteY19" fmla="*/ 2179339 h 2859891"/>
                <a:gd name="connsiteX20" fmla="*/ 1260791 w 2238347"/>
                <a:gd name="connsiteY20" fmla="*/ 2145902 h 2859891"/>
                <a:gd name="connsiteX21" fmla="*/ 1309964 w 2238347"/>
                <a:gd name="connsiteY21" fmla="*/ 2041655 h 2859891"/>
                <a:gd name="connsiteX22" fmla="*/ 1203751 w 2238347"/>
                <a:gd name="connsiteY22" fmla="*/ 1882335 h 2859891"/>
                <a:gd name="connsiteX23" fmla="*/ 873309 w 2238347"/>
                <a:gd name="connsiteY23" fmla="*/ 1742684 h 2859891"/>
                <a:gd name="connsiteX24" fmla="*/ 430754 w 2238347"/>
                <a:gd name="connsiteY24" fmla="*/ 1557795 h 2859891"/>
                <a:gd name="connsiteX25" fmla="*/ 129817 w 2238347"/>
                <a:gd name="connsiteY25" fmla="*/ 1294229 h 2859891"/>
                <a:gd name="connsiteX26" fmla="*/ 7867 w 2238347"/>
                <a:gd name="connsiteY26" fmla="*/ 849706 h 2859891"/>
                <a:gd name="connsiteX27" fmla="*/ 147519 w 2238347"/>
                <a:gd name="connsiteY27" fmla="*/ 387482 h 2859891"/>
                <a:gd name="connsiteX28" fmla="*/ 529100 w 2238347"/>
                <a:gd name="connsiteY28" fmla="*/ 98345 h 2859891"/>
                <a:gd name="connsiteX29" fmla="*/ 1073934 w 2238347"/>
                <a:gd name="connsiteY29" fmla="*/ 0 h 2859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238347" h="2859891">
                  <a:moveTo>
                    <a:pt x="1073934" y="0"/>
                  </a:moveTo>
                  <a:cubicBezTo>
                    <a:pt x="1414865" y="0"/>
                    <a:pt x="1685643" y="78676"/>
                    <a:pt x="1886269" y="236029"/>
                  </a:cubicBezTo>
                  <a:cubicBezTo>
                    <a:pt x="2086894" y="393382"/>
                    <a:pt x="2192452" y="614988"/>
                    <a:pt x="2202942" y="900846"/>
                  </a:cubicBezTo>
                  <a:lnTo>
                    <a:pt x="1262758" y="900846"/>
                  </a:lnTo>
                  <a:cubicBezTo>
                    <a:pt x="1260135" y="822170"/>
                    <a:pt x="1240467" y="765785"/>
                    <a:pt x="1203751" y="731692"/>
                  </a:cubicBezTo>
                  <a:cubicBezTo>
                    <a:pt x="1167035" y="697598"/>
                    <a:pt x="1122451" y="680552"/>
                    <a:pt x="1070001" y="680552"/>
                  </a:cubicBezTo>
                  <a:cubicBezTo>
                    <a:pt x="1033285" y="680552"/>
                    <a:pt x="1003125" y="693009"/>
                    <a:pt x="979523" y="717923"/>
                  </a:cubicBezTo>
                  <a:cubicBezTo>
                    <a:pt x="955919" y="742837"/>
                    <a:pt x="944118" y="777586"/>
                    <a:pt x="944118" y="822170"/>
                  </a:cubicBezTo>
                  <a:cubicBezTo>
                    <a:pt x="944118" y="885111"/>
                    <a:pt x="978867" y="936906"/>
                    <a:pt x="1048365" y="977556"/>
                  </a:cubicBezTo>
                  <a:cubicBezTo>
                    <a:pt x="1117862" y="1018205"/>
                    <a:pt x="1228665" y="1067378"/>
                    <a:pt x="1380772" y="1125074"/>
                  </a:cubicBezTo>
                  <a:cubicBezTo>
                    <a:pt x="1556483" y="1190638"/>
                    <a:pt x="1701379" y="1253579"/>
                    <a:pt x="1815460" y="1313898"/>
                  </a:cubicBezTo>
                  <a:cubicBezTo>
                    <a:pt x="1929541" y="1374216"/>
                    <a:pt x="2028543" y="1458138"/>
                    <a:pt x="2112464" y="1565663"/>
                  </a:cubicBezTo>
                  <a:cubicBezTo>
                    <a:pt x="2196386" y="1673187"/>
                    <a:pt x="2238347" y="1808248"/>
                    <a:pt x="2238347" y="1970846"/>
                  </a:cubicBezTo>
                  <a:cubicBezTo>
                    <a:pt x="2238347" y="2141312"/>
                    <a:pt x="2196386" y="2294076"/>
                    <a:pt x="2112464" y="2429137"/>
                  </a:cubicBezTo>
                  <a:cubicBezTo>
                    <a:pt x="2028543" y="2564198"/>
                    <a:pt x="1906593" y="2669756"/>
                    <a:pt x="1746619" y="2745810"/>
                  </a:cubicBezTo>
                  <a:cubicBezTo>
                    <a:pt x="1586643" y="2821864"/>
                    <a:pt x="1396508" y="2859891"/>
                    <a:pt x="1176214" y="2859891"/>
                  </a:cubicBezTo>
                  <a:cubicBezTo>
                    <a:pt x="843150" y="2859891"/>
                    <a:pt x="568438" y="2781870"/>
                    <a:pt x="352077" y="2625828"/>
                  </a:cubicBezTo>
                  <a:cubicBezTo>
                    <a:pt x="135717" y="2469787"/>
                    <a:pt x="18358" y="2240969"/>
                    <a:pt x="0" y="1939376"/>
                  </a:cubicBezTo>
                  <a:lnTo>
                    <a:pt x="928383" y="1939376"/>
                  </a:lnTo>
                  <a:cubicBezTo>
                    <a:pt x="941495" y="2099351"/>
                    <a:pt x="1012305" y="2179339"/>
                    <a:pt x="1140809" y="2179339"/>
                  </a:cubicBezTo>
                  <a:cubicBezTo>
                    <a:pt x="1188015" y="2179339"/>
                    <a:pt x="1228009" y="2168193"/>
                    <a:pt x="1260791" y="2145902"/>
                  </a:cubicBezTo>
                  <a:cubicBezTo>
                    <a:pt x="1293573" y="2123610"/>
                    <a:pt x="1309964" y="2088861"/>
                    <a:pt x="1309964" y="2041655"/>
                  </a:cubicBezTo>
                  <a:cubicBezTo>
                    <a:pt x="1309964" y="1976091"/>
                    <a:pt x="1274559" y="1922985"/>
                    <a:pt x="1203751" y="1882335"/>
                  </a:cubicBezTo>
                  <a:cubicBezTo>
                    <a:pt x="1132941" y="1841686"/>
                    <a:pt x="1022795" y="1795136"/>
                    <a:pt x="873309" y="1742684"/>
                  </a:cubicBezTo>
                  <a:cubicBezTo>
                    <a:pt x="694975" y="1679743"/>
                    <a:pt x="547457" y="1618114"/>
                    <a:pt x="430754" y="1557795"/>
                  </a:cubicBezTo>
                  <a:cubicBezTo>
                    <a:pt x="314051" y="1497476"/>
                    <a:pt x="213738" y="1409621"/>
                    <a:pt x="129817" y="1294229"/>
                  </a:cubicBezTo>
                  <a:cubicBezTo>
                    <a:pt x="45895" y="1178836"/>
                    <a:pt x="5245" y="1030662"/>
                    <a:pt x="7867" y="849706"/>
                  </a:cubicBezTo>
                  <a:cubicBezTo>
                    <a:pt x="7867" y="668751"/>
                    <a:pt x="54418" y="514675"/>
                    <a:pt x="147519" y="387482"/>
                  </a:cubicBezTo>
                  <a:cubicBezTo>
                    <a:pt x="240619" y="260288"/>
                    <a:pt x="367813" y="163909"/>
                    <a:pt x="529100" y="98345"/>
                  </a:cubicBezTo>
                  <a:cubicBezTo>
                    <a:pt x="690387" y="32782"/>
                    <a:pt x="871998" y="0"/>
                    <a:pt x="1073934" y="0"/>
                  </a:cubicBezTo>
                  <a:close/>
                </a:path>
              </a:pathLst>
            </a:custGeom>
            <a:solidFill>
              <a:srgbClr val="E3B4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269492A-16B7-D4C0-F7D4-52E24A0D702A}"/>
                </a:ext>
              </a:extLst>
            </p:cNvPr>
            <p:cNvSpPr/>
            <p:nvPr/>
          </p:nvSpPr>
          <p:spPr>
            <a:xfrm>
              <a:off x="8529894" y="2105978"/>
              <a:ext cx="873310" cy="2785148"/>
            </a:xfrm>
            <a:custGeom>
              <a:avLst/>
              <a:gdLst>
                <a:gd name="connsiteX0" fmla="*/ 0 w 873310"/>
                <a:gd name="connsiteY0" fmla="*/ 0 h 2785148"/>
                <a:gd name="connsiteX1" fmla="*/ 873310 w 873310"/>
                <a:gd name="connsiteY1" fmla="*/ 0 h 2785148"/>
                <a:gd name="connsiteX2" fmla="*/ 873310 w 873310"/>
                <a:gd name="connsiteY2" fmla="*/ 2785148 h 2785148"/>
                <a:gd name="connsiteX3" fmla="*/ 0 w 873310"/>
                <a:gd name="connsiteY3" fmla="*/ 2785148 h 2785148"/>
                <a:gd name="connsiteX4" fmla="*/ 0 w 873310"/>
                <a:gd name="connsiteY4" fmla="*/ 0 h 2785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3310" h="2785148">
                  <a:moveTo>
                    <a:pt x="0" y="0"/>
                  </a:moveTo>
                  <a:lnTo>
                    <a:pt x="873310" y="0"/>
                  </a:lnTo>
                  <a:lnTo>
                    <a:pt x="873310" y="2785148"/>
                  </a:lnTo>
                  <a:lnTo>
                    <a:pt x="0" y="2785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B4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869693B-7D67-D091-1F66-15F52C75252A}"/>
                </a:ext>
              </a:extLst>
            </p:cNvPr>
            <p:cNvSpPr/>
            <p:nvPr/>
          </p:nvSpPr>
          <p:spPr>
            <a:xfrm>
              <a:off x="5355593" y="2058772"/>
              <a:ext cx="2864953" cy="2859891"/>
            </a:xfrm>
            <a:custGeom>
              <a:avLst/>
              <a:gdLst>
                <a:gd name="connsiteX0" fmla="*/ 1128 w 2864953"/>
                <a:gd name="connsiteY0" fmla="*/ 1446649 h 2859891"/>
                <a:gd name="connsiteX1" fmla="*/ 10924 w 2864953"/>
                <a:gd name="connsiteY1" fmla="*/ 1608789 h 2859891"/>
                <a:gd name="connsiteX2" fmla="*/ 1128 w 2864953"/>
                <a:gd name="connsiteY2" fmla="*/ 1608789 h 2859891"/>
                <a:gd name="connsiteX3" fmla="*/ 1128 w 2864953"/>
                <a:gd name="connsiteY3" fmla="*/ 1409310 h 2859891"/>
                <a:gd name="connsiteX4" fmla="*/ 1128 w 2864953"/>
                <a:gd name="connsiteY4" fmla="*/ 1446649 h 2859891"/>
                <a:gd name="connsiteX5" fmla="*/ 0 w 2864953"/>
                <a:gd name="connsiteY5" fmla="*/ 1427979 h 2859891"/>
                <a:gd name="connsiteX6" fmla="*/ 2856117 w 2864953"/>
                <a:gd name="connsiteY6" fmla="*/ 1299096 h 2859891"/>
                <a:gd name="connsiteX7" fmla="*/ 2864953 w 2864953"/>
                <a:gd name="connsiteY7" fmla="*/ 1299096 h 2859891"/>
                <a:gd name="connsiteX8" fmla="*/ 2864953 w 2864953"/>
                <a:gd name="connsiteY8" fmla="*/ 1608789 h 2859891"/>
                <a:gd name="connsiteX9" fmla="*/ 2853011 w 2864953"/>
                <a:gd name="connsiteY9" fmla="*/ 1608789 h 2859891"/>
                <a:gd name="connsiteX10" fmla="*/ 2863824 w 2864953"/>
                <a:gd name="connsiteY10" fmla="*/ 1427979 h 2859891"/>
                <a:gd name="connsiteX11" fmla="*/ 1999145 w 2864953"/>
                <a:gd name="connsiteY11" fmla="*/ 1299096 h 2859891"/>
                <a:gd name="connsiteX12" fmla="*/ 1999145 w 2864953"/>
                <a:gd name="connsiteY12" fmla="*/ 1608789 h 2859891"/>
                <a:gd name="connsiteX13" fmla="*/ 2198947 w 2864953"/>
                <a:gd name="connsiteY13" fmla="*/ 1608789 h 2859891"/>
                <a:gd name="connsiteX14" fmla="*/ 2198947 w 2864953"/>
                <a:gd name="connsiteY14" fmla="*/ 1299096 h 2859891"/>
                <a:gd name="connsiteX15" fmla="*/ 1128 w 2864953"/>
                <a:gd name="connsiteY15" fmla="*/ 1299096 h 2859891"/>
                <a:gd name="connsiteX16" fmla="*/ 7787 w 2864953"/>
                <a:gd name="connsiteY16" fmla="*/ 1299096 h 2859891"/>
                <a:gd name="connsiteX17" fmla="*/ 1128 w 2864953"/>
                <a:gd name="connsiteY17" fmla="*/ 1409310 h 2859891"/>
                <a:gd name="connsiteX18" fmla="*/ 2332148 w 2864953"/>
                <a:gd name="connsiteY18" fmla="*/ 1145914 h 2859891"/>
                <a:gd name="connsiteX19" fmla="*/ 2332148 w 2864953"/>
                <a:gd name="connsiteY19" fmla="*/ 1768630 h 2859891"/>
                <a:gd name="connsiteX20" fmla="*/ 2531950 w 2864953"/>
                <a:gd name="connsiteY20" fmla="*/ 1768630 h 2859891"/>
                <a:gd name="connsiteX21" fmla="*/ 2531950 w 2864953"/>
                <a:gd name="connsiteY21" fmla="*/ 1145914 h 2859891"/>
                <a:gd name="connsiteX22" fmla="*/ 1666142 w 2864953"/>
                <a:gd name="connsiteY22" fmla="*/ 1145914 h 2859891"/>
                <a:gd name="connsiteX23" fmla="*/ 1666142 w 2864953"/>
                <a:gd name="connsiteY23" fmla="*/ 1768630 h 2859891"/>
                <a:gd name="connsiteX24" fmla="*/ 1865944 w 2864953"/>
                <a:gd name="connsiteY24" fmla="*/ 1768630 h 2859891"/>
                <a:gd name="connsiteX25" fmla="*/ 1865944 w 2864953"/>
                <a:gd name="connsiteY25" fmla="*/ 1145914 h 2859891"/>
                <a:gd name="connsiteX26" fmla="*/ 334131 w 2864953"/>
                <a:gd name="connsiteY26" fmla="*/ 1145914 h 2859891"/>
                <a:gd name="connsiteX27" fmla="*/ 334131 w 2864953"/>
                <a:gd name="connsiteY27" fmla="*/ 1768630 h 2859891"/>
                <a:gd name="connsiteX28" fmla="*/ 533933 w 2864953"/>
                <a:gd name="connsiteY28" fmla="*/ 1768630 h 2859891"/>
                <a:gd name="connsiteX29" fmla="*/ 533933 w 2864953"/>
                <a:gd name="connsiteY29" fmla="*/ 1145914 h 2859891"/>
                <a:gd name="connsiteX30" fmla="*/ 1333139 w 2864953"/>
                <a:gd name="connsiteY30" fmla="*/ 989403 h 2859891"/>
                <a:gd name="connsiteX31" fmla="*/ 1333139 w 2864953"/>
                <a:gd name="connsiteY31" fmla="*/ 1921811 h 2859891"/>
                <a:gd name="connsiteX32" fmla="*/ 1532941 w 2864953"/>
                <a:gd name="connsiteY32" fmla="*/ 1921811 h 2859891"/>
                <a:gd name="connsiteX33" fmla="*/ 1532941 w 2864953"/>
                <a:gd name="connsiteY33" fmla="*/ 989403 h 2859891"/>
                <a:gd name="connsiteX34" fmla="*/ 667133 w 2864953"/>
                <a:gd name="connsiteY34" fmla="*/ 832892 h 2859891"/>
                <a:gd name="connsiteX35" fmla="*/ 667133 w 2864953"/>
                <a:gd name="connsiteY35" fmla="*/ 2074993 h 2859891"/>
                <a:gd name="connsiteX36" fmla="*/ 866935 w 2864953"/>
                <a:gd name="connsiteY36" fmla="*/ 2074993 h 2859891"/>
                <a:gd name="connsiteX37" fmla="*/ 866935 w 2864953"/>
                <a:gd name="connsiteY37" fmla="*/ 832892 h 2859891"/>
                <a:gd name="connsiteX38" fmla="*/ 1000136 w 2864953"/>
                <a:gd name="connsiteY38" fmla="*/ 523199 h 2859891"/>
                <a:gd name="connsiteX39" fmla="*/ 1000136 w 2864953"/>
                <a:gd name="connsiteY39" fmla="*/ 2388015 h 2859891"/>
                <a:gd name="connsiteX40" fmla="*/ 1199938 w 2864953"/>
                <a:gd name="connsiteY40" fmla="*/ 2388015 h 2859891"/>
                <a:gd name="connsiteX41" fmla="*/ 1199938 w 2864953"/>
                <a:gd name="connsiteY41" fmla="*/ 523199 h 2859891"/>
                <a:gd name="connsiteX42" fmla="*/ 1435846 w 2864953"/>
                <a:gd name="connsiteY42" fmla="*/ 0 h 2859891"/>
                <a:gd name="connsiteX43" fmla="*/ 2155736 w 2864953"/>
                <a:gd name="connsiteY43" fmla="*/ 182923 h 2859891"/>
                <a:gd name="connsiteX44" fmla="*/ 2673034 w 2864953"/>
                <a:gd name="connsiteY44" fmla="*/ 692353 h 2859891"/>
                <a:gd name="connsiteX45" fmla="*/ 2851900 w 2864953"/>
                <a:gd name="connsiteY45" fmla="*/ 1228583 h 2859891"/>
                <a:gd name="connsiteX46" fmla="*/ 2856117 w 2864953"/>
                <a:gd name="connsiteY46" fmla="*/ 1299096 h 2859891"/>
                <a:gd name="connsiteX47" fmla="*/ 2665151 w 2864953"/>
                <a:gd name="connsiteY47" fmla="*/ 1299096 h 2859891"/>
                <a:gd name="connsiteX48" fmla="*/ 2665151 w 2864953"/>
                <a:gd name="connsiteY48" fmla="*/ 1608789 h 2859891"/>
                <a:gd name="connsiteX49" fmla="*/ 2853011 w 2864953"/>
                <a:gd name="connsiteY49" fmla="*/ 1608789 h 2859891"/>
                <a:gd name="connsiteX50" fmla="*/ 2851900 w 2864953"/>
                <a:gd name="connsiteY50" fmla="*/ 1627375 h 2859891"/>
                <a:gd name="connsiteX51" fmla="*/ 2673034 w 2864953"/>
                <a:gd name="connsiteY51" fmla="*/ 2163604 h 2859891"/>
                <a:gd name="connsiteX52" fmla="*/ 2153769 w 2864953"/>
                <a:gd name="connsiteY52" fmla="*/ 2675001 h 2859891"/>
                <a:gd name="connsiteX53" fmla="*/ 1435846 w 2864953"/>
                <a:gd name="connsiteY53" fmla="*/ 2859891 h 2859891"/>
                <a:gd name="connsiteX54" fmla="*/ 713989 w 2864953"/>
                <a:gd name="connsiteY54" fmla="*/ 2675001 h 2859891"/>
                <a:gd name="connsiteX55" fmla="*/ 192757 w 2864953"/>
                <a:gd name="connsiteY55" fmla="*/ 2163604 h 2859891"/>
                <a:gd name="connsiteX56" fmla="*/ 12047 w 2864953"/>
                <a:gd name="connsiteY56" fmla="*/ 1627375 h 2859891"/>
                <a:gd name="connsiteX57" fmla="*/ 10924 w 2864953"/>
                <a:gd name="connsiteY57" fmla="*/ 1608789 h 2859891"/>
                <a:gd name="connsiteX58" fmla="*/ 200930 w 2864953"/>
                <a:gd name="connsiteY58" fmla="*/ 1608789 h 2859891"/>
                <a:gd name="connsiteX59" fmla="*/ 200930 w 2864953"/>
                <a:gd name="connsiteY59" fmla="*/ 1299096 h 2859891"/>
                <a:gd name="connsiteX60" fmla="*/ 7787 w 2864953"/>
                <a:gd name="connsiteY60" fmla="*/ 1299096 h 2859891"/>
                <a:gd name="connsiteX61" fmla="*/ 12047 w 2864953"/>
                <a:gd name="connsiteY61" fmla="*/ 1228583 h 2859891"/>
                <a:gd name="connsiteX62" fmla="*/ 192757 w 2864953"/>
                <a:gd name="connsiteY62" fmla="*/ 692353 h 2859891"/>
                <a:gd name="connsiteX63" fmla="*/ 713989 w 2864953"/>
                <a:gd name="connsiteY63" fmla="*/ 182923 h 2859891"/>
                <a:gd name="connsiteX64" fmla="*/ 1435846 w 2864953"/>
                <a:gd name="connsiteY64" fmla="*/ 0 h 2859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2864953" h="2859891">
                  <a:moveTo>
                    <a:pt x="1128" y="1446649"/>
                  </a:moveTo>
                  <a:lnTo>
                    <a:pt x="10924" y="1608789"/>
                  </a:lnTo>
                  <a:lnTo>
                    <a:pt x="1128" y="1608789"/>
                  </a:lnTo>
                  <a:close/>
                  <a:moveTo>
                    <a:pt x="1128" y="1409310"/>
                  </a:moveTo>
                  <a:lnTo>
                    <a:pt x="1128" y="1446649"/>
                  </a:lnTo>
                  <a:lnTo>
                    <a:pt x="0" y="1427979"/>
                  </a:lnTo>
                  <a:close/>
                  <a:moveTo>
                    <a:pt x="2856117" y="1299096"/>
                  </a:moveTo>
                  <a:lnTo>
                    <a:pt x="2864953" y="1299096"/>
                  </a:lnTo>
                  <a:lnTo>
                    <a:pt x="2864953" y="1608789"/>
                  </a:lnTo>
                  <a:lnTo>
                    <a:pt x="2853011" y="1608789"/>
                  </a:lnTo>
                  <a:lnTo>
                    <a:pt x="2863824" y="1427979"/>
                  </a:lnTo>
                  <a:close/>
                  <a:moveTo>
                    <a:pt x="1999145" y="1299096"/>
                  </a:moveTo>
                  <a:lnTo>
                    <a:pt x="1999145" y="1608789"/>
                  </a:lnTo>
                  <a:lnTo>
                    <a:pt x="2198947" y="1608789"/>
                  </a:lnTo>
                  <a:lnTo>
                    <a:pt x="2198947" y="1299096"/>
                  </a:lnTo>
                  <a:close/>
                  <a:moveTo>
                    <a:pt x="1128" y="1299096"/>
                  </a:moveTo>
                  <a:lnTo>
                    <a:pt x="7787" y="1299096"/>
                  </a:lnTo>
                  <a:lnTo>
                    <a:pt x="1128" y="1409310"/>
                  </a:lnTo>
                  <a:close/>
                  <a:moveTo>
                    <a:pt x="2332148" y="1145914"/>
                  </a:moveTo>
                  <a:lnTo>
                    <a:pt x="2332148" y="1768630"/>
                  </a:lnTo>
                  <a:lnTo>
                    <a:pt x="2531950" y="1768630"/>
                  </a:lnTo>
                  <a:lnTo>
                    <a:pt x="2531950" y="1145914"/>
                  </a:lnTo>
                  <a:close/>
                  <a:moveTo>
                    <a:pt x="1666142" y="1145914"/>
                  </a:moveTo>
                  <a:lnTo>
                    <a:pt x="1666142" y="1768630"/>
                  </a:lnTo>
                  <a:lnTo>
                    <a:pt x="1865944" y="1768630"/>
                  </a:lnTo>
                  <a:lnTo>
                    <a:pt x="1865944" y="1145914"/>
                  </a:lnTo>
                  <a:close/>
                  <a:moveTo>
                    <a:pt x="334131" y="1145914"/>
                  </a:moveTo>
                  <a:lnTo>
                    <a:pt x="334131" y="1768630"/>
                  </a:lnTo>
                  <a:lnTo>
                    <a:pt x="533933" y="1768630"/>
                  </a:lnTo>
                  <a:lnTo>
                    <a:pt x="533933" y="1145914"/>
                  </a:lnTo>
                  <a:close/>
                  <a:moveTo>
                    <a:pt x="1333139" y="989403"/>
                  </a:moveTo>
                  <a:lnTo>
                    <a:pt x="1333139" y="1921811"/>
                  </a:lnTo>
                  <a:lnTo>
                    <a:pt x="1532941" y="1921811"/>
                  </a:lnTo>
                  <a:lnTo>
                    <a:pt x="1532941" y="989403"/>
                  </a:lnTo>
                  <a:close/>
                  <a:moveTo>
                    <a:pt x="667133" y="832892"/>
                  </a:moveTo>
                  <a:lnTo>
                    <a:pt x="667133" y="2074993"/>
                  </a:lnTo>
                  <a:lnTo>
                    <a:pt x="866935" y="2074993"/>
                  </a:lnTo>
                  <a:lnTo>
                    <a:pt x="866935" y="832892"/>
                  </a:lnTo>
                  <a:close/>
                  <a:moveTo>
                    <a:pt x="1000136" y="523199"/>
                  </a:moveTo>
                  <a:lnTo>
                    <a:pt x="1000136" y="2388015"/>
                  </a:lnTo>
                  <a:lnTo>
                    <a:pt x="1199938" y="2388015"/>
                  </a:lnTo>
                  <a:lnTo>
                    <a:pt x="1199938" y="523199"/>
                  </a:lnTo>
                  <a:close/>
                  <a:moveTo>
                    <a:pt x="1435846" y="0"/>
                  </a:moveTo>
                  <a:cubicBezTo>
                    <a:pt x="1698101" y="0"/>
                    <a:pt x="1938064" y="60974"/>
                    <a:pt x="2155736" y="182923"/>
                  </a:cubicBezTo>
                  <a:cubicBezTo>
                    <a:pt x="2373408" y="304871"/>
                    <a:pt x="2545840" y="474681"/>
                    <a:pt x="2673034" y="692353"/>
                  </a:cubicBezTo>
                  <a:cubicBezTo>
                    <a:pt x="2768430" y="855607"/>
                    <a:pt x="2828051" y="1034350"/>
                    <a:pt x="2851900" y="1228583"/>
                  </a:cubicBezTo>
                  <a:lnTo>
                    <a:pt x="2856117" y="1299096"/>
                  </a:lnTo>
                  <a:lnTo>
                    <a:pt x="2665151" y="1299096"/>
                  </a:lnTo>
                  <a:lnTo>
                    <a:pt x="2665151" y="1608789"/>
                  </a:lnTo>
                  <a:lnTo>
                    <a:pt x="2853011" y="1608789"/>
                  </a:lnTo>
                  <a:lnTo>
                    <a:pt x="2851900" y="1627375"/>
                  </a:lnTo>
                  <a:cubicBezTo>
                    <a:pt x="2828051" y="1821607"/>
                    <a:pt x="2768430" y="2000350"/>
                    <a:pt x="2673034" y="2163604"/>
                  </a:cubicBezTo>
                  <a:cubicBezTo>
                    <a:pt x="2545840" y="2381275"/>
                    <a:pt x="2372752" y="2551741"/>
                    <a:pt x="2153769" y="2675001"/>
                  </a:cubicBezTo>
                  <a:cubicBezTo>
                    <a:pt x="1934786" y="2798261"/>
                    <a:pt x="1695479" y="2859891"/>
                    <a:pt x="1435846" y="2859891"/>
                  </a:cubicBezTo>
                  <a:cubicBezTo>
                    <a:pt x="1173591" y="2859891"/>
                    <a:pt x="932972" y="2798261"/>
                    <a:pt x="713989" y="2675001"/>
                  </a:cubicBezTo>
                  <a:cubicBezTo>
                    <a:pt x="495006" y="2551741"/>
                    <a:pt x="321262" y="2381275"/>
                    <a:pt x="192757" y="2163604"/>
                  </a:cubicBezTo>
                  <a:cubicBezTo>
                    <a:pt x="96378" y="2000350"/>
                    <a:pt x="36142" y="1821607"/>
                    <a:pt x="12047" y="1627375"/>
                  </a:cubicBezTo>
                  <a:lnTo>
                    <a:pt x="10924" y="1608789"/>
                  </a:lnTo>
                  <a:lnTo>
                    <a:pt x="200930" y="1608789"/>
                  </a:lnTo>
                  <a:lnTo>
                    <a:pt x="200930" y="1299096"/>
                  </a:lnTo>
                  <a:lnTo>
                    <a:pt x="7787" y="1299096"/>
                  </a:lnTo>
                  <a:lnTo>
                    <a:pt x="12047" y="1228583"/>
                  </a:lnTo>
                  <a:cubicBezTo>
                    <a:pt x="36142" y="1034350"/>
                    <a:pt x="96378" y="855607"/>
                    <a:pt x="192757" y="692353"/>
                  </a:cubicBezTo>
                  <a:cubicBezTo>
                    <a:pt x="321262" y="474681"/>
                    <a:pt x="495006" y="304871"/>
                    <a:pt x="713989" y="182923"/>
                  </a:cubicBezTo>
                  <a:cubicBezTo>
                    <a:pt x="932972" y="60974"/>
                    <a:pt x="1173591" y="0"/>
                    <a:pt x="1435846" y="0"/>
                  </a:cubicBezTo>
                  <a:close/>
                </a:path>
              </a:pathLst>
            </a:custGeom>
            <a:solidFill>
              <a:srgbClr val="6A8D6C"/>
            </a:solidFill>
            <a:ln w="32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572BA794-68C3-8001-10B1-A26730DB95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9919" y="-145558"/>
            <a:ext cx="7723162" cy="7060948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1B838C9F-3F91-8282-1AE4-23378C983652}"/>
              </a:ext>
            </a:extLst>
          </p:cNvPr>
          <p:cNvGrpSpPr/>
          <p:nvPr/>
        </p:nvGrpSpPr>
        <p:grpSpPr>
          <a:xfrm>
            <a:off x="7134959" y="1046020"/>
            <a:ext cx="4658959" cy="4410982"/>
            <a:chOff x="6687487" y="1046020"/>
            <a:chExt cx="4658959" cy="4410982"/>
          </a:xfrm>
        </p:grpSpPr>
        <p:sp>
          <p:nvSpPr>
            <p:cNvPr id="15" name="Content Placeholder 4">
              <a:extLst>
                <a:ext uri="{FF2B5EF4-FFF2-40B4-BE49-F238E27FC236}">
                  <a16:creationId xmlns:a16="http://schemas.microsoft.com/office/drawing/2014/main" id="{CCA9A20F-1BF8-8138-69A9-45ECB9ED1E09}"/>
                </a:ext>
              </a:extLst>
            </p:cNvPr>
            <p:cNvSpPr txBox="1">
              <a:spLocks/>
            </p:cNvSpPr>
            <p:nvPr/>
          </p:nvSpPr>
          <p:spPr>
            <a:xfrm>
              <a:off x="7136977" y="1046020"/>
              <a:ext cx="4048650" cy="70995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spc="100" baseline="0">
                  <a:solidFill>
                    <a:schemeClr val="accent3">
                      <a:lumMod val="50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sz="1600" kern="1200" spc="100" baseline="0">
                  <a:solidFill>
                    <a:schemeClr val="accent3">
                      <a:lumMod val="50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2"/>
                </a:buClr>
                <a:buFont typeface="Calibri Light" panose="020F0302020204030204" pitchFamily="34" charset="0"/>
                <a:buChar char="‒"/>
                <a:defRPr sz="1600" kern="1200" spc="100" baseline="0">
                  <a:solidFill>
                    <a:schemeClr val="accent3">
                      <a:lumMod val="50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2"/>
                </a:buClr>
                <a:buFont typeface="Segoe UI Light" panose="020B0502040204020203" pitchFamily="34" charset="0"/>
                <a:buChar char="»"/>
                <a:defRPr sz="1600" kern="1200" spc="100" baseline="0">
                  <a:solidFill>
                    <a:schemeClr val="accent3">
                      <a:lumMod val="50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spc="100" baseline="0">
                  <a:solidFill>
                    <a:schemeClr val="accent3">
                      <a:lumMod val="50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B0F0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Group Members</a:t>
              </a:r>
              <a:endPara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1D7E46B7-B3DB-A6E0-EE4A-78B74DF353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687487" y="1135032"/>
              <a:ext cx="314753" cy="314753"/>
            </a:xfrm>
            <a:prstGeom prst="rect">
              <a:avLst/>
            </a:prstGeom>
          </p:spPr>
        </p:pic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AE221727-5BD1-4A50-FA13-5F93BCF0CDBF}"/>
                </a:ext>
              </a:extLst>
            </p:cNvPr>
            <p:cNvGrpSpPr/>
            <p:nvPr/>
          </p:nvGrpSpPr>
          <p:grpSpPr>
            <a:xfrm>
              <a:off x="7297796" y="2581994"/>
              <a:ext cx="4048650" cy="727604"/>
              <a:chOff x="7297796" y="2490284"/>
              <a:chExt cx="4048650" cy="727604"/>
            </a:xfrm>
          </p:grpSpPr>
          <p:sp>
            <p:nvSpPr>
              <p:cNvPr id="21" name="Rectangle: Rounded Corners 20">
                <a:hlinkClick r:id="rId8"/>
                <a:extLst>
                  <a:ext uri="{FF2B5EF4-FFF2-40B4-BE49-F238E27FC236}">
                    <a16:creationId xmlns:a16="http://schemas.microsoft.com/office/drawing/2014/main" id="{9BE0AF89-FF83-EB36-0B39-329679AE87AE}"/>
                  </a:ext>
                </a:extLst>
              </p:cNvPr>
              <p:cNvSpPr/>
              <p:nvPr/>
            </p:nvSpPr>
            <p:spPr>
              <a:xfrm>
                <a:off x="7361269" y="2943568"/>
                <a:ext cx="3004884" cy="27432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600" normalizeH="0" baseline="0" noProof="0" dirty="0">
                    <a:ln>
                      <a:noFill/>
                    </a:ln>
                    <a:solidFill>
                      <a:srgbClr val="E7E6E6">
                        <a:lumMod val="10000"/>
                      </a:srgbClr>
                    </a:solidFill>
                    <a:effectLst/>
                    <a:uLnTx/>
                    <a:uFillTx/>
                    <a:latin typeface="Montserrat SemiBold" pitchFamily="2" charset="0"/>
                    <a:ea typeface="+mn-ea"/>
                    <a:cs typeface="+mn-cs"/>
                  </a:rPr>
                  <a:t>21011519-085</a:t>
                </a:r>
              </a:p>
            </p:txBody>
          </p:sp>
          <p:sp>
            <p:nvSpPr>
              <p:cNvPr id="49" name="Content Placeholder 4">
                <a:extLst>
                  <a:ext uri="{FF2B5EF4-FFF2-40B4-BE49-F238E27FC236}">
                    <a16:creationId xmlns:a16="http://schemas.microsoft.com/office/drawing/2014/main" id="{89940A7F-C236-C2AB-71E3-0FD64506520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97796" y="2490284"/>
                <a:ext cx="4048650" cy="70995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 spc="100" baseline="0">
                    <a:solidFill>
                      <a:schemeClr val="accent3">
                        <a:lumMod val="50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 sz="1600" kern="1200" spc="100" baseline="0">
                    <a:solidFill>
                      <a:schemeClr val="accent3">
                        <a:lumMod val="50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2"/>
                  </a:buClr>
                  <a:buFont typeface="Calibri Light" panose="020F0302020204030204" pitchFamily="34" charset="0"/>
                  <a:buChar char="‒"/>
                  <a:defRPr sz="1600" kern="1200" spc="100" baseline="0">
                    <a:solidFill>
                      <a:schemeClr val="accent3">
                        <a:lumMod val="50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2"/>
                  </a:buClr>
                  <a:buFont typeface="Segoe UI Light" panose="020B0502040204020203" pitchFamily="34" charset="0"/>
                  <a:buChar char="»"/>
                  <a:defRPr sz="1600" kern="1200" spc="100" baseline="0">
                    <a:solidFill>
                      <a:schemeClr val="accent3">
                        <a:lumMod val="50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 spc="100" baseline="0">
                    <a:solidFill>
                      <a:schemeClr val="accent3">
                        <a:lumMod val="50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B0F0"/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ontserrat" panose="00000500000000000000" pitchFamily="2" charset="0"/>
                    <a:ea typeface="+mn-ea"/>
                    <a:cs typeface="+mn-cs"/>
                  </a:rPr>
                  <a:t>Maha Waqar</a:t>
                </a: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AA2D8A3-CE17-9DB6-5DF7-3E0591D6DCED}"/>
                </a:ext>
              </a:extLst>
            </p:cNvPr>
            <p:cNvGrpSpPr/>
            <p:nvPr/>
          </p:nvGrpSpPr>
          <p:grpSpPr>
            <a:xfrm>
              <a:off x="7297796" y="3673344"/>
              <a:ext cx="4048650" cy="709956"/>
              <a:chOff x="7297796" y="3589911"/>
              <a:chExt cx="4048650" cy="709956"/>
            </a:xfrm>
          </p:grpSpPr>
          <p:sp>
            <p:nvSpPr>
              <p:cNvPr id="47" name="Rectangle: Rounded Corners 46">
                <a:hlinkClick r:id="rId8"/>
                <a:extLst>
                  <a:ext uri="{FF2B5EF4-FFF2-40B4-BE49-F238E27FC236}">
                    <a16:creationId xmlns:a16="http://schemas.microsoft.com/office/drawing/2014/main" id="{7C0D086F-EBC2-2EEB-4A14-A6F0E4274F83}"/>
                  </a:ext>
                </a:extLst>
              </p:cNvPr>
              <p:cNvSpPr/>
              <p:nvPr/>
            </p:nvSpPr>
            <p:spPr>
              <a:xfrm>
                <a:off x="7373231" y="4017270"/>
                <a:ext cx="3004884" cy="27432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600" normalizeH="0" baseline="0" noProof="0" dirty="0">
                    <a:ln>
                      <a:noFill/>
                    </a:ln>
                    <a:solidFill>
                      <a:srgbClr val="E7E6E6">
                        <a:lumMod val="10000"/>
                      </a:srgbClr>
                    </a:solidFill>
                    <a:effectLst/>
                    <a:uLnTx/>
                    <a:uFillTx/>
                    <a:latin typeface="Montserrat SemiBold" pitchFamily="2" charset="0"/>
                    <a:ea typeface="+mn-ea"/>
                    <a:cs typeface="+mn-cs"/>
                  </a:rPr>
                  <a:t>21011519-155</a:t>
                </a:r>
              </a:p>
            </p:txBody>
          </p:sp>
          <p:sp>
            <p:nvSpPr>
              <p:cNvPr id="50" name="Content Placeholder 4">
                <a:extLst>
                  <a:ext uri="{FF2B5EF4-FFF2-40B4-BE49-F238E27FC236}">
                    <a16:creationId xmlns:a16="http://schemas.microsoft.com/office/drawing/2014/main" id="{7E435682-C306-80BC-DADD-2784DF5C33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97796" y="3589911"/>
                <a:ext cx="4048650" cy="70995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 spc="100" baseline="0">
                    <a:solidFill>
                      <a:schemeClr val="accent3">
                        <a:lumMod val="50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 sz="1600" kern="1200" spc="100" baseline="0">
                    <a:solidFill>
                      <a:schemeClr val="accent3">
                        <a:lumMod val="50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2"/>
                  </a:buClr>
                  <a:buFont typeface="Calibri Light" panose="020F0302020204030204" pitchFamily="34" charset="0"/>
                  <a:buChar char="‒"/>
                  <a:defRPr sz="1600" kern="1200" spc="100" baseline="0">
                    <a:solidFill>
                      <a:schemeClr val="accent3">
                        <a:lumMod val="50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2"/>
                  </a:buClr>
                  <a:buFont typeface="Segoe UI Light" panose="020B0502040204020203" pitchFamily="34" charset="0"/>
                  <a:buChar char="»"/>
                  <a:defRPr sz="1600" kern="1200" spc="100" baseline="0">
                    <a:solidFill>
                      <a:schemeClr val="accent3">
                        <a:lumMod val="50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 spc="100" baseline="0">
                    <a:solidFill>
                      <a:schemeClr val="accent3">
                        <a:lumMod val="50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B0F0"/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ontserrat" panose="00000500000000000000" pitchFamily="2" charset="0"/>
                    <a:ea typeface="+mn-ea"/>
                    <a:cs typeface="+mn-cs"/>
                  </a:rPr>
                  <a:t>Urba Naeem</a:t>
                </a: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EB4C5C90-2C1C-F774-AC54-84589C217816}"/>
                </a:ext>
              </a:extLst>
            </p:cNvPr>
            <p:cNvGrpSpPr/>
            <p:nvPr/>
          </p:nvGrpSpPr>
          <p:grpSpPr>
            <a:xfrm>
              <a:off x="7297796" y="4747046"/>
              <a:ext cx="4048650" cy="709956"/>
              <a:chOff x="7297796" y="4655336"/>
              <a:chExt cx="4048650" cy="709956"/>
            </a:xfrm>
          </p:grpSpPr>
          <p:sp>
            <p:nvSpPr>
              <p:cNvPr id="48" name="Rectangle: Rounded Corners 47">
                <a:hlinkClick r:id="rId8"/>
                <a:extLst>
                  <a:ext uri="{FF2B5EF4-FFF2-40B4-BE49-F238E27FC236}">
                    <a16:creationId xmlns:a16="http://schemas.microsoft.com/office/drawing/2014/main" id="{ACF3082F-3219-C2A2-1761-5403AC1250DA}"/>
                  </a:ext>
                </a:extLst>
              </p:cNvPr>
              <p:cNvSpPr/>
              <p:nvPr/>
            </p:nvSpPr>
            <p:spPr>
              <a:xfrm>
                <a:off x="7385193" y="5090972"/>
                <a:ext cx="3004884" cy="27432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600" normalizeH="0" baseline="0" noProof="0" dirty="0">
                    <a:ln>
                      <a:noFill/>
                    </a:ln>
                    <a:solidFill>
                      <a:srgbClr val="E7E6E6">
                        <a:lumMod val="10000"/>
                      </a:srgbClr>
                    </a:solidFill>
                    <a:effectLst/>
                    <a:uLnTx/>
                    <a:uFillTx/>
                    <a:latin typeface="Montserrat SemiBold" pitchFamily="2" charset="0"/>
                    <a:ea typeface="+mn-ea"/>
                    <a:cs typeface="+mn-cs"/>
                  </a:rPr>
                  <a:t>21011519-164</a:t>
                </a:r>
              </a:p>
            </p:txBody>
          </p:sp>
          <p:sp>
            <p:nvSpPr>
              <p:cNvPr id="51" name="Content Placeholder 4">
                <a:extLst>
                  <a:ext uri="{FF2B5EF4-FFF2-40B4-BE49-F238E27FC236}">
                    <a16:creationId xmlns:a16="http://schemas.microsoft.com/office/drawing/2014/main" id="{7FD2C067-8BA0-6028-41E4-EED58A45D91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97796" y="4655336"/>
                <a:ext cx="4048650" cy="70995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 spc="100" baseline="0">
                    <a:solidFill>
                      <a:schemeClr val="accent3">
                        <a:lumMod val="50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 sz="1600" kern="1200" spc="100" baseline="0">
                    <a:solidFill>
                      <a:schemeClr val="accent3">
                        <a:lumMod val="50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2"/>
                  </a:buClr>
                  <a:buFont typeface="Calibri Light" panose="020F0302020204030204" pitchFamily="34" charset="0"/>
                  <a:buChar char="‒"/>
                  <a:defRPr sz="1600" kern="1200" spc="100" baseline="0">
                    <a:solidFill>
                      <a:schemeClr val="accent3">
                        <a:lumMod val="50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2"/>
                  </a:buClr>
                  <a:buFont typeface="Segoe UI Light" panose="020B0502040204020203" pitchFamily="34" charset="0"/>
                  <a:buChar char="»"/>
                  <a:defRPr sz="1600" kern="1200" spc="100" baseline="0">
                    <a:solidFill>
                      <a:schemeClr val="accent3">
                        <a:lumMod val="50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 spc="100" baseline="0">
                    <a:solidFill>
                      <a:schemeClr val="accent3">
                        <a:lumMod val="50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B0F0"/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ontserrat" panose="00000500000000000000" pitchFamily="2" charset="0"/>
                    <a:ea typeface="+mn-ea"/>
                    <a:cs typeface="+mn-cs"/>
                  </a:rPr>
                  <a:t>Fazila Awan</a:t>
                </a: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8" name="Title 8">
            <a:extLst>
              <a:ext uri="{FF2B5EF4-FFF2-40B4-BE49-F238E27FC236}">
                <a16:creationId xmlns:a16="http://schemas.microsoft.com/office/drawing/2014/main" id="{4BB787E7-FCE1-FC6A-3E0B-3DF81B40C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898" y="1215634"/>
            <a:ext cx="4847324" cy="7778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6A8D6C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Supervisor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17CEF19-A699-D0B3-7467-03243EB2D8C1}"/>
              </a:ext>
            </a:extLst>
          </p:cNvPr>
          <p:cNvGrpSpPr/>
          <p:nvPr/>
        </p:nvGrpSpPr>
        <p:grpSpPr>
          <a:xfrm>
            <a:off x="446125" y="322548"/>
            <a:ext cx="1576934" cy="467540"/>
            <a:chOff x="467603" y="1872486"/>
            <a:chExt cx="11480919" cy="340393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2EB992D-D262-4E62-998E-BC1E7379037C}"/>
                </a:ext>
              </a:extLst>
            </p:cNvPr>
            <p:cNvGrpSpPr/>
            <p:nvPr/>
          </p:nvGrpSpPr>
          <p:grpSpPr>
            <a:xfrm rot="20219350">
              <a:off x="467603" y="1872486"/>
              <a:ext cx="4969439" cy="3403939"/>
              <a:chOff x="1091790" y="1470063"/>
              <a:chExt cx="6111406" cy="4186157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3582250-673B-D9DE-531E-D47BC5150D5D}"/>
                  </a:ext>
                </a:extLst>
              </p:cNvPr>
              <p:cNvSpPr/>
              <p:nvPr/>
            </p:nvSpPr>
            <p:spPr>
              <a:xfrm>
                <a:off x="1091790" y="1470063"/>
                <a:ext cx="3231296" cy="3917871"/>
              </a:xfrm>
              <a:custGeom>
                <a:avLst/>
                <a:gdLst>
                  <a:gd name="connsiteX0" fmla="*/ 3231296 w 3231296"/>
                  <a:gd name="connsiteY0" fmla="*/ 0 h 3917871"/>
                  <a:gd name="connsiteX1" fmla="*/ 3231296 w 3231296"/>
                  <a:gd name="connsiteY1" fmla="*/ 3917871 h 3917871"/>
                  <a:gd name="connsiteX2" fmla="*/ 1753266 w 3231296"/>
                  <a:gd name="connsiteY2" fmla="*/ 3279476 h 3917871"/>
                  <a:gd name="connsiteX3" fmla="*/ 1753266 w 3231296"/>
                  <a:gd name="connsiteY3" fmla="*/ 2954984 h 3917871"/>
                  <a:gd name="connsiteX4" fmla="*/ 2328783 w 3231296"/>
                  <a:gd name="connsiteY4" fmla="*/ 2506385 h 3917871"/>
                  <a:gd name="connsiteX5" fmla="*/ 2549091 w 3231296"/>
                  <a:gd name="connsiteY5" fmla="*/ 1806895 h 3917871"/>
                  <a:gd name="connsiteX6" fmla="*/ 2126343 w 3231296"/>
                  <a:gd name="connsiteY6" fmla="*/ 1000993 h 3917871"/>
                  <a:gd name="connsiteX7" fmla="*/ 1334874 w 3231296"/>
                  <a:gd name="connsiteY7" fmla="*/ 1374217 h 3917871"/>
                  <a:gd name="connsiteX8" fmla="*/ 1885661 w 3231296"/>
                  <a:gd name="connsiteY8" fmla="*/ 1547156 h 3917871"/>
                  <a:gd name="connsiteX9" fmla="*/ 1925646 w 3231296"/>
                  <a:gd name="connsiteY9" fmla="*/ 1622532 h 3917871"/>
                  <a:gd name="connsiteX10" fmla="*/ 1850133 w 3231296"/>
                  <a:gd name="connsiteY10" fmla="*/ 1660636 h 3917871"/>
                  <a:gd name="connsiteX11" fmla="*/ 1296768 w 3231296"/>
                  <a:gd name="connsiteY11" fmla="*/ 1487696 h 3917871"/>
                  <a:gd name="connsiteX12" fmla="*/ 1261275 w 3231296"/>
                  <a:gd name="connsiteY12" fmla="*/ 1601178 h 3917871"/>
                  <a:gd name="connsiteX13" fmla="*/ 1814640 w 3231296"/>
                  <a:gd name="connsiteY13" fmla="*/ 1774118 h 3917871"/>
                  <a:gd name="connsiteX14" fmla="*/ 1854485 w 3231296"/>
                  <a:gd name="connsiteY14" fmla="*/ 1847719 h 3917871"/>
                  <a:gd name="connsiteX15" fmla="*/ 1778972 w 3231296"/>
                  <a:gd name="connsiteY15" fmla="*/ 1887564 h 3917871"/>
                  <a:gd name="connsiteX16" fmla="*/ 1225747 w 3231296"/>
                  <a:gd name="connsiteY16" fmla="*/ 1714660 h 3917871"/>
                  <a:gd name="connsiteX17" fmla="*/ 1190115 w 3231296"/>
                  <a:gd name="connsiteY17" fmla="*/ 1827306 h 3917871"/>
                  <a:gd name="connsiteX18" fmla="*/ 1743480 w 3231296"/>
                  <a:gd name="connsiteY18" fmla="*/ 2002022 h 3917871"/>
                  <a:gd name="connsiteX19" fmla="*/ 1781690 w 3231296"/>
                  <a:gd name="connsiteY19" fmla="*/ 2075481 h 3917871"/>
                  <a:gd name="connsiteX20" fmla="*/ 1707952 w 3231296"/>
                  <a:gd name="connsiteY20" fmla="*/ 2115469 h 3917871"/>
                  <a:gd name="connsiteX21" fmla="*/ 1155563 w 3231296"/>
                  <a:gd name="connsiteY21" fmla="*/ 1941588 h 3917871"/>
                  <a:gd name="connsiteX22" fmla="*/ 1120035 w 3231296"/>
                  <a:gd name="connsiteY22" fmla="*/ 2055070 h 3917871"/>
                  <a:gd name="connsiteX23" fmla="*/ 1673397 w 3231296"/>
                  <a:gd name="connsiteY23" fmla="*/ 2228010 h 3917871"/>
                  <a:gd name="connsiteX24" fmla="*/ 1711503 w 3231296"/>
                  <a:gd name="connsiteY24" fmla="*/ 2303386 h 3917871"/>
                  <a:gd name="connsiteX25" fmla="*/ 1637869 w 3231296"/>
                  <a:gd name="connsiteY25" fmla="*/ 2341492 h 3917871"/>
                  <a:gd name="connsiteX26" fmla="*/ 1086281 w 3231296"/>
                  <a:gd name="connsiteY26" fmla="*/ 2168692 h 3917871"/>
                  <a:gd name="connsiteX27" fmla="*/ 1494887 w 3231296"/>
                  <a:gd name="connsiteY27" fmla="*/ 2918655 h 3917871"/>
                  <a:gd name="connsiteX28" fmla="*/ 1494887 w 3231296"/>
                  <a:gd name="connsiteY28" fmla="*/ 2844220 h 3917871"/>
                  <a:gd name="connsiteX29" fmla="*/ 1392694 w 3231296"/>
                  <a:gd name="connsiteY29" fmla="*/ 2671277 h 3917871"/>
                  <a:gd name="connsiteX30" fmla="*/ 1590814 w 3231296"/>
                  <a:gd name="connsiteY30" fmla="*/ 2471833 h 3917871"/>
                  <a:gd name="connsiteX31" fmla="*/ 1608509 w 3231296"/>
                  <a:gd name="connsiteY31" fmla="*/ 2473610 h 3917871"/>
                  <a:gd name="connsiteX32" fmla="*/ 1593392 w 3231296"/>
                  <a:gd name="connsiteY32" fmla="*/ 2478103 h 3917871"/>
                  <a:gd name="connsiteX33" fmla="*/ 1586321 w 3231296"/>
                  <a:gd name="connsiteY33" fmla="*/ 2480681 h 3917871"/>
                  <a:gd name="connsiteX34" fmla="*/ 1584544 w 3231296"/>
                  <a:gd name="connsiteY34" fmla="*/ 2480681 h 3917871"/>
                  <a:gd name="connsiteX35" fmla="*/ 1566709 w 3231296"/>
                  <a:gd name="connsiteY35" fmla="*/ 2487751 h 3917871"/>
                  <a:gd name="connsiteX36" fmla="*/ 1546298 w 3231296"/>
                  <a:gd name="connsiteY36" fmla="*/ 2501091 h 3917871"/>
                  <a:gd name="connsiteX37" fmla="*/ 1543723 w 3231296"/>
                  <a:gd name="connsiteY37" fmla="*/ 2502833 h 3917871"/>
                  <a:gd name="connsiteX38" fmla="*/ 1539228 w 3231296"/>
                  <a:gd name="connsiteY38" fmla="*/ 2505584 h 3917871"/>
                  <a:gd name="connsiteX39" fmla="*/ 1528638 w 3231296"/>
                  <a:gd name="connsiteY39" fmla="*/ 2514396 h 3917871"/>
                  <a:gd name="connsiteX40" fmla="*/ 1526864 w 3231296"/>
                  <a:gd name="connsiteY40" fmla="*/ 2516173 h 3917871"/>
                  <a:gd name="connsiteX41" fmla="*/ 1524146 w 3231296"/>
                  <a:gd name="connsiteY41" fmla="*/ 2517950 h 3917871"/>
                  <a:gd name="connsiteX42" fmla="*/ 1524146 w 3231296"/>
                  <a:gd name="connsiteY42" fmla="*/ 2519725 h 3917871"/>
                  <a:gd name="connsiteX43" fmla="*/ 1521431 w 3231296"/>
                  <a:gd name="connsiteY43" fmla="*/ 2522303 h 3917871"/>
                  <a:gd name="connsiteX44" fmla="*/ 1519653 w 3231296"/>
                  <a:gd name="connsiteY44" fmla="*/ 2522303 h 3917871"/>
                  <a:gd name="connsiteX45" fmla="*/ 1517075 w 3231296"/>
                  <a:gd name="connsiteY45" fmla="*/ 2525021 h 3917871"/>
                  <a:gd name="connsiteX46" fmla="*/ 1514360 w 3231296"/>
                  <a:gd name="connsiteY46" fmla="*/ 2527739 h 3917871"/>
                  <a:gd name="connsiteX47" fmla="*/ 1511746 w 3231296"/>
                  <a:gd name="connsiteY47" fmla="*/ 2532091 h 3917871"/>
                  <a:gd name="connsiteX48" fmla="*/ 1509031 w 3231296"/>
                  <a:gd name="connsiteY48" fmla="*/ 2534809 h 3917871"/>
                  <a:gd name="connsiteX49" fmla="*/ 1506313 w 3231296"/>
                  <a:gd name="connsiteY49" fmla="*/ 2539162 h 3917871"/>
                  <a:gd name="connsiteX50" fmla="*/ 1501958 w 3231296"/>
                  <a:gd name="connsiteY50" fmla="*/ 2542714 h 3917871"/>
                  <a:gd name="connsiteX51" fmla="*/ 1499243 w 3231296"/>
                  <a:gd name="connsiteY51" fmla="*/ 2545432 h 3917871"/>
                  <a:gd name="connsiteX52" fmla="*/ 1499243 w 3231296"/>
                  <a:gd name="connsiteY52" fmla="*/ 2547209 h 3917871"/>
                  <a:gd name="connsiteX53" fmla="*/ 1497465 w 3231296"/>
                  <a:gd name="connsiteY53" fmla="*/ 2547209 h 3917871"/>
                  <a:gd name="connsiteX54" fmla="*/ 1495688 w 3231296"/>
                  <a:gd name="connsiteY54" fmla="*/ 2549787 h 3917871"/>
                  <a:gd name="connsiteX55" fmla="*/ 1489454 w 3231296"/>
                  <a:gd name="connsiteY55" fmla="*/ 2556057 h 3917871"/>
                  <a:gd name="connsiteX56" fmla="*/ 1489454 w 3231296"/>
                  <a:gd name="connsiteY56" fmla="*/ 2557831 h 3917871"/>
                  <a:gd name="connsiteX57" fmla="*/ 1487677 w 3231296"/>
                  <a:gd name="connsiteY57" fmla="*/ 2560549 h 3917871"/>
                  <a:gd name="connsiteX58" fmla="*/ 1485902 w 3231296"/>
                  <a:gd name="connsiteY58" fmla="*/ 2560549 h 3917871"/>
                  <a:gd name="connsiteX59" fmla="*/ 1485902 w 3231296"/>
                  <a:gd name="connsiteY59" fmla="*/ 2562326 h 3917871"/>
                  <a:gd name="connsiteX60" fmla="*/ 1484125 w 3231296"/>
                  <a:gd name="connsiteY60" fmla="*/ 2564902 h 3917871"/>
                  <a:gd name="connsiteX61" fmla="*/ 1481547 w 3231296"/>
                  <a:gd name="connsiteY61" fmla="*/ 2569397 h 3917871"/>
                  <a:gd name="connsiteX62" fmla="*/ 1479770 w 3231296"/>
                  <a:gd name="connsiteY62" fmla="*/ 2573749 h 3917871"/>
                  <a:gd name="connsiteX63" fmla="*/ 1477055 w 3231296"/>
                  <a:gd name="connsiteY63" fmla="*/ 2576467 h 3917871"/>
                  <a:gd name="connsiteX64" fmla="*/ 1477055 w 3231296"/>
                  <a:gd name="connsiteY64" fmla="*/ 2578244 h 3917871"/>
                  <a:gd name="connsiteX65" fmla="*/ 1475278 w 3231296"/>
                  <a:gd name="connsiteY65" fmla="*/ 2582701 h 3917871"/>
                  <a:gd name="connsiteX66" fmla="*/ 1473536 w 3231296"/>
                  <a:gd name="connsiteY66" fmla="*/ 2587057 h 3917871"/>
                  <a:gd name="connsiteX67" fmla="*/ 1470821 w 3231296"/>
                  <a:gd name="connsiteY67" fmla="*/ 2589807 h 3917871"/>
                  <a:gd name="connsiteX68" fmla="*/ 1470821 w 3231296"/>
                  <a:gd name="connsiteY68" fmla="*/ 2592385 h 3917871"/>
                  <a:gd name="connsiteX69" fmla="*/ 1469043 w 3231296"/>
                  <a:gd name="connsiteY69" fmla="*/ 2594163 h 3917871"/>
                  <a:gd name="connsiteX70" fmla="*/ 1469043 w 3231296"/>
                  <a:gd name="connsiteY70" fmla="*/ 2597679 h 3917871"/>
                  <a:gd name="connsiteX71" fmla="*/ 1467266 w 3231296"/>
                  <a:gd name="connsiteY71" fmla="*/ 2599456 h 3917871"/>
                  <a:gd name="connsiteX72" fmla="*/ 1467266 w 3231296"/>
                  <a:gd name="connsiteY72" fmla="*/ 2602174 h 3917871"/>
                  <a:gd name="connsiteX73" fmla="*/ 1465492 w 3231296"/>
                  <a:gd name="connsiteY73" fmla="*/ 2604749 h 3917871"/>
                  <a:gd name="connsiteX74" fmla="*/ 1465492 w 3231296"/>
                  <a:gd name="connsiteY74" fmla="*/ 2606527 h 3917871"/>
                  <a:gd name="connsiteX75" fmla="*/ 1463715 w 3231296"/>
                  <a:gd name="connsiteY75" fmla="*/ 2609244 h 3917871"/>
                  <a:gd name="connsiteX76" fmla="*/ 1461973 w 3231296"/>
                  <a:gd name="connsiteY76" fmla="*/ 2613737 h 3917871"/>
                  <a:gd name="connsiteX77" fmla="*/ 1461973 w 3231296"/>
                  <a:gd name="connsiteY77" fmla="*/ 2615514 h 3917871"/>
                  <a:gd name="connsiteX78" fmla="*/ 1460196 w 3231296"/>
                  <a:gd name="connsiteY78" fmla="*/ 2622585 h 3917871"/>
                  <a:gd name="connsiteX79" fmla="*/ 1460196 w 3231296"/>
                  <a:gd name="connsiteY79" fmla="*/ 2625163 h 3917871"/>
                  <a:gd name="connsiteX80" fmla="*/ 1458419 w 3231296"/>
                  <a:gd name="connsiteY80" fmla="*/ 2626937 h 3917871"/>
                  <a:gd name="connsiteX81" fmla="*/ 1458419 w 3231296"/>
                  <a:gd name="connsiteY81" fmla="*/ 2634008 h 3917871"/>
                  <a:gd name="connsiteX82" fmla="*/ 1456644 w 3231296"/>
                  <a:gd name="connsiteY82" fmla="*/ 2634008 h 3917871"/>
                  <a:gd name="connsiteX83" fmla="*/ 1456644 w 3231296"/>
                  <a:gd name="connsiteY83" fmla="*/ 2644773 h 3917871"/>
                  <a:gd name="connsiteX84" fmla="*/ 1454902 w 3231296"/>
                  <a:gd name="connsiteY84" fmla="*/ 2647351 h 3917871"/>
                  <a:gd name="connsiteX85" fmla="*/ 1454902 w 3231296"/>
                  <a:gd name="connsiteY85" fmla="*/ 2664207 h 3917871"/>
                  <a:gd name="connsiteX86" fmla="*/ 1556923 w 3231296"/>
                  <a:gd name="connsiteY86" fmla="*/ 2837146 h 3917871"/>
                  <a:gd name="connsiteX87" fmla="*/ 1556923 w 3231296"/>
                  <a:gd name="connsiteY87" fmla="*/ 3763600 h 3917871"/>
                  <a:gd name="connsiteX88" fmla="*/ 992969 w 3231296"/>
                  <a:gd name="connsiteY88" fmla="*/ 2954183 h 3917871"/>
                  <a:gd name="connsiteX89" fmla="*/ 0 w 3231296"/>
                  <a:gd name="connsiteY89" fmla="*/ 2524080 h 3917871"/>
                  <a:gd name="connsiteX90" fmla="*/ 0 w 3231296"/>
                  <a:gd name="connsiteY90" fmla="*/ 1393827 h 3917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</a:cxnLst>
                <a:rect l="l" t="t" r="r" b="b"/>
                <a:pathLst>
                  <a:path w="3231296" h="3917871">
                    <a:moveTo>
                      <a:pt x="3231296" y="0"/>
                    </a:moveTo>
                    <a:lnTo>
                      <a:pt x="3231296" y="3917871"/>
                    </a:lnTo>
                    <a:lnTo>
                      <a:pt x="1753266" y="3279476"/>
                    </a:lnTo>
                    <a:lnTo>
                      <a:pt x="1753266" y="2954984"/>
                    </a:lnTo>
                    <a:cubicBezTo>
                      <a:pt x="2011784" y="2939066"/>
                      <a:pt x="2247173" y="2766126"/>
                      <a:pt x="2328783" y="2506385"/>
                    </a:cubicBezTo>
                    <a:lnTo>
                      <a:pt x="2549091" y="1806895"/>
                    </a:lnTo>
                    <a:cubicBezTo>
                      <a:pt x="2653969" y="1469063"/>
                      <a:pt x="2464730" y="1105628"/>
                      <a:pt x="2126343" y="1000993"/>
                    </a:cubicBezTo>
                    <a:cubicBezTo>
                      <a:pt x="1803875" y="899110"/>
                      <a:pt x="1457478" y="1067521"/>
                      <a:pt x="1334874" y="1374217"/>
                    </a:cubicBezTo>
                    <a:lnTo>
                      <a:pt x="1885661" y="1547156"/>
                    </a:lnTo>
                    <a:cubicBezTo>
                      <a:pt x="1916661" y="1557779"/>
                      <a:pt x="1934493" y="1591497"/>
                      <a:pt x="1925646" y="1622532"/>
                    </a:cubicBezTo>
                    <a:cubicBezTo>
                      <a:pt x="1914919" y="1653565"/>
                      <a:pt x="1881166" y="1671225"/>
                      <a:pt x="1850133" y="1660636"/>
                    </a:cubicBezTo>
                    <a:lnTo>
                      <a:pt x="1296768" y="1487696"/>
                    </a:lnTo>
                    <a:lnTo>
                      <a:pt x="1261275" y="1601178"/>
                    </a:lnTo>
                    <a:lnTo>
                      <a:pt x="1814640" y="1774118"/>
                    </a:lnTo>
                    <a:cubicBezTo>
                      <a:pt x="1845640" y="1784707"/>
                      <a:pt x="1863473" y="1816683"/>
                      <a:pt x="1854485" y="1847719"/>
                    </a:cubicBezTo>
                    <a:cubicBezTo>
                      <a:pt x="1843863" y="1880493"/>
                      <a:pt x="1810145" y="1896412"/>
                      <a:pt x="1778972" y="1887564"/>
                    </a:cubicBezTo>
                    <a:lnTo>
                      <a:pt x="1225747" y="1714660"/>
                    </a:lnTo>
                    <a:lnTo>
                      <a:pt x="1190115" y="1827306"/>
                    </a:lnTo>
                    <a:lnTo>
                      <a:pt x="1743480" y="2002022"/>
                    </a:lnTo>
                    <a:cubicBezTo>
                      <a:pt x="1774617" y="2010834"/>
                      <a:pt x="1792312" y="2044448"/>
                      <a:pt x="1781690" y="2075481"/>
                    </a:cubicBezTo>
                    <a:cubicBezTo>
                      <a:pt x="1772842" y="2106517"/>
                      <a:pt x="1739125" y="2124316"/>
                      <a:pt x="1707952" y="2115469"/>
                    </a:cubicBezTo>
                    <a:lnTo>
                      <a:pt x="1155563" y="1941588"/>
                    </a:lnTo>
                    <a:lnTo>
                      <a:pt x="1120035" y="2055070"/>
                    </a:lnTo>
                    <a:lnTo>
                      <a:pt x="1673397" y="2228010"/>
                    </a:lnTo>
                    <a:cubicBezTo>
                      <a:pt x="1704433" y="2238635"/>
                      <a:pt x="1722233" y="2272350"/>
                      <a:pt x="1711503" y="2303386"/>
                    </a:cubicBezTo>
                    <a:cubicBezTo>
                      <a:pt x="1702656" y="2334421"/>
                      <a:pt x="1668905" y="2352081"/>
                      <a:pt x="1637869" y="2341492"/>
                    </a:cubicBezTo>
                    <a:lnTo>
                      <a:pt x="1086281" y="2168692"/>
                    </a:lnTo>
                    <a:cubicBezTo>
                      <a:pt x="1013379" y="2483396"/>
                      <a:pt x="1188337" y="2807888"/>
                      <a:pt x="1494887" y="2918655"/>
                    </a:cubicBezTo>
                    <a:lnTo>
                      <a:pt x="1494887" y="2844220"/>
                    </a:lnTo>
                    <a:cubicBezTo>
                      <a:pt x="1434492" y="2810466"/>
                      <a:pt x="1392694" y="2744912"/>
                      <a:pt x="1392694" y="2671277"/>
                    </a:cubicBezTo>
                    <a:cubicBezTo>
                      <a:pt x="1392694" y="2562326"/>
                      <a:pt x="1481547" y="2471833"/>
                      <a:pt x="1590814" y="2471833"/>
                    </a:cubicBezTo>
                    <a:cubicBezTo>
                      <a:pt x="1596944" y="2471833"/>
                      <a:pt x="1602237" y="2473610"/>
                      <a:pt x="1608509" y="2473610"/>
                    </a:cubicBezTo>
                    <a:cubicBezTo>
                      <a:pt x="1604014" y="2475349"/>
                      <a:pt x="1597884" y="2476325"/>
                      <a:pt x="1593392" y="2478103"/>
                    </a:cubicBezTo>
                    <a:cubicBezTo>
                      <a:pt x="1590814" y="2478103"/>
                      <a:pt x="1587122" y="2479844"/>
                      <a:pt x="1586321" y="2480681"/>
                    </a:cubicBezTo>
                    <a:lnTo>
                      <a:pt x="1584544" y="2480681"/>
                    </a:lnTo>
                    <a:cubicBezTo>
                      <a:pt x="1578274" y="2483396"/>
                      <a:pt x="1572981" y="2485173"/>
                      <a:pt x="1566709" y="2487751"/>
                    </a:cubicBezTo>
                    <a:cubicBezTo>
                      <a:pt x="1559641" y="2492244"/>
                      <a:pt x="1553404" y="2496599"/>
                      <a:pt x="1546298" y="2501091"/>
                    </a:cubicBezTo>
                    <a:lnTo>
                      <a:pt x="1543723" y="2502833"/>
                    </a:lnTo>
                    <a:lnTo>
                      <a:pt x="1539228" y="2505584"/>
                    </a:lnTo>
                    <a:cubicBezTo>
                      <a:pt x="1534735" y="2508162"/>
                      <a:pt x="1532157" y="2511681"/>
                      <a:pt x="1528638" y="2514396"/>
                    </a:cubicBezTo>
                    <a:lnTo>
                      <a:pt x="1526864" y="2516173"/>
                    </a:lnTo>
                    <a:lnTo>
                      <a:pt x="1524146" y="2517950"/>
                    </a:lnTo>
                    <a:lnTo>
                      <a:pt x="1524146" y="2519725"/>
                    </a:lnTo>
                    <a:lnTo>
                      <a:pt x="1521431" y="2522303"/>
                    </a:lnTo>
                    <a:lnTo>
                      <a:pt x="1519653" y="2522303"/>
                    </a:lnTo>
                    <a:lnTo>
                      <a:pt x="1517075" y="2525021"/>
                    </a:lnTo>
                    <a:lnTo>
                      <a:pt x="1514360" y="2527739"/>
                    </a:lnTo>
                    <a:lnTo>
                      <a:pt x="1511746" y="2532091"/>
                    </a:lnTo>
                    <a:lnTo>
                      <a:pt x="1509031" y="2534809"/>
                    </a:lnTo>
                    <a:lnTo>
                      <a:pt x="1506313" y="2539162"/>
                    </a:lnTo>
                    <a:lnTo>
                      <a:pt x="1501958" y="2542714"/>
                    </a:lnTo>
                    <a:lnTo>
                      <a:pt x="1499243" y="2545432"/>
                    </a:lnTo>
                    <a:lnTo>
                      <a:pt x="1499243" y="2547209"/>
                    </a:lnTo>
                    <a:lnTo>
                      <a:pt x="1497465" y="2547209"/>
                    </a:lnTo>
                    <a:lnTo>
                      <a:pt x="1495688" y="2549787"/>
                    </a:lnTo>
                    <a:lnTo>
                      <a:pt x="1489454" y="2556057"/>
                    </a:lnTo>
                    <a:lnTo>
                      <a:pt x="1489454" y="2557831"/>
                    </a:lnTo>
                    <a:lnTo>
                      <a:pt x="1487677" y="2560549"/>
                    </a:lnTo>
                    <a:lnTo>
                      <a:pt x="1485902" y="2560549"/>
                    </a:lnTo>
                    <a:lnTo>
                      <a:pt x="1485902" y="2562326"/>
                    </a:lnTo>
                    <a:lnTo>
                      <a:pt x="1484125" y="2564902"/>
                    </a:lnTo>
                    <a:lnTo>
                      <a:pt x="1481547" y="2569397"/>
                    </a:lnTo>
                    <a:lnTo>
                      <a:pt x="1479770" y="2573749"/>
                    </a:lnTo>
                    <a:lnTo>
                      <a:pt x="1477055" y="2576467"/>
                    </a:lnTo>
                    <a:lnTo>
                      <a:pt x="1477055" y="2578244"/>
                    </a:lnTo>
                    <a:lnTo>
                      <a:pt x="1475278" y="2582701"/>
                    </a:lnTo>
                    <a:lnTo>
                      <a:pt x="1473536" y="2587057"/>
                    </a:lnTo>
                    <a:lnTo>
                      <a:pt x="1470821" y="2589807"/>
                    </a:lnTo>
                    <a:lnTo>
                      <a:pt x="1470821" y="2592385"/>
                    </a:lnTo>
                    <a:lnTo>
                      <a:pt x="1469043" y="2594163"/>
                    </a:lnTo>
                    <a:lnTo>
                      <a:pt x="1469043" y="2597679"/>
                    </a:lnTo>
                    <a:lnTo>
                      <a:pt x="1467266" y="2599456"/>
                    </a:lnTo>
                    <a:lnTo>
                      <a:pt x="1467266" y="2602174"/>
                    </a:lnTo>
                    <a:lnTo>
                      <a:pt x="1465492" y="2604749"/>
                    </a:lnTo>
                    <a:lnTo>
                      <a:pt x="1465492" y="2606527"/>
                    </a:lnTo>
                    <a:lnTo>
                      <a:pt x="1463715" y="2609244"/>
                    </a:lnTo>
                    <a:lnTo>
                      <a:pt x="1461973" y="2613737"/>
                    </a:lnTo>
                    <a:lnTo>
                      <a:pt x="1461973" y="2615514"/>
                    </a:lnTo>
                    <a:cubicBezTo>
                      <a:pt x="1461973" y="2618089"/>
                      <a:pt x="1460196" y="2621644"/>
                      <a:pt x="1460196" y="2622585"/>
                    </a:cubicBezTo>
                    <a:lnTo>
                      <a:pt x="1460196" y="2625163"/>
                    </a:lnTo>
                    <a:lnTo>
                      <a:pt x="1458419" y="2626937"/>
                    </a:lnTo>
                    <a:lnTo>
                      <a:pt x="1458419" y="2634008"/>
                    </a:lnTo>
                    <a:lnTo>
                      <a:pt x="1456644" y="2634008"/>
                    </a:lnTo>
                    <a:lnTo>
                      <a:pt x="1456644" y="2644773"/>
                    </a:lnTo>
                    <a:lnTo>
                      <a:pt x="1454902" y="2647351"/>
                    </a:lnTo>
                    <a:lnTo>
                      <a:pt x="1454902" y="2664207"/>
                    </a:lnTo>
                    <a:cubicBezTo>
                      <a:pt x="1454902" y="2739583"/>
                      <a:pt x="1496665" y="2803396"/>
                      <a:pt x="1556923" y="2837146"/>
                    </a:cubicBezTo>
                    <a:lnTo>
                      <a:pt x="1556923" y="3763600"/>
                    </a:lnTo>
                    <a:lnTo>
                      <a:pt x="992969" y="2954183"/>
                    </a:lnTo>
                    <a:lnTo>
                      <a:pt x="0" y="2524080"/>
                    </a:lnTo>
                    <a:lnTo>
                      <a:pt x="0" y="1393827"/>
                    </a:lnTo>
                    <a:close/>
                  </a:path>
                </a:pathLst>
              </a:custGeom>
              <a:solidFill>
                <a:srgbClr val="3E4B6D"/>
              </a:solidFill>
              <a:ln w="97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32B1DDF-1BAA-9C48-EF3C-4B6B321985F3}"/>
                  </a:ext>
                </a:extLst>
              </p:cNvPr>
              <p:cNvSpPr txBox="1"/>
              <p:nvPr/>
            </p:nvSpPr>
            <p:spPr>
              <a:xfrm rot="1520721">
                <a:off x="3378064" y="2106818"/>
                <a:ext cx="3825132" cy="3549402"/>
              </a:xfrm>
              <a:custGeom>
                <a:avLst/>
                <a:gdLst/>
                <a:ahLst/>
                <a:cxnLst/>
                <a:rect l="l" t="t" r="r" b="b"/>
                <a:pathLst>
                  <a:path w="1620669" h="1503845">
                    <a:moveTo>
                      <a:pt x="0" y="0"/>
                    </a:moveTo>
                    <a:lnTo>
                      <a:pt x="501282" y="0"/>
                    </a:lnTo>
                    <a:lnTo>
                      <a:pt x="811397" y="1034425"/>
                    </a:lnTo>
                    <a:lnTo>
                      <a:pt x="1119388" y="0"/>
                    </a:lnTo>
                    <a:lnTo>
                      <a:pt x="1620669" y="0"/>
                    </a:lnTo>
                    <a:lnTo>
                      <a:pt x="1115140" y="1503845"/>
                    </a:lnTo>
                    <a:lnTo>
                      <a:pt x="505530" y="1503845"/>
                    </a:lnTo>
                    <a:close/>
                  </a:path>
                </a:pathLst>
              </a:custGeom>
              <a:solidFill>
                <a:srgbClr val="E3B43E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6700" dirty="0">
                  <a:solidFill>
                    <a:srgbClr val="E3B43E"/>
                  </a:solidFill>
                  <a:latin typeface="Poppins Black" panose="00000A00000000000000" pitchFamily="2" charset="0"/>
                  <a:cs typeface="Poppins Black" panose="00000A00000000000000" pitchFamily="2" charset="0"/>
                </a:endParaRPr>
              </a:p>
            </p:txBody>
          </p:sp>
        </p:grp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2BBE45A-3287-61E4-8B18-E1BE389B580E}"/>
                </a:ext>
              </a:extLst>
            </p:cNvPr>
            <p:cNvSpPr/>
            <p:nvPr/>
          </p:nvSpPr>
          <p:spPr>
            <a:xfrm>
              <a:off x="9710175" y="2058772"/>
              <a:ext cx="2238347" cy="2859891"/>
            </a:xfrm>
            <a:custGeom>
              <a:avLst/>
              <a:gdLst>
                <a:gd name="connsiteX0" fmla="*/ 1073934 w 2238347"/>
                <a:gd name="connsiteY0" fmla="*/ 0 h 2859891"/>
                <a:gd name="connsiteX1" fmla="*/ 1886269 w 2238347"/>
                <a:gd name="connsiteY1" fmla="*/ 236029 h 2859891"/>
                <a:gd name="connsiteX2" fmla="*/ 2202942 w 2238347"/>
                <a:gd name="connsiteY2" fmla="*/ 900846 h 2859891"/>
                <a:gd name="connsiteX3" fmla="*/ 1262758 w 2238347"/>
                <a:gd name="connsiteY3" fmla="*/ 900846 h 2859891"/>
                <a:gd name="connsiteX4" fmla="*/ 1203751 w 2238347"/>
                <a:gd name="connsiteY4" fmla="*/ 731692 h 2859891"/>
                <a:gd name="connsiteX5" fmla="*/ 1070001 w 2238347"/>
                <a:gd name="connsiteY5" fmla="*/ 680552 h 2859891"/>
                <a:gd name="connsiteX6" fmla="*/ 979523 w 2238347"/>
                <a:gd name="connsiteY6" fmla="*/ 717923 h 2859891"/>
                <a:gd name="connsiteX7" fmla="*/ 944118 w 2238347"/>
                <a:gd name="connsiteY7" fmla="*/ 822170 h 2859891"/>
                <a:gd name="connsiteX8" fmla="*/ 1048365 w 2238347"/>
                <a:gd name="connsiteY8" fmla="*/ 977556 h 2859891"/>
                <a:gd name="connsiteX9" fmla="*/ 1380772 w 2238347"/>
                <a:gd name="connsiteY9" fmla="*/ 1125074 h 2859891"/>
                <a:gd name="connsiteX10" fmla="*/ 1815460 w 2238347"/>
                <a:gd name="connsiteY10" fmla="*/ 1313898 h 2859891"/>
                <a:gd name="connsiteX11" fmla="*/ 2112464 w 2238347"/>
                <a:gd name="connsiteY11" fmla="*/ 1565663 h 2859891"/>
                <a:gd name="connsiteX12" fmla="*/ 2238347 w 2238347"/>
                <a:gd name="connsiteY12" fmla="*/ 1970846 h 2859891"/>
                <a:gd name="connsiteX13" fmla="*/ 2112464 w 2238347"/>
                <a:gd name="connsiteY13" fmla="*/ 2429137 h 2859891"/>
                <a:gd name="connsiteX14" fmla="*/ 1746619 w 2238347"/>
                <a:gd name="connsiteY14" fmla="*/ 2745810 h 2859891"/>
                <a:gd name="connsiteX15" fmla="*/ 1176214 w 2238347"/>
                <a:gd name="connsiteY15" fmla="*/ 2859891 h 2859891"/>
                <a:gd name="connsiteX16" fmla="*/ 352077 w 2238347"/>
                <a:gd name="connsiteY16" fmla="*/ 2625828 h 2859891"/>
                <a:gd name="connsiteX17" fmla="*/ 0 w 2238347"/>
                <a:gd name="connsiteY17" fmla="*/ 1939376 h 2859891"/>
                <a:gd name="connsiteX18" fmla="*/ 928383 w 2238347"/>
                <a:gd name="connsiteY18" fmla="*/ 1939376 h 2859891"/>
                <a:gd name="connsiteX19" fmla="*/ 1140809 w 2238347"/>
                <a:gd name="connsiteY19" fmla="*/ 2179339 h 2859891"/>
                <a:gd name="connsiteX20" fmla="*/ 1260791 w 2238347"/>
                <a:gd name="connsiteY20" fmla="*/ 2145902 h 2859891"/>
                <a:gd name="connsiteX21" fmla="*/ 1309964 w 2238347"/>
                <a:gd name="connsiteY21" fmla="*/ 2041655 h 2859891"/>
                <a:gd name="connsiteX22" fmla="*/ 1203751 w 2238347"/>
                <a:gd name="connsiteY22" fmla="*/ 1882335 h 2859891"/>
                <a:gd name="connsiteX23" fmla="*/ 873309 w 2238347"/>
                <a:gd name="connsiteY23" fmla="*/ 1742684 h 2859891"/>
                <a:gd name="connsiteX24" fmla="*/ 430754 w 2238347"/>
                <a:gd name="connsiteY24" fmla="*/ 1557795 h 2859891"/>
                <a:gd name="connsiteX25" fmla="*/ 129817 w 2238347"/>
                <a:gd name="connsiteY25" fmla="*/ 1294229 h 2859891"/>
                <a:gd name="connsiteX26" fmla="*/ 7867 w 2238347"/>
                <a:gd name="connsiteY26" fmla="*/ 849706 h 2859891"/>
                <a:gd name="connsiteX27" fmla="*/ 147519 w 2238347"/>
                <a:gd name="connsiteY27" fmla="*/ 387482 h 2859891"/>
                <a:gd name="connsiteX28" fmla="*/ 529100 w 2238347"/>
                <a:gd name="connsiteY28" fmla="*/ 98345 h 2859891"/>
                <a:gd name="connsiteX29" fmla="*/ 1073934 w 2238347"/>
                <a:gd name="connsiteY29" fmla="*/ 0 h 2859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238347" h="2859891">
                  <a:moveTo>
                    <a:pt x="1073934" y="0"/>
                  </a:moveTo>
                  <a:cubicBezTo>
                    <a:pt x="1414865" y="0"/>
                    <a:pt x="1685643" y="78676"/>
                    <a:pt x="1886269" y="236029"/>
                  </a:cubicBezTo>
                  <a:cubicBezTo>
                    <a:pt x="2086894" y="393382"/>
                    <a:pt x="2192452" y="614988"/>
                    <a:pt x="2202942" y="900846"/>
                  </a:cubicBezTo>
                  <a:lnTo>
                    <a:pt x="1262758" y="900846"/>
                  </a:lnTo>
                  <a:cubicBezTo>
                    <a:pt x="1260135" y="822170"/>
                    <a:pt x="1240467" y="765785"/>
                    <a:pt x="1203751" y="731692"/>
                  </a:cubicBezTo>
                  <a:cubicBezTo>
                    <a:pt x="1167035" y="697598"/>
                    <a:pt x="1122451" y="680552"/>
                    <a:pt x="1070001" y="680552"/>
                  </a:cubicBezTo>
                  <a:cubicBezTo>
                    <a:pt x="1033285" y="680552"/>
                    <a:pt x="1003125" y="693009"/>
                    <a:pt x="979523" y="717923"/>
                  </a:cubicBezTo>
                  <a:cubicBezTo>
                    <a:pt x="955919" y="742837"/>
                    <a:pt x="944118" y="777586"/>
                    <a:pt x="944118" y="822170"/>
                  </a:cubicBezTo>
                  <a:cubicBezTo>
                    <a:pt x="944118" y="885111"/>
                    <a:pt x="978867" y="936906"/>
                    <a:pt x="1048365" y="977556"/>
                  </a:cubicBezTo>
                  <a:cubicBezTo>
                    <a:pt x="1117862" y="1018205"/>
                    <a:pt x="1228665" y="1067378"/>
                    <a:pt x="1380772" y="1125074"/>
                  </a:cubicBezTo>
                  <a:cubicBezTo>
                    <a:pt x="1556483" y="1190638"/>
                    <a:pt x="1701379" y="1253579"/>
                    <a:pt x="1815460" y="1313898"/>
                  </a:cubicBezTo>
                  <a:cubicBezTo>
                    <a:pt x="1929541" y="1374216"/>
                    <a:pt x="2028543" y="1458138"/>
                    <a:pt x="2112464" y="1565663"/>
                  </a:cubicBezTo>
                  <a:cubicBezTo>
                    <a:pt x="2196386" y="1673187"/>
                    <a:pt x="2238347" y="1808248"/>
                    <a:pt x="2238347" y="1970846"/>
                  </a:cubicBezTo>
                  <a:cubicBezTo>
                    <a:pt x="2238347" y="2141312"/>
                    <a:pt x="2196386" y="2294076"/>
                    <a:pt x="2112464" y="2429137"/>
                  </a:cubicBezTo>
                  <a:cubicBezTo>
                    <a:pt x="2028543" y="2564198"/>
                    <a:pt x="1906593" y="2669756"/>
                    <a:pt x="1746619" y="2745810"/>
                  </a:cubicBezTo>
                  <a:cubicBezTo>
                    <a:pt x="1586643" y="2821864"/>
                    <a:pt x="1396508" y="2859891"/>
                    <a:pt x="1176214" y="2859891"/>
                  </a:cubicBezTo>
                  <a:cubicBezTo>
                    <a:pt x="843150" y="2859891"/>
                    <a:pt x="568438" y="2781870"/>
                    <a:pt x="352077" y="2625828"/>
                  </a:cubicBezTo>
                  <a:cubicBezTo>
                    <a:pt x="135717" y="2469787"/>
                    <a:pt x="18358" y="2240969"/>
                    <a:pt x="0" y="1939376"/>
                  </a:cubicBezTo>
                  <a:lnTo>
                    <a:pt x="928383" y="1939376"/>
                  </a:lnTo>
                  <a:cubicBezTo>
                    <a:pt x="941495" y="2099351"/>
                    <a:pt x="1012305" y="2179339"/>
                    <a:pt x="1140809" y="2179339"/>
                  </a:cubicBezTo>
                  <a:cubicBezTo>
                    <a:pt x="1188015" y="2179339"/>
                    <a:pt x="1228009" y="2168193"/>
                    <a:pt x="1260791" y="2145902"/>
                  </a:cubicBezTo>
                  <a:cubicBezTo>
                    <a:pt x="1293573" y="2123610"/>
                    <a:pt x="1309964" y="2088861"/>
                    <a:pt x="1309964" y="2041655"/>
                  </a:cubicBezTo>
                  <a:cubicBezTo>
                    <a:pt x="1309964" y="1976091"/>
                    <a:pt x="1274559" y="1922985"/>
                    <a:pt x="1203751" y="1882335"/>
                  </a:cubicBezTo>
                  <a:cubicBezTo>
                    <a:pt x="1132941" y="1841686"/>
                    <a:pt x="1022795" y="1795136"/>
                    <a:pt x="873309" y="1742684"/>
                  </a:cubicBezTo>
                  <a:cubicBezTo>
                    <a:pt x="694975" y="1679743"/>
                    <a:pt x="547457" y="1618114"/>
                    <a:pt x="430754" y="1557795"/>
                  </a:cubicBezTo>
                  <a:cubicBezTo>
                    <a:pt x="314051" y="1497476"/>
                    <a:pt x="213738" y="1409621"/>
                    <a:pt x="129817" y="1294229"/>
                  </a:cubicBezTo>
                  <a:cubicBezTo>
                    <a:pt x="45895" y="1178836"/>
                    <a:pt x="5245" y="1030662"/>
                    <a:pt x="7867" y="849706"/>
                  </a:cubicBezTo>
                  <a:cubicBezTo>
                    <a:pt x="7867" y="668751"/>
                    <a:pt x="54418" y="514675"/>
                    <a:pt x="147519" y="387482"/>
                  </a:cubicBezTo>
                  <a:cubicBezTo>
                    <a:pt x="240619" y="260288"/>
                    <a:pt x="367813" y="163909"/>
                    <a:pt x="529100" y="98345"/>
                  </a:cubicBezTo>
                  <a:cubicBezTo>
                    <a:pt x="690387" y="32782"/>
                    <a:pt x="871998" y="0"/>
                    <a:pt x="1073934" y="0"/>
                  </a:cubicBezTo>
                  <a:close/>
                </a:path>
              </a:pathLst>
            </a:custGeom>
            <a:solidFill>
              <a:srgbClr val="E3B4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01AF3A2-9387-F204-139D-78D896970D6B}"/>
                </a:ext>
              </a:extLst>
            </p:cNvPr>
            <p:cNvSpPr/>
            <p:nvPr/>
          </p:nvSpPr>
          <p:spPr>
            <a:xfrm>
              <a:off x="8529894" y="2105978"/>
              <a:ext cx="873310" cy="2785148"/>
            </a:xfrm>
            <a:custGeom>
              <a:avLst/>
              <a:gdLst>
                <a:gd name="connsiteX0" fmla="*/ 0 w 873310"/>
                <a:gd name="connsiteY0" fmla="*/ 0 h 2785148"/>
                <a:gd name="connsiteX1" fmla="*/ 873310 w 873310"/>
                <a:gd name="connsiteY1" fmla="*/ 0 h 2785148"/>
                <a:gd name="connsiteX2" fmla="*/ 873310 w 873310"/>
                <a:gd name="connsiteY2" fmla="*/ 2785148 h 2785148"/>
                <a:gd name="connsiteX3" fmla="*/ 0 w 873310"/>
                <a:gd name="connsiteY3" fmla="*/ 2785148 h 2785148"/>
                <a:gd name="connsiteX4" fmla="*/ 0 w 873310"/>
                <a:gd name="connsiteY4" fmla="*/ 0 h 2785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3310" h="2785148">
                  <a:moveTo>
                    <a:pt x="0" y="0"/>
                  </a:moveTo>
                  <a:lnTo>
                    <a:pt x="873310" y="0"/>
                  </a:lnTo>
                  <a:lnTo>
                    <a:pt x="873310" y="2785148"/>
                  </a:lnTo>
                  <a:lnTo>
                    <a:pt x="0" y="2785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B4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4693E56-FE7B-091A-2925-09EBA2295EC3}"/>
                </a:ext>
              </a:extLst>
            </p:cNvPr>
            <p:cNvSpPr/>
            <p:nvPr/>
          </p:nvSpPr>
          <p:spPr>
            <a:xfrm>
              <a:off x="5355593" y="2058772"/>
              <a:ext cx="2864953" cy="2859891"/>
            </a:xfrm>
            <a:custGeom>
              <a:avLst/>
              <a:gdLst>
                <a:gd name="connsiteX0" fmla="*/ 1128 w 2864953"/>
                <a:gd name="connsiteY0" fmla="*/ 1446649 h 2859891"/>
                <a:gd name="connsiteX1" fmla="*/ 10924 w 2864953"/>
                <a:gd name="connsiteY1" fmla="*/ 1608789 h 2859891"/>
                <a:gd name="connsiteX2" fmla="*/ 1128 w 2864953"/>
                <a:gd name="connsiteY2" fmla="*/ 1608789 h 2859891"/>
                <a:gd name="connsiteX3" fmla="*/ 1128 w 2864953"/>
                <a:gd name="connsiteY3" fmla="*/ 1409310 h 2859891"/>
                <a:gd name="connsiteX4" fmla="*/ 1128 w 2864953"/>
                <a:gd name="connsiteY4" fmla="*/ 1446649 h 2859891"/>
                <a:gd name="connsiteX5" fmla="*/ 0 w 2864953"/>
                <a:gd name="connsiteY5" fmla="*/ 1427979 h 2859891"/>
                <a:gd name="connsiteX6" fmla="*/ 2856117 w 2864953"/>
                <a:gd name="connsiteY6" fmla="*/ 1299096 h 2859891"/>
                <a:gd name="connsiteX7" fmla="*/ 2864953 w 2864953"/>
                <a:gd name="connsiteY7" fmla="*/ 1299096 h 2859891"/>
                <a:gd name="connsiteX8" fmla="*/ 2864953 w 2864953"/>
                <a:gd name="connsiteY8" fmla="*/ 1608789 h 2859891"/>
                <a:gd name="connsiteX9" fmla="*/ 2853011 w 2864953"/>
                <a:gd name="connsiteY9" fmla="*/ 1608789 h 2859891"/>
                <a:gd name="connsiteX10" fmla="*/ 2863824 w 2864953"/>
                <a:gd name="connsiteY10" fmla="*/ 1427979 h 2859891"/>
                <a:gd name="connsiteX11" fmla="*/ 1999145 w 2864953"/>
                <a:gd name="connsiteY11" fmla="*/ 1299096 h 2859891"/>
                <a:gd name="connsiteX12" fmla="*/ 1999145 w 2864953"/>
                <a:gd name="connsiteY12" fmla="*/ 1608789 h 2859891"/>
                <a:gd name="connsiteX13" fmla="*/ 2198947 w 2864953"/>
                <a:gd name="connsiteY13" fmla="*/ 1608789 h 2859891"/>
                <a:gd name="connsiteX14" fmla="*/ 2198947 w 2864953"/>
                <a:gd name="connsiteY14" fmla="*/ 1299096 h 2859891"/>
                <a:gd name="connsiteX15" fmla="*/ 1128 w 2864953"/>
                <a:gd name="connsiteY15" fmla="*/ 1299096 h 2859891"/>
                <a:gd name="connsiteX16" fmla="*/ 7787 w 2864953"/>
                <a:gd name="connsiteY16" fmla="*/ 1299096 h 2859891"/>
                <a:gd name="connsiteX17" fmla="*/ 1128 w 2864953"/>
                <a:gd name="connsiteY17" fmla="*/ 1409310 h 2859891"/>
                <a:gd name="connsiteX18" fmla="*/ 2332148 w 2864953"/>
                <a:gd name="connsiteY18" fmla="*/ 1145914 h 2859891"/>
                <a:gd name="connsiteX19" fmla="*/ 2332148 w 2864953"/>
                <a:gd name="connsiteY19" fmla="*/ 1768630 h 2859891"/>
                <a:gd name="connsiteX20" fmla="*/ 2531950 w 2864953"/>
                <a:gd name="connsiteY20" fmla="*/ 1768630 h 2859891"/>
                <a:gd name="connsiteX21" fmla="*/ 2531950 w 2864953"/>
                <a:gd name="connsiteY21" fmla="*/ 1145914 h 2859891"/>
                <a:gd name="connsiteX22" fmla="*/ 1666142 w 2864953"/>
                <a:gd name="connsiteY22" fmla="*/ 1145914 h 2859891"/>
                <a:gd name="connsiteX23" fmla="*/ 1666142 w 2864953"/>
                <a:gd name="connsiteY23" fmla="*/ 1768630 h 2859891"/>
                <a:gd name="connsiteX24" fmla="*/ 1865944 w 2864953"/>
                <a:gd name="connsiteY24" fmla="*/ 1768630 h 2859891"/>
                <a:gd name="connsiteX25" fmla="*/ 1865944 w 2864953"/>
                <a:gd name="connsiteY25" fmla="*/ 1145914 h 2859891"/>
                <a:gd name="connsiteX26" fmla="*/ 334131 w 2864953"/>
                <a:gd name="connsiteY26" fmla="*/ 1145914 h 2859891"/>
                <a:gd name="connsiteX27" fmla="*/ 334131 w 2864953"/>
                <a:gd name="connsiteY27" fmla="*/ 1768630 h 2859891"/>
                <a:gd name="connsiteX28" fmla="*/ 533933 w 2864953"/>
                <a:gd name="connsiteY28" fmla="*/ 1768630 h 2859891"/>
                <a:gd name="connsiteX29" fmla="*/ 533933 w 2864953"/>
                <a:gd name="connsiteY29" fmla="*/ 1145914 h 2859891"/>
                <a:gd name="connsiteX30" fmla="*/ 1333139 w 2864953"/>
                <a:gd name="connsiteY30" fmla="*/ 989403 h 2859891"/>
                <a:gd name="connsiteX31" fmla="*/ 1333139 w 2864953"/>
                <a:gd name="connsiteY31" fmla="*/ 1921811 h 2859891"/>
                <a:gd name="connsiteX32" fmla="*/ 1532941 w 2864953"/>
                <a:gd name="connsiteY32" fmla="*/ 1921811 h 2859891"/>
                <a:gd name="connsiteX33" fmla="*/ 1532941 w 2864953"/>
                <a:gd name="connsiteY33" fmla="*/ 989403 h 2859891"/>
                <a:gd name="connsiteX34" fmla="*/ 667133 w 2864953"/>
                <a:gd name="connsiteY34" fmla="*/ 832892 h 2859891"/>
                <a:gd name="connsiteX35" fmla="*/ 667133 w 2864953"/>
                <a:gd name="connsiteY35" fmla="*/ 2074993 h 2859891"/>
                <a:gd name="connsiteX36" fmla="*/ 866935 w 2864953"/>
                <a:gd name="connsiteY36" fmla="*/ 2074993 h 2859891"/>
                <a:gd name="connsiteX37" fmla="*/ 866935 w 2864953"/>
                <a:gd name="connsiteY37" fmla="*/ 832892 h 2859891"/>
                <a:gd name="connsiteX38" fmla="*/ 1000136 w 2864953"/>
                <a:gd name="connsiteY38" fmla="*/ 523199 h 2859891"/>
                <a:gd name="connsiteX39" fmla="*/ 1000136 w 2864953"/>
                <a:gd name="connsiteY39" fmla="*/ 2388015 h 2859891"/>
                <a:gd name="connsiteX40" fmla="*/ 1199938 w 2864953"/>
                <a:gd name="connsiteY40" fmla="*/ 2388015 h 2859891"/>
                <a:gd name="connsiteX41" fmla="*/ 1199938 w 2864953"/>
                <a:gd name="connsiteY41" fmla="*/ 523199 h 2859891"/>
                <a:gd name="connsiteX42" fmla="*/ 1435846 w 2864953"/>
                <a:gd name="connsiteY42" fmla="*/ 0 h 2859891"/>
                <a:gd name="connsiteX43" fmla="*/ 2155736 w 2864953"/>
                <a:gd name="connsiteY43" fmla="*/ 182923 h 2859891"/>
                <a:gd name="connsiteX44" fmla="*/ 2673034 w 2864953"/>
                <a:gd name="connsiteY44" fmla="*/ 692353 h 2859891"/>
                <a:gd name="connsiteX45" fmla="*/ 2851900 w 2864953"/>
                <a:gd name="connsiteY45" fmla="*/ 1228583 h 2859891"/>
                <a:gd name="connsiteX46" fmla="*/ 2856117 w 2864953"/>
                <a:gd name="connsiteY46" fmla="*/ 1299096 h 2859891"/>
                <a:gd name="connsiteX47" fmla="*/ 2665151 w 2864953"/>
                <a:gd name="connsiteY47" fmla="*/ 1299096 h 2859891"/>
                <a:gd name="connsiteX48" fmla="*/ 2665151 w 2864953"/>
                <a:gd name="connsiteY48" fmla="*/ 1608789 h 2859891"/>
                <a:gd name="connsiteX49" fmla="*/ 2853011 w 2864953"/>
                <a:gd name="connsiteY49" fmla="*/ 1608789 h 2859891"/>
                <a:gd name="connsiteX50" fmla="*/ 2851900 w 2864953"/>
                <a:gd name="connsiteY50" fmla="*/ 1627375 h 2859891"/>
                <a:gd name="connsiteX51" fmla="*/ 2673034 w 2864953"/>
                <a:gd name="connsiteY51" fmla="*/ 2163604 h 2859891"/>
                <a:gd name="connsiteX52" fmla="*/ 2153769 w 2864953"/>
                <a:gd name="connsiteY52" fmla="*/ 2675001 h 2859891"/>
                <a:gd name="connsiteX53" fmla="*/ 1435846 w 2864953"/>
                <a:gd name="connsiteY53" fmla="*/ 2859891 h 2859891"/>
                <a:gd name="connsiteX54" fmla="*/ 713989 w 2864953"/>
                <a:gd name="connsiteY54" fmla="*/ 2675001 h 2859891"/>
                <a:gd name="connsiteX55" fmla="*/ 192757 w 2864953"/>
                <a:gd name="connsiteY55" fmla="*/ 2163604 h 2859891"/>
                <a:gd name="connsiteX56" fmla="*/ 12047 w 2864953"/>
                <a:gd name="connsiteY56" fmla="*/ 1627375 h 2859891"/>
                <a:gd name="connsiteX57" fmla="*/ 10924 w 2864953"/>
                <a:gd name="connsiteY57" fmla="*/ 1608789 h 2859891"/>
                <a:gd name="connsiteX58" fmla="*/ 200930 w 2864953"/>
                <a:gd name="connsiteY58" fmla="*/ 1608789 h 2859891"/>
                <a:gd name="connsiteX59" fmla="*/ 200930 w 2864953"/>
                <a:gd name="connsiteY59" fmla="*/ 1299096 h 2859891"/>
                <a:gd name="connsiteX60" fmla="*/ 7787 w 2864953"/>
                <a:gd name="connsiteY60" fmla="*/ 1299096 h 2859891"/>
                <a:gd name="connsiteX61" fmla="*/ 12047 w 2864953"/>
                <a:gd name="connsiteY61" fmla="*/ 1228583 h 2859891"/>
                <a:gd name="connsiteX62" fmla="*/ 192757 w 2864953"/>
                <a:gd name="connsiteY62" fmla="*/ 692353 h 2859891"/>
                <a:gd name="connsiteX63" fmla="*/ 713989 w 2864953"/>
                <a:gd name="connsiteY63" fmla="*/ 182923 h 2859891"/>
                <a:gd name="connsiteX64" fmla="*/ 1435846 w 2864953"/>
                <a:gd name="connsiteY64" fmla="*/ 0 h 2859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2864953" h="2859891">
                  <a:moveTo>
                    <a:pt x="1128" y="1446649"/>
                  </a:moveTo>
                  <a:lnTo>
                    <a:pt x="10924" y="1608789"/>
                  </a:lnTo>
                  <a:lnTo>
                    <a:pt x="1128" y="1608789"/>
                  </a:lnTo>
                  <a:close/>
                  <a:moveTo>
                    <a:pt x="1128" y="1409310"/>
                  </a:moveTo>
                  <a:lnTo>
                    <a:pt x="1128" y="1446649"/>
                  </a:lnTo>
                  <a:lnTo>
                    <a:pt x="0" y="1427979"/>
                  </a:lnTo>
                  <a:close/>
                  <a:moveTo>
                    <a:pt x="2856117" y="1299096"/>
                  </a:moveTo>
                  <a:lnTo>
                    <a:pt x="2864953" y="1299096"/>
                  </a:lnTo>
                  <a:lnTo>
                    <a:pt x="2864953" y="1608789"/>
                  </a:lnTo>
                  <a:lnTo>
                    <a:pt x="2853011" y="1608789"/>
                  </a:lnTo>
                  <a:lnTo>
                    <a:pt x="2863824" y="1427979"/>
                  </a:lnTo>
                  <a:close/>
                  <a:moveTo>
                    <a:pt x="1999145" y="1299096"/>
                  </a:moveTo>
                  <a:lnTo>
                    <a:pt x="1999145" y="1608789"/>
                  </a:lnTo>
                  <a:lnTo>
                    <a:pt x="2198947" y="1608789"/>
                  </a:lnTo>
                  <a:lnTo>
                    <a:pt x="2198947" y="1299096"/>
                  </a:lnTo>
                  <a:close/>
                  <a:moveTo>
                    <a:pt x="1128" y="1299096"/>
                  </a:moveTo>
                  <a:lnTo>
                    <a:pt x="7787" y="1299096"/>
                  </a:lnTo>
                  <a:lnTo>
                    <a:pt x="1128" y="1409310"/>
                  </a:lnTo>
                  <a:close/>
                  <a:moveTo>
                    <a:pt x="2332148" y="1145914"/>
                  </a:moveTo>
                  <a:lnTo>
                    <a:pt x="2332148" y="1768630"/>
                  </a:lnTo>
                  <a:lnTo>
                    <a:pt x="2531950" y="1768630"/>
                  </a:lnTo>
                  <a:lnTo>
                    <a:pt x="2531950" y="1145914"/>
                  </a:lnTo>
                  <a:close/>
                  <a:moveTo>
                    <a:pt x="1666142" y="1145914"/>
                  </a:moveTo>
                  <a:lnTo>
                    <a:pt x="1666142" y="1768630"/>
                  </a:lnTo>
                  <a:lnTo>
                    <a:pt x="1865944" y="1768630"/>
                  </a:lnTo>
                  <a:lnTo>
                    <a:pt x="1865944" y="1145914"/>
                  </a:lnTo>
                  <a:close/>
                  <a:moveTo>
                    <a:pt x="334131" y="1145914"/>
                  </a:moveTo>
                  <a:lnTo>
                    <a:pt x="334131" y="1768630"/>
                  </a:lnTo>
                  <a:lnTo>
                    <a:pt x="533933" y="1768630"/>
                  </a:lnTo>
                  <a:lnTo>
                    <a:pt x="533933" y="1145914"/>
                  </a:lnTo>
                  <a:close/>
                  <a:moveTo>
                    <a:pt x="1333139" y="989403"/>
                  </a:moveTo>
                  <a:lnTo>
                    <a:pt x="1333139" y="1921811"/>
                  </a:lnTo>
                  <a:lnTo>
                    <a:pt x="1532941" y="1921811"/>
                  </a:lnTo>
                  <a:lnTo>
                    <a:pt x="1532941" y="989403"/>
                  </a:lnTo>
                  <a:close/>
                  <a:moveTo>
                    <a:pt x="667133" y="832892"/>
                  </a:moveTo>
                  <a:lnTo>
                    <a:pt x="667133" y="2074993"/>
                  </a:lnTo>
                  <a:lnTo>
                    <a:pt x="866935" y="2074993"/>
                  </a:lnTo>
                  <a:lnTo>
                    <a:pt x="866935" y="832892"/>
                  </a:lnTo>
                  <a:close/>
                  <a:moveTo>
                    <a:pt x="1000136" y="523199"/>
                  </a:moveTo>
                  <a:lnTo>
                    <a:pt x="1000136" y="2388015"/>
                  </a:lnTo>
                  <a:lnTo>
                    <a:pt x="1199938" y="2388015"/>
                  </a:lnTo>
                  <a:lnTo>
                    <a:pt x="1199938" y="523199"/>
                  </a:lnTo>
                  <a:close/>
                  <a:moveTo>
                    <a:pt x="1435846" y="0"/>
                  </a:moveTo>
                  <a:cubicBezTo>
                    <a:pt x="1698101" y="0"/>
                    <a:pt x="1938064" y="60974"/>
                    <a:pt x="2155736" y="182923"/>
                  </a:cubicBezTo>
                  <a:cubicBezTo>
                    <a:pt x="2373408" y="304871"/>
                    <a:pt x="2545840" y="474681"/>
                    <a:pt x="2673034" y="692353"/>
                  </a:cubicBezTo>
                  <a:cubicBezTo>
                    <a:pt x="2768430" y="855607"/>
                    <a:pt x="2828051" y="1034350"/>
                    <a:pt x="2851900" y="1228583"/>
                  </a:cubicBezTo>
                  <a:lnTo>
                    <a:pt x="2856117" y="1299096"/>
                  </a:lnTo>
                  <a:lnTo>
                    <a:pt x="2665151" y="1299096"/>
                  </a:lnTo>
                  <a:lnTo>
                    <a:pt x="2665151" y="1608789"/>
                  </a:lnTo>
                  <a:lnTo>
                    <a:pt x="2853011" y="1608789"/>
                  </a:lnTo>
                  <a:lnTo>
                    <a:pt x="2851900" y="1627375"/>
                  </a:lnTo>
                  <a:cubicBezTo>
                    <a:pt x="2828051" y="1821607"/>
                    <a:pt x="2768430" y="2000350"/>
                    <a:pt x="2673034" y="2163604"/>
                  </a:cubicBezTo>
                  <a:cubicBezTo>
                    <a:pt x="2545840" y="2381275"/>
                    <a:pt x="2372752" y="2551741"/>
                    <a:pt x="2153769" y="2675001"/>
                  </a:cubicBezTo>
                  <a:cubicBezTo>
                    <a:pt x="1934786" y="2798261"/>
                    <a:pt x="1695479" y="2859891"/>
                    <a:pt x="1435846" y="2859891"/>
                  </a:cubicBezTo>
                  <a:cubicBezTo>
                    <a:pt x="1173591" y="2859891"/>
                    <a:pt x="932972" y="2798261"/>
                    <a:pt x="713989" y="2675001"/>
                  </a:cubicBezTo>
                  <a:cubicBezTo>
                    <a:pt x="495006" y="2551741"/>
                    <a:pt x="321262" y="2381275"/>
                    <a:pt x="192757" y="2163604"/>
                  </a:cubicBezTo>
                  <a:cubicBezTo>
                    <a:pt x="96378" y="2000350"/>
                    <a:pt x="36142" y="1821607"/>
                    <a:pt x="12047" y="1627375"/>
                  </a:cubicBezTo>
                  <a:lnTo>
                    <a:pt x="10924" y="1608789"/>
                  </a:lnTo>
                  <a:lnTo>
                    <a:pt x="200930" y="1608789"/>
                  </a:lnTo>
                  <a:lnTo>
                    <a:pt x="200930" y="1299096"/>
                  </a:lnTo>
                  <a:lnTo>
                    <a:pt x="7787" y="1299096"/>
                  </a:lnTo>
                  <a:lnTo>
                    <a:pt x="12047" y="1228583"/>
                  </a:lnTo>
                  <a:cubicBezTo>
                    <a:pt x="36142" y="1034350"/>
                    <a:pt x="96378" y="855607"/>
                    <a:pt x="192757" y="692353"/>
                  </a:cubicBezTo>
                  <a:cubicBezTo>
                    <a:pt x="321262" y="474681"/>
                    <a:pt x="495006" y="304871"/>
                    <a:pt x="713989" y="182923"/>
                  </a:cubicBezTo>
                  <a:cubicBezTo>
                    <a:pt x="932972" y="60974"/>
                    <a:pt x="1173591" y="0"/>
                    <a:pt x="1435846" y="0"/>
                  </a:cubicBezTo>
                  <a:close/>
                </a:path>
              </a:pathLst>
            </a:custGeom>
            <a:solidFill>
              <a:srgbClr val="6A8D6C"/>
            </a:solidFill>
            <a:ln w="32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Title 8">
            <a:extLst>
              <a:ext uri="{FF2B5EF4-FFF2-40B4-BE49-F238E27FC236}">
                <a16:creationId xmlns:a16="http://schemas.microsoft.com/office/drawing/2014/main" id="{3BFFE74C-06C9-07B5-FAB9-E9DECB8FA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737" y="1355846"/>
            <a:ext cx="4847324" cy="7778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6A8D6C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Problem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B00625-5BCD-C866-85BF-294D3F3D75FD}"/>
              </a:ext>
            </a:extLst>
          </p:cNvPr>
          <p:cNvSpPr txBox="1"/>
          <p:nvPr/>
        </p:nvSpPr>
        <p:spPr>
          <a:xfrm>
            <a:off x="918822" y="2260016"/>
            <a:ext cx="10455972" cy="3798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82880" algn="just">
              <a:lnSpc>
                <a:spcPct val="130000"/>
              </a:lnSpc>
              <a:spcAft>
                <a:spcPts val="2000"/>
              </a:spcAft>
              <a:defRPr/>
            </a:pPr>
            <a:r>
              <a:rPr lang="en-US" sz="25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Challenges faced by disabled people</a:t>
            </a:r>
            <a:endParaRPr lang="ur-PK" sz="25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  <a:cs typeface="Poppins" panose="00000500000000000000" pitchFamily="2" charset="0"/>
            </a:endParaRPr>
          </a:p>
          <a:p>
            <a:pPr marL="160020" indent="-342900" algn="just">
              <a:spcAft>
                <a:spcPts val="2000"/>
              </a:spcAft>
              <a:buFont typeface="Arial" panose="020B0604020202020204" pitchFamily="34" charset="0"/>
              <a:buChar char="•"/>
              <a:defRPr/>
            </a:pPr>
            <a:r>
              <a:rPr lang="en-US" sz="25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Technically use some basic softwares</a:t>
            </a:r>
            <a:endParaRPr lang="ur-PK" sz="25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  <a:cs typeface="Poppins" panose="00000500000000000000" pitchFamily="2" charset="0"/>
            </a:endParaRPr>
          </a:p>
          <a:p>
            <a:pPr marL="160020" indent="-342900" algn="just">
              <a:spcAft>
                <a:spcPts val="2000"/>
              </a:spcAft>
              <a:buFont typeface="Arial" panose="020B0604020202020204" pitchFamily="34" charset="0"/>
              <a:buChar char="•"/>
              <a:defRPr/>
            </a:pPr>
            <a:r>
              <a:rPr lang="en-US" sz="25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Dependent on others to do their work</a:t>
            </a:r>
          </a:p>
          <a:p>
            <a:pPr marL="160020" indent="-342900" algn="just">
              <a:spcAft>
                <a:spcPts val="2000"/>
              </a:spcAft>
              <a:buFont typeface="Arial" panose="020B0604020202020204" pitchFamily="34" charset="0"/>
              <a:buChar char="•"/>
              <a:defRPr/>
            </a:pPr>
            <a:r>
              <a:rPr lang="en-US" sz="25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socially exclusive</a:t>
            </a:r>
          </a:p>
          <a:p>
            <a:pPr marL="160020" indent="-342900" algn="just">
              <a:spcAft>
                <a:spcPts val="2000"/>
              </a:spcAft>
              <a:buFont typeface="Arial" panose="020B0604020202020204" pitchFamily="34" charset="0"/>
              <a:buChar char="•"/>
              <a:defRPr/>
            </a:pPr>
            <a:r>
              <a:rPr lang="en-US" sz="25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 low opportunity for growth </a:t>
            </a:r>
          </a:p>
          <a:p>
            <a:pPr marL="160020" indent="-342900" algn="just">
              <a:spcAft>
                <a:spcPts val="2000"/>
              </a:spcAft>
              <a:buFont typeface="Arial" panose="020B0604020202020204" pitchFamily="34" charset="0"/>
              <a:buChar char="•"/>
              <a:defRPr/>
            </a:pPr>
            <a:r>
              <a:rPr lang="en-US" sz="25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Not much contribution in the society</a:t>
            </a:r>
          </a:p>
        </p:txBody>
      </p:sp>
      <p:grpSp>
        <p:nvGrpSpPr>
          <p:cNvPr id="460" name="Group 459">
            <a:extLst>
              <a:ext uri="{FF2B5EF4-FFF2-40B4-BE49-F238E27FC236}">
                <a16:creationId xmlns:a16="http://schemas.microsoft.com/office/drawing/2014/main" id="{DB5451A9-CF25-451E-5F91-58E5C111446D}"/>
              </a:ext>
            </a:extLst>
          </p:cNvPr>
          <p:cNvGrpSpPr/>
          <p:nvPr/>
        </p:nvGrpSpPr>
        <p:grpSpPr>
          <a:xfrm>
            <a:off x="6480941" y="-1556211"/>
            <a:ext cx="8684602" cy="9982124"/>
            <a:chOff x="7332854" y="-230503"/>
            <a:chExt cx="6609802" cy="7597339"/>
          </a:xfrm>
        </p:grpSpPr>
        <p:pic>
          <p:nvPicPr>
            <p:cNvPr id="205" name="Graphic 204" descr="A puzzle piece">
              <a:extLst>
                <a:ext uri="{FF2B5EF4-FFF2-40B4-BE49-F238E27FC236}">
                  <a16:creationId xmlns:a16="http://schemas.microsoft.com/office/drawing/2014/main" id="{EC54F1C1-7CB6-FF5B-8CE4-237EC45064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5491524">
              <a:off x="7195897" y="2114223"/>
              <a:ext cx="5389570" cy="5115655"/>
            </a:xfrm>
            <a:prstGeom prst="rect">
              <a:avLst/>
            </a:prstGeom>
          </p:spPr>
        </p:pic>
        <p:pic>
          <p:nvPicPr>
            <p:cNvPr id="209" name="Graphic 208" descr="A puzzle piece">
              <a:extLst>
                <a:ext uri="{FF2B5EF4-FFF2-40B4-BE49-F238E27FC236}">
                  <a16:creationId xmlns:a16="http://schemas.microsoft.com/office/drawing/2014/main" id="{BBAE1814-1253-55F9-1975-8CC0DE4BB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833227">
              <a:off x="7346641" y="-103927"/>
              <a:ext cx="4981040" cy="4727887"/>
            </a:xfrm>
            <a:prstGeom prst="rect">
              <a:avLst/>
            </a:prstGeom>
          </p:spPr>
        </p:pic>
        <p:pic>
          <p:nvPicPr>
            <p:cNvPr id="459" name="Graphic 458" descr="A puzzle piece">
              <a:extLst>
                <a:ext uri="{FF2B5EF4-FFF2-40B4-BE49-F238E27FC236}">
                  <a16:creationId xmlns:a16="http://schemas.microsoft.com/office/drawing/2014/main" id="{AC92515B-718C-2CD4-25BA-769E342C0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3951168">
              <a:off x="9088193" y="1079239"/>
              <a:ext cx="4981040" cy="472788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17CEF19-A699-D0B3-7467-03243EB2D8C1}"/>
              </a:ext>
            </a:extLst>
          </p:cNvPr>
          <p:cNvGrpSpPr/>
          <p:nvPr/>
        </p:nvGrpSpPr>
        <p:grpSpPr>
          <a:xfrm>
            <a:off x="446125" y="322548"/>
            <a:ext cx="1576934" cy="467540"/>
            <a:chOff x="467603" y="1872486"/>
            <a:chExt cx="11480919" cy="340393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2EB992D-D262-4E62-998E-BC1E7379037C}"/>
                </a:ext>
              </a:extLst>
            </p:cNvPr>
            <p:cNvGrpSpPr/>
            <p:nvPr/>
          </p:nvGrpSpPr>
          <p:grpSpPr>
            <a:xfrm rot="20219350">
              <a:off x="467603" y="1872486"/>
              <a:ext cx="4969439" cy="3403939"/>
              <a:chOff x="1091790" y="1470063"/>
              <a:chExt cx="6111406" cy="4186157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3582250-673B-D9DE-531E-D47BC5150D5D}"/>
                  </a:ext>
                </a:extLst>
              </p:cNvPr>
              <p:cNvSpPr/>
              <p:nvPr/>
            </p:nvSpPr>
            <p:spPr>
              <a:xfrm>
                <a:off x="1091790" y="1470063"/>
                <a:ext cx="3231296" cy="3917871"/>
              </a:xfrm>
              <a:custGeom>
                <a:avLst/>
                <a:gdLst>
                  <a:gd name="connsiteX0" fmla="*/ 3231296 w 3231296"/>
                  <a:gd name="connsiteY0" fmla="*/ 0 h 3917871"/>
                  <a:gd name="connsiteX1" fmla="*/ 3231296 w 3231296"/>
                  <a:gd name="connsiteY1" fmla="*/ 3917871 h 3917871"/>
                  <a:gd name="connsiteX2" fmla="*/ 1753266 w 3231296"/>
                  <a:gd name="connsiteY2" fmla="*/ 3279476 h 3917871"/>
                  <a:gd name="connsiteX3" fmla="*/ 1753266 w 3231296"/>
                  <a:gd name="connsiteY3" fmla="*/ 2954984 h 3917871"/>
                  <a:gd name="connsiteX4" fmla="*/ 2328783 w 3231296"/>
                  <a:gd name="connsiteY4" fmla="*/ 2506385 h 3917871"/>
                  <a:gd name="connsiteX5" fmla="*/ 2549091 w 3231296"/>
                  <a:gd name="connsiteY5" fmla="*/ 1806895 h 3917871"/>
                  <a:gd name="connsiteX6" fmla="*/ 2126343 w 3231296"/>
                  <a:gd name="connsiteY6" fmla="*/ 1000993 h 3917871"/>
                  <a:gd name="connsiteX7" fmla="*/ 1334874 w 3231296"/>
                  <a:gd name="connsiteY7" fmla="*/ 1374217 h 3917871"/>
                  <a:gd name="connsiteX8" fmla="*/ 1885661 w 3231296"/>
                  <a:gd name="connsiteY8" fmla="*/ 1547156 h 3917871"/>
                  <a:gd name="connsiteX9" fmla="*/ 1925646 w 3231296"/>
                  <a:gd name="connsiteY9" fmla="*/ 1622532 h 3917871"/>
                  <a:gd name="connsiteX10" fmla="*/ 1850133 w 3231296"/>
                  <a:gd name="connsiteY10" fmla="*/ 1660636 h 3917871"/>
                  <a:gd name="connsiteX11" fmla="*/ 1296768 w 3231296"/>
                  <a:gd name="connsiteY11" fmla="*/ 1487696 h 3917871"/>
                  <a:gd name="connsiteX12" fmla="*/ 1261275 w 3231296"/>
                  <a:gd name="connsiteY12" fmla="*/ 1601178 h 3917871"/>
                  <a:gd name="connsiteX13" fmla="*/ 1814640 w 3231296"/>
                  <a:gd name="connsiteY13" fmla="*/ 1774118 h 3917871"/>
                  <a:gd name="connsiteX14" fmla="*/ 1854485 w 3231296"/>
                  <a:gd name="connsiteY14" fmla="*/ 1847719 h 3917871"/>
                  <a:gd name="connsiteX15" fmla="*/ 1778972 w 3231296"/>
                  <a:gd name="connsiteY15" fmla="*/ 1887564 h 3917871"/>
                  <a:gd name="connsiteX16" fmla="*/ 1225747 w 3231296"/>
                  <a:gd name="connsiteY16" fmla="*/ 1714660 h 3917871"/>
                  <a:gd name="connsiteX17" fmla="*/ 1190115 w 3231296"/>
                  <a:gd name="connsiteY17" fmla="*/ 1827306 h 3917871"/>
                  <a:gd name="connsiteX18" fmla="*/ 1743480 w 3231296"/>
                  <a:gd name="connsiteY18" fmla="*/ 2002022 h 3917871"/>
                  <a:gd name="connsiteX19" fmla="*/ 1781690 w 3231296"/>
                  <a:gd name="connsiteY19" fmla="*/ 2075481 h 3917871"/>
                  <a:gd name="connsiteX20" fmla="*/ 1707952 w 3231296"/>
                  <a:gd name="connsiteY20" fmla="*/ 2115469 h 3917871"/>
                  <a:gd name="connsiteX21" fmla="*/ 1155563 w 3231296"/>
                  <a:gd name="connsiteY21" fmla="*/ 1941588 h 3917871"/>
                  <a:gd name="connsiteX22" fmla="*/ 1120035 w 3231296"/>
                  <a:gd name="connsiteY22" fmla="*/ 2055070 h 3917871"/>
                  <a:gd name="connsiteX23" fmla="*/ 1673397 w 3231296"/>
                  <a:gd name="connsiteY23" fmla="*/ 2228010 h 3917871"/>
                  <a:gd name="connsiteX24" fmla="*/ 1711503 w 3231296"/>
                  <a:gd name="connsiteY24" fmla="*/ 2303386 h 3917871"/>
                  <a:gd name="connsiteX25" fmla="*/ 1637869 w 3231296"/>
                  <a:gd name="connsiteY25" fmla="*/ 2341492 h 3917871"/>
                  <a:gd name="connsiteX26" fmla="*/ 1086281 w 3231296"/>
                  <a:gd name="connsiteY26" fmla="*/ 2168692 h 3917871"/>
                  <a:gd name="connsiteX27" fmla="*/ 1494887 w 3231296"/>
                  <a:gd name="connsiteY27" fmla="*/ 2918655 h 3917871"/>
                  <a:gd name="connsiteX28" fmla="*/ 1494887 w 3231296"/>
                  <a:gd name="connsiteY28" fmla="*/ 2844220 h 3917871"/>
                  <a:gd name="connsiteX29" fmla="*/ 1392694 w 3231296"/>
                  <a:gd name="connsiteY29" fmla="*/ 2671277 h 3917871"/>
                  <a:gd name="connsiteX30" fmla="*/ 1590814 w 3231296"/>
                  <a:gd name="connsiteY30" fmla="*/ 2471833 h 3917871"/>
                  <a:gd name="connsiteX31" fmla="*/ 1608509 w 3231296"/>
                  <a:gd name="connsiteY31" fmla="*/ 2473610 h 3917871"/>
                  <a:gd name="connsiteX32" fmla="*/ 1593392 w 3231296"/>
                  <a:gd name="connsiteY32" fmla="*/ 2478103 h 3917871"/>
                  <a:gd name="connsiteX33" fmla="*/ 1586321 w 3231296"/>
                  <a:gd name="connsiteY33" fmla="*/ 2480681 h 3917871"/>
                  <a:gd name="connsiteX34" fmla="*/ 1584544 w 3231296"/>
                  <a:gd name="connsiteY34" fmla="*/ 2480681 h 3917871"/>
                  <a:gd name="connsiteX35" fmla="*/ 1566709 w 3231296"/>
                  <a:gd name="connsiteY35" fmla="*/ 2487751 h 3917871"/>
                  <a:gd name="connsiteX36" fmla="*/ 1546298 w 3231296"/>
                  <a:gd name="connsiteY36" fmla="*/ 2501091 h 3917871"/>
                  <a:gd name="connsiteX37" fmla="*/ 1543723 w 3231296"/>
                  <a:gd name="connsiteY37" fmla="*/ 2502833 h 3917871"/>
                  <a:gd name="connsiteX38" fmla="*/ 1539228 w 3231296"/>
                  <a:gd name="connsiteY38" fmla="*/ 2505584 h 3917871"/>
                  <a:gd name="connsiteX39" fmla="*/ 1528638 w 3231296"/>
                  <a:gd name="connsiteY39" fmla="*/ 2514396 h 3917871"/>
                  <a:gd name="connsiteX40" fmla="*/ 1526864 w 3231296"/>
                  <a:gd name="connsiteY40" fmla="*/ 2516173 h 3917871"/>
                  <a:gd name="connsiteX41" fmla="*/ 1524146 w 3231296"/>
                  <a:gd name="connsiteY41" fmla="*/ 2517950 h 3917871"/>
                  <a:gd name="connsiteX42" fmla="*/ 1524146 w 3231296"/>
                  <a:gd name="connsiteY42" fmla="*/ 2519725 h 3917871"/>
                  <a:gd name="connsiteX43" fmla="*/ 1521431 w 3231296"/>
                  <a:gd name="connsiteY43" fmla="*/ 2522303 h 3917871"/>
                  <a:gd name="connsiteX44" fmla="*/ 1519653 w 3231296"/>
                  <a:gd name="connsiteY44" fmla="*/ 2522303 h 3917871"/>
                  <a:gd name="connsiteX45" fmla="*/ 1517075 w 3231296"/>
                  <a:gd name="connsiteY45" fmla="*/ 2525021 h 3917871"/>
                  <a:gd name="connsiteX46" fmla="*/ 1514360 w 3231296"/>
                  <a:gd name="connsiteY46" fmla="*/ 2527739 h 3917871"/>
                  <a:gd name="connsiteX47" fmla="*/ 1511746 w 3231296"/>
                  <a:gd name="connsiteY47" fmla="*/ 2532091 h 3917871"/>
                  <a:gd name="connsiteX48" fmla="*/ 1509031 w 3231296"/>
                  <a:gd name="connsiteY48" fmla="*/ 2534809 h 3917871"/>
                  <a:gd name="connsiteX49" fmla="*/ 1506313 w 3231296"/>
                  <a:gd name="connsiteY49" fmla="*/ 2539162 h 3917871"/>
                  <a:gd name="connsiteX50" fmla="*/ 1501958 w 3231296"/>
                  <a:gd name="connsiteY50" fmla="*/ 2542714 h 3917871"/>
                  <a:gd name="connsiteX51" fmla="*/ 1499243 w 3231296"/>
                  <a:gd name="connsiteY51" fmla="*/ 2545432 h 3917871"/>
                  <a:gd name="connsiteX52" fmla="*/ 1499243 w 3231296"/>
                  <a:gd name="connsiteY52" fmla="*/ 2547209 h 3917871"/>
                  <a:gd name="connsiteX53" fmla="*/ 1497465 w 3231296"/>
                  <a:gd name="connsiteY53" fmla="*/ 2547209 h 3917871"/>
                  <a:gd name="connsiteX54" fmla="*/ 1495688 w 3231296"/>
                  <a:gd name="connsiteY54" fmla="*/ 2549787 h 3917871"/>
                  <a:gd name="connsiteX55" fmla="*/ 1489454 w 3231296"/>
                  <a:gd name="connsiteY55" fmla="*/ 2556057 h 3917871"/>
                  <a:gd name="connsiteX56" fmla="*/ 1489454 w 3231296"/>
                  <a:gd name="connsiteY56" fmla="*/ 2557831 h 3917871"/>
                  <a:gd name="connsiteX57" fmla="*/ 1487677 w 3231296"/>
                  <a:gd name="connsiteY57" fmla="*/ 2560549 h 3917871"/>
                  <a:gd name="connsiteX58" fmla="*/ 1485902 w 3231296"/>
                  <a:gd name="connsiteY58" fmla="*/ 2560549 h 3917871"/>
                  <a:gd name="connsiteX59" fmla="*/ 1485902 w 3231296"/>
                  <a:gd name="connsiteY59" fmla="*/ 2562326 h 3917871"/>
                  <a:gd name="connsiteX60" fmla="*/ 1484125 w 3231296"/>
                  <a:gd name="connsiteY60" fmla="*/ 2564902 h 3917871"/>
                  <a:gd name="connsiteX61" fmla="*/ 1481547 w 3231296"/>
                  <a:gd name="connsiteY61" fmla="*/ 2569397 h 3917871"/>
                  <a:gd name="connsiteX62" fmla="*/ 1479770 w 3231296"/>
                  <a:gd name="connsiteY62" fmla="*/ 2573749 h 3917871"/>
                  <a:gd name="connsiteX63" fmla="*/ 1477055 w 3231296"/>
                  <a:gd name="connsiteY63" fmla="*/ 2576467 h 3917871"/>
                  <a:gd name="connsiteX64" fmla="*/ 1477055 w 3231296"/>
                  <a:gd name="connsiteY64" fmla="*/ 2578244 h 3917871"/>
                  <a:gd name="connsiteX65" fmla="*/ 1475278 w 3231296"/>
                  <a:gd name="connsiteY65" fmla="*/ 2582701 h 3917871"/>
                  <a:gd name="connsiteX66" fmla="*/ 1473536 w 3231296"/>
                  <a:gd name="connsiteY66" fmla="*/ 2587057 h 3917871"/>
                  <a:gd name="connsiteX67" fmla="*/ 1470821 w 3231296"/>
                  <a:gd name="connsiteY67" fmla="*/ 2589807 h 3917871"/>
                  <a:gd name="connsiteX68" fmla="*/ 1470821 w 3231296"/>
                  <a:gd name="connsiteY68" fmla="*/ 2592385 h 3917871"/>
                  <a:gd name="connsiteX69" fmla="*/ 1469043 w 3231296"/>
                  <a:gd name="connsiteY69" fmla="*/ 2594163 h 3917871"/>
                  <a:gd name="connsiteX70" fmla="*/ 1469043 w 3231296"/>
                  <a:gd name="connsiteY70" fmla="*/ 2597679 h 3917871"/>
                  <a:gd name="connsiteX71" fmla="*/ 1467266 w 3231296"/>
                  <a:gd name="connsiteY71" fmla="*/ 2599456 h 3917871"/>
                  <a:gd name="connsiteX72" fmla="*/ 1467266 w 3231296"/>
                  <a:gd name="connsiteY72" fmla="*/ 2602174 h 3917871"/>
                  <a:gd name="connsiteX73" fmla="*/ 1465492 w 3231296"/>
                  <a:gd name="connsiteY73" fmla="*/ 2604749 h 3917871"/>
                  <a:gd name="connsiteX74" fmla="*/ 1465492 w 3231296"/>
                  <a:gd name="connsiteY74" fmla="*/ 2606527 h 3917871"/>
                  <a:gd name="connsiteX75" fmla="*/ 1463715 w 3231296"/>
                  <a:gd name="connsiteY75" fmla="*/ 2609244 h 3917871"/>
                  <a:gd name="connsiteX76" fmla="*/ 1461973 w 3231296"/>
                  <a:gd name="connsiteY76" fmla="*/ 2613737 h 3917871"/>
                  <a:gd name="connsiteX77" fmla="*/ 1461973 w 3231296"/>
                  <a:gd name="connsiteY77" fmla="*/ 2615514 h 3917871"/>
                  <a:gd name="connsiteX78" fmla="*/ 1460196 w 3231296"/>
                  <a:gd name="connsiteY78" fmla="*/ 2622585 h 3917871"/>
                  <a:gd name="connsiteX79" fmla="*/ 1460196 w 3231296"/>
                  <a:gd name="connsiteY79" fmla="*/ 2625163 h 3917871"/>
                  <a:gd name="connsiteX80" fmla="*/ 1458419 w 3231296"/>
                  <a:gd name="connsiteY80" fmla="*/ 2626937 h 3917871"/>
                  <a:gd name="connsiteX81" fmla="*/ 1458419 w 3231296"/>
                  <a:gd name="connsiteY81" fmla="*/ 2634008 h 3917871"/>
                  <a:gd name="connsiteX82" fmla="*/ 1456644 w 3231296"/>
                  <a:gd name="connsiteY82" fmla="*/ 2634008 h 3917871"/>
                  <a:gd name="connsiteX83" fmla="*/ 1456644 w 3231296"/>
                  <a:gd name="connsiteY83" fmla="*/ 2644773 h 3917871"/>
                  <a:gd name="connsiteX84" fmla="*/ 1454902 w 3231296"/>
                  <a:gd name="connsiteY84" fmla="*/ 2647351 h 3917871"/>
                  <a:gd name="connsiteX85" fmla="*/ 1454902 w 3231296"/>
                  <a:gd name="connsiteY85" fmla="*/ 2664207 h 3917871"/>
                  <a:gd name="connsiteX86" fmla="*/ 1556923 w 3231296"/>
                  <a:gd name="connsiteY86" fmla="*/ 2837146 h 3917871"/>
                  <a:gd name="connsiteX87" fmla="*/ 1556923 w 3231296"/>
                  <a:gd name="connsiteY87" fmla="*/ 3763600 h 3917871"/>
                  <a:gd name="connsiteX88" fmla="*/ 992969 w 3231296"/>
                  <a:gd name="connsiteY88" fmla="*/ 2954183 h 3917871"/>
                  <a:gd name="connsiteX89" fmla="*/ 0 w 3231296"/>
                  <a:gd name="connsiteY89" fmla="*/ 2524080 h 3917871"/>
                  <a:gd name="connsiteX90" fmla="*/ 0 w 3231296"/>
                  <a:gd name="connsiteY90" fmla="*/ 1393827 h 3917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</a:cxnLst>
                <a:rect l="l" t="t" r="r" b="b"/>
                <a:pathLst>
                  <a:path w="3231296" h="3917871">
                    <a:moveTo>
                      <a:pt x="3231296" y="0"/>
                    </a:moveTo>
                    <a:lnTo>
                      <a:pt x="3231296" y="3917871"/>
                    </a:lnTo>
                    <a:lnTo>
                      <a:pt x="1753266" y="3279476"/>
                    </a:lnTo>
                    <a:lnTo>
                      <a:pt x="1753266" y="2954984"/>
                    </a:lnTo>
                    <a:cubicBezTo>
                      <a:pt x="2011784" y="2939066"/>
                      <a:pt x="2247173" y="2766126"/>
                      <a:pt x="2328783" y="2506385"/>
                    </a:cubicBezTo>
                    <a:lnTo>
                      <a:pt x="2549091" y="1806895"/>
                    </a:lnTo>
                    <a:cubicBezTo>
                      <a:pt x="2653969" y="1469063"/>
                      <a:pt x="2464730" y="1105628"/>
                      <a:pt x="2126343" y="1000993"/>
                    </a:cubicBezTo>
                    <a:cubicBezTo>
                      <a:pt x="1803875" y="899110"/>
                      <a:pt x="1457478" y="1067521"/>
                      <a:pt x="1334874" y="1374217"/>
                    </a:cubicBezTo>
                    <a:lnTo>
                      <a:pt x="1885661" y="1547156"/>
                    </a:lnTo>
                    <a:cubicBezTo>
                      <a:pt x="1916661" y="1557779"/>
                      <a:pt x="1934493" y="1591497"/>
                      <a:pt x="1925646" y="1622532"/>
                    </a:cubicBezTo>
                    <a:cubicBezTo>
                      <a:pt x="1914919" y="1653565"/>
                      <a:pt x="1881166" y="1671225"/>
                      <a:pt x="1850133" y="1660636"/>
                    </a:cubicBezTo>
                    <a:lnTo>
                      <a:pt x="1296768" y="1487696"/>
                    </a:lnTo>
                    <a:lnTo>
                      <a:pt x="1261275" y="1601178"/>
                    </a:lnTo>
                    <a:lnTo>
                      <a:pt x="1814640" y="1774118"/>
                    </a:lnTo>
                    <a:cubicBezTo>
                      <a:pt x="1845640" y="1784707"/>
                      <a:pt x="1863473" y="1816683"/>
                      <a:pt x="1854485" y="1847719"/>
                    </a:cubicBezTo>
                    <a:cubicBezTo>
                      <a:pt x="1843863" y="1880493"/>
                      <a:pt x="1810145" y="1896412"/>
                      <a:pt x="1778972" y="1887564"/>
                    </a:cubicBezTo>
                    <a:lnTo>
                      <a:pt x="1225747" y="1714660"/>
                    </a:lnTo>
                    <a:lnTo>
                      <a:pt x="1190115" y="1827306"/>
                    </a:lnTo>
                    <a:lnTo>
                      <a:pt x="1743480" y="2002022"/>
                    </a:lnTo>
                    <a:cubicBezTo>
                      <a:pt x="1774617" y="2010834"/>
                      <a:pt x="1792312" y="2044448"/>
                      <a:pt x="1781690" y="2075481"/>
                    </a:cubicBezTo>
                    <a:cubicBezTo>
                      <a:pt x="1772842" y="2106517"/>
                      <a:pt x="1739125" y="2124316"/>
                      <a:pt x="1707952" y="2115469"/>
                    </a:cubicBezTo>
                    <a:lnTo>
                      <a:pt x="1155563" y="1941588"/>
                    </a:lnTo>
                    <a:lnTo>
                      <a:pt x="1120035" y="2055070"/>
                    </a:lnTo>
                    <a:lnTo>
                      <a:pt x="1673397" y="2228010"/>
                    </a:lnTo>
                    <a:cubicBezTo>
                      <a:pt x="1704433" y="2238635"/>
                      <a:pt x="1722233" y="2272350"/>
                      <a:pt x="1711503" y="2303386"/>
                    </a:cubicBezTo>
                    <a:cubicBezTo>
                      <a:pt x="1702656" y="2334421"/>
                      <a:pt x="1668905" y="2352081"/>
                      <a:pt x="1637869" y="2341492"/>
                    </a:cubicBezTo>
                    <a:lnTo>
                      <a:pt x="1086281" y="2168692"/>
                    </a:lnTo>
                    <a:cubicBezTo>
                      <a:pt x="1013379" y="2483396"/>
                      <a:pt x="1188337" y="2807888"/>
                      <a:pt x="1494887" y="2918655"/>
                    </a:cubicBezTo>
                    <a:lnTo>
                      <a:pt x="1494887" y="2844220"/>
                    </a:lnTo>
                    <a:cubicBezTo>
                      <a:pt x="1434492" y="2810466"/>
                      <a:pt x="1392694" y="2744912"/>
                      <a:pt x="1392694" y="2671277"/>
                    </a:cubicBezTo>
                    <a:cubicBezTo>
                      <a:pt x="1392694" y="2562326"/>
                      <a:pt x="1481547" y="2471833"/>
                      <a:pt x="1590814" y="2471833"/>
                    </a:cubicBezTo>
                    <a:cubicBezTo>
                      <a:pt x="1596944" y="2471833"/>
                      <a:pt x="1602237" y="2473610"/>
                      <a:pt x="1608509" y="2473610"/>
                    </a:cubicBezTo>
                    <a:cubicBezTo>
                      <a:pt x="1604014" y="2475349"/>
                      <a:pt x="1597884" y="2476325"/>
                      <a:pt x="1593392" y="2478103"/>
                    </a:cubicBezTo>
                    <a:cubicBezTo>
                      <a:pt x="1590814" y="2478103"/>
                      <a:pt x="1587122" y="2479844"/>
                      <a:pt x="1586321" y="2480681"/>
                    </a:cubicBezTo>
                    <a:lnTo>
                      <a:pt x="1584544" y="2480681"/>
                    </a:lnTo>
                    <a:cubicBezTo>
                      <a:pt x="1578274" y="2483396"/>
                      <a:pt x="1572981" y="2485173"/>
                      <a:pt x="1566709" y="2487751"/>
                    </a:cubicBezTo>
                    <a:cubicBezTo>
                      <a:pt x="1559641" y="2492244"/>
                      <a:pt x="1553404" y="2496599"/>
                      <a:pt x="1546298" y="2501091"/>
                    </a:cubicBezTo>
                    <a:lnTo>
                      <a:pt x="1543723" y="2502833"/>
                    </a:lnTo>
                    <a:lnTo>
                      <a:pt x="1539228" y="2505584"/>
                    </a:lnTo>
                    <a:cubicBezTo>
                      <a:pt x="1534735" y="2508162"/>
                      <a:pt x="1532157" y="2511681"/>
                      <a:pt x="1528638" y="2514396"/>
                    </a:cubicBezTo>
                    <a:lnTo>
                      <a:pt x="1526864" y="2516173"/>
                    </a:lnTo>
                    <a:lnTo>
                      <a:pt x="1524146" y="2517950"/>
                    </a:lnTo>
                    <a:lnTo>
                      <a:pt x="1524146" y="2519725"/>
                    </a:lnTo>
                    <a:lnTo>
                      <a:pt x="1521431" y="2522303"/>
                    </a:lnTo>
                    <a:lnTo>
                      <a:pt x="1519653" y="2522303"/>
                    </a:lnTo>
                    <a:lnTo>
                      <a:pt x="1517075" y="2525021"/>
                    </a:lnTo>
                    <a:lnTo>
                      <a:pt x="1514360" y="2527739"/>
                    </a:lnTo>
                    <a:lnTo>
                      <a:pt x="1511746" y="2532091"/>
                    </a:lnTo>
                    <a:lnTo>
                      <a:pt x="1509031" y="2534809"/>
                    </a:lnTo>
                    <a:lnTo>
                      <a:pt x="1506313" y="2539162"/>
                    </a:lnTo>
                    <a:lnTo>
                      <a:pt x="1501958" y="2542714"/>
                    </a:lnTo>
                    <a:lnTo>
                      <a:pt x="1499243" y="2545432"/>
                    </a:lnTo>
                    <a:lnTo>
                      <a:pt x="1499243" y="2547209"/>
                    </a:lnTo>
                    <a:lnTo>
                      <a:pt x="1497465" y="2547209"/>
                    </a:lnTo>
                    <a:lnTo>
                      <a:pt x="1495688" y="2549787"/>
                    </a:lnTo>
                    <a:lnTo>
                      <a:pt x="1489454" y="2556057"/>
                    </a:lnTo>
                    <a:lnTo>
                      <a:pt x="1489454" y="2557831"/>
                    </a:lnTo>
                    <a:lnTo>
                      <a:pt x="1487677" y="2560549"/>
                    </a:lnTo>
                    <a:lnTo>
                      <a:pt x="1485902" y="2560549"/>
                    </a:lnTo>
                    <a:lnTo>
                      <a:pt x="1485902" y="2562326"/>
                    </a:lnTo>
                    <a:lnTo>
                      <a:pt x="1484125" y="2564902"/>
                    </a:lnTo>
                    <a:lnTo>
                      <a:pt x="1481547" y="2569397"/>
                    </a:lnTo>
                    <a:lnTo>
                      <a:pt x="1479770" y="2573749"/>
                    </a:lnTo>
                    <a:lnTo>
                      <a:pt x="1477055" y="2576467"/>
                    </a:lnTo>
                    <a:lnTo>
                      <a:pt x="1477055" y="2578244"/>
                    </a:lnTo>
                    <a:lnTo>
                      <a:pt x="1475278" y="2582701"/>
                    </a:lnTo>
                    <a:lnTo>
                      <a:pt x="1473536" y="2587057"/>
                    </a:lnTo>
                    <a:lnTo>
                      <a:pt x="1470821" y="2589807"/>
                    </a:lnTo>
                    <a:lnTo>
                      <a:pt x="1470821" y="2592385"/>
                    </a:lnTo>
                    <a:lnTo>
                      <a:pt x="1469043" y="2594163"/>
                    </a:lnTo>
                    <a:lnTo>
                      <a:pt x="1469043" y="2597679"/>
                    </a:lnTo>
                    <a:lnTo>
                      <a:pt x="1467266" y="2599456"/>
                    </a:lnTo>
                    <a:lnTo>
                      <a:pt x="1467266" y="2602174"/>
                    </a:lnTo>
                    <a:lnTo>
                      <a:pt x="1465492" y="2604749"/>
                    </a:lnTo>
                    <a:lnTo>
                      <a:pt x="1465492" y="2606527"/>
                    </a:lnTo>
                    <a:lnTo>
                      <a:pt x="1463715" y="2609244"/>
                    </a:lnTo>
                    <a:lnTo>
                      <a:pt x="1461973" y="2613737"/>
                    </a:lnTo>
                    <a:lnTo>
                      <a:pt x="1461973" y="2615514"/>
                    </a:lnTo>
                    <a:cubicBezTo>
                      <a:pt x="1461973" y="2618089"/>
                      <a:pt x="1460196" y="2621644"/>
                      <a:pt x="1460196" y="2622585"/>
                    </a:cubicBezTo>
                    <a:lnTo>
                      <a:pt x="1460196" y="2625163"/>
                    </a:lnTo>
                    <a:lnTo>
                      <a:pt x="1458419" y="2626937"/>
                    </a:lnTo>
                    <a:lnTo>
                      <a:pt x="1458419" y="2634008"/>
                    </a:lnTo>
                    <a:lnTo>
                      <a:pt x="1456644" y="2634008"/>
                    </a:lnTo>
                    <a:lnTo>
                      <a:pt x="1456644" y="2644773"/>
                    </a:lnTo>
                    <a:lnTo>
                      <a:pt x="1454902" y="2647351"/>
                    </a:lnTo>
                    <a:lnTo>
                      <a:pt x="1454902" y="2664207"/>
                    </a:lnTo>
                    <a:cubicBezTo>
                      <a:pt x="1454902" y="2739583"/>
                      <a:pt x="1496665" y="2803396"/>
                      <a:pt x="1556923" y="2837146"/>
                    </a:cubicBezTo>
                    <a:lnTo>
                      <a:pt x="1556923" y="3763600"/>
                    </a:lnTo>
                    <a:lnTo>
                      <a:pt x="992969" y="2954183"/>
                    </a:lnTo>
                    <a:lnTo>
                      <a:pt x="0" y="2524080"/>
                    </a:lnTo>
                    <a:lnTo>
                      <a:pt x="0" y="1393827"/>
                    </a:lnTo>
                    <a:close/>
                  </a:path>
                </a:pathLst>
              </a:custGeom>
              <a:solidFill>
                <a:srgbClr val="3E4B6D"/>
              </a:solidFill>
              <a:ln w="97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32B1DDF-1BAA-9C48-EF3C-4B6B321985F3}"/>
                  </a:ext>
                </a:extLst>
              </p:cNvPr>
              <p:cNvSpPr txBox="1"/>
              <p:nvPr/>
            </p:nvSpPr>
            <p:spPr>
              <a:xfrm rot="1520721">
                <a:off x="3378064" y="2106818"/>
                <a:ext cx="3825132" cy="3549402"/>
              </a:xfrm>
              <a:custGeom>
                <a:avLst/>
                <a:gdLst/>
                <a:ahLst/>
                <a:cxnLst/>
                <a:rect l="l" t="t" r="r" b="b"/>
                <a:pathLst>
                  <a:path w="1620669" h="1503845">
                    <a:moveTo>
                      <a:pt x="0" y="0"/>
                    </a:moveTo>
                    <a:lnTo>
                      <a:pt x="501282" y="0"/>
                    </a:lnTo>
                    <a:lnTo>
                      <a:pt x="811397" y="1034425"/>
                    </a:lnTo>
                    <a:lnTo>
                      <a:pt x="1119388" y="0"/>
                    </a:lnTo>
                    <a:lnTo>
                      <a:pt x="1620669" y="0"/>
                    </a:lnTo>
                    <a:lnTo>
                      <a:pt x="1115140" y="1503845"/>
                    </a:lnTo>
                    <a:lnTo>
                      <a:pt x="505530" y="1503845"/>
                    </a:lnTo>
                    <a:close/>
                  </a:path>
                </a:pathLst>
              </a:custGeom>
              <a:solidFill>
                <a:srgbClr val="E3B43E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6700" dirty="0">
                  <a:solidFill>
                    <a:srgbClr val="E3B43E"/>
                  </a:solidFill>
                  <a:latin typeface="Poppins Black" panose="00000A00000000000000" pitchFamily="2" charset="0"/>
                  <a:cs typeface="Poppins Black" panose="00000A00000000000000" pitchFamily="2" charset="0"/>
                </a:endParaRPr>
              </a:p>
            </p:txBody>
          </p:sp>
        </p:grp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2BBE45A-3287-61E4-8B18-E1BE389B580E}"/>
                </a:ext>
              </a:extLst>
            </p:cNvPr>
            <p:cNvSpPr/>
            <p:nvPr/>
          </p:nvSpPr>
          <p:spPr>
            <a:xfrm>
              <a:off x="9710175" y="2058772"/>
              <a:ext cx="2238347" cy="2859891"/>
            </a:xfrm>
            <a:custGeom>
              <a:avLst/>
              <a:gdLst>
                <a:gd name="connsiteX0" fmla="*/ 1073934 w 2238347"/>
                <a:gd name="connsiteY0" fmla="*/ 0 h 2859891"/>
                <a:gd name="connsiteX1" fmla="*/ 1886269 w 2238347"/>
                <a:gd name="connsiteY1" fmla="*/ 236029 h 2859891"/>
                <a:gd name="connsiteX2" fmla="*/ 2202942 w 2238347"/>
                <a:gd name="connsiteY2" fmla="*/ 900846 h 2859891"/>
                <a:gd name="connsiteX3" fmla="*/ 1262758 w 2238347"/>
                <a:gd name="connsiteY3" fmla="*/ 900846 h 2859891"/>
                <a:gd name="connsiteX4" fmla="*/ 1203751 w 2238347"/>
                <a:gd name="connsiteY4" fmla="*/ 731692 h 2859891"/>
                <a:gd name="connsiteX5" fmla="*/ 1070001 w 2238347"/>
                <a:gd name="connsiteY5" fmla="*/ 680552 h 2859891"/>
                <a:gd name="connsiteX6" fmla="*/ 979523 w 2238347"/>
                <a:gd name="connsiteY6" fmla="*/ 717923 h 2859891"/>
                <a:gd name="connsiteX7" fmla="*/ 944118 w 2238347"/>
                <a:gd name="connsiteY7" fmla="*/ 822170 h 2859891"/>
                <a:gd name="connsiteX8" fmla="*/ 1048365 w 2238347"/>
                <a:gd name="connsiteY8" fmla="*/ 977556 h 2859891"/>
                <a:gd name="connsiteX9" fmla="*/ 1380772 w 2238347"/>
                <a:gd name="connsiteY9" fmla="*/ 1125074 h 2859891"/>
                <a:gd name="connsiteX10" fmla="*/ 1815460 w 2238347"/>
                <a:gd name="connsiteY10" fmla="*/ 1313898 h 2859891"/>
                <a:gd name="connsiteX11" fmla="*/ 2112464 w 2238347"/>
                <a:gd name="connsiteY11" fmla="*/ 1565663 h 2859891"/>
                <a:gd name="connsiteX12" fmla="*/ 2238347 w 2238347"/>
                <a:gd name="connsiteY12" fmla="*/ 1970846 h 2859891"/>
                <a:gd name="connsiteX13" fmla="*/ 2112464 w 2238347"/>
                <a:gd name="connsiteY13" fmla="*/ 2429137 h 2859891"/>
                <a:gd name="connsiteX14" fmla="*/ 1746619 w 2238347"/>
                <a:gd name="connsiteY14" fmla="*/ 2745810 h 2859891"/>
                <a:gd name="connsiteX15" fmla="*/ 1176214 w 2238347"/>
                <a:gd name="connsiteY15" fmla="*/ 2859891 h 2859891"/>
                <a:gd name="connsiteX16" fmla="*/ 352077 w 2238347"/>
                <a:gd name="connsiteY16" fmla="*/ 2625828 h 2859891"/>
                <a:gd name="connsiteX17" fmla="*/ 0 w 2238347"/>
                <a:gd name="connsiteY17" fmla="*/ 1939376 h 2859891"/>
                <a:gd name="connsiteX18" fmla="*/ 928383 w 2238347"/>
                <a:gd name="connsiteY18" fmla="*/ 1939376 h 2859891"/>
                <a:gd name="connsiteX19" fmla="*/ 1140809 w 2238347"/>
                <a:gd name="connsiteY19" fmla="*/ 2179339 h 2859891"/>
                <a:gd name="connsiteX20" fmla="*/ 1260791 w 2238347"/>
                <a:gd name="connsiteY20" fmla="*/ 2145902 h 2859891"/>
                <a:gd name="connsiteX21" fmla="*/ 1309964 w 2238347"/>
                <a:gd name="connsiteY21" fmla="*/ 2041655 h 2859891"/>
                <a:gd name="connsiteX22" fmla="*/ 1203751 w 2238347"/>
                <a:gd name="connsiteY22" fmla="*/ 1882335 h 2859891"/>
                <a:gd name="connsiteX23" fmla="*/ 873309 w 2238347"/>
                <a:gd name="connsiteY23" fmla="*/ 1742684 h 2859891"/>
                <a:gd name="connsiteX24" fmla="*/ 430754 w 2238347"/>
                <a:gd name="connsiteY24" fmla="*/ 1557795 h 2859891"/>
                <a:gd name="connsiteX25" fmla="*/ 129817 w 2238347"/>
                <a:gd name="connsiteY25" fmla="*/ 1294229 h 2859891"/>
                <a:gd name="connsiteX26" fmla="*/ 7867 w 2238347"/>
                <a:gd name="connsiteY26" fmla="*/ 849706 h 2859891"/>
                <a:gd name="connsiteX27" fmla="*/ 147519 w 2238347"/>
                <a:gd name="connsiteY27" fmla="*/ 387482 h 2859891"/>
                <a:gd name="connsiteX28" fmla="*/ 529100 w 2238347"/>
                <a:gd name="connsiteY28" fmla="*/ 98345 h 2859891"/>
                <a:gd name="connsiteX29" fmla="*/ 1073934 w 2238347"/>
                <a:gd name="connsiteY29" fmla="*/ 0 h 2859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238347" h="2859891">
                  <a:moveTo>
                    <a:pt x="1073934" y="0"/>
                  </a:moveTo>
                  <a:cubicBezTo>
                    <a:pt x="1414865" y="0"/>
                    <a:pt x="1685643" y="78676"/>
                    <a:pt x="1886269" y="236029"/>
                  </a:cubicBezTo>
                  <a:cubicBezTo>
                    <a:pt x="2086894" y="393382"/>
                    <a:pt x="2192452" y="614988"/>
                    <a:pt x="2202942" y="900846"/>
                  </a:cubicBezTo>
                  <a:lnTo>
                    <a:pt x="1262758" y="900846"/>
                  </a:lnTo>
                  <a:cubicBezTo>
                    <a:pt x="1260135" y="822170"/>
                    <a:pt x="1240467" y="765785"/>
                    <a:pt x="1203751" y="731692"/>
                  </a:cubicBezTo>
                  <a:cubicBezTo>
                    <a:pt x="1167035" y="697598"/>
                    <a:pt x="1122451" y="680552"/>
                    <a:pt x="1070001" y="680552"/>
                  </a:cubicBezTo>
                  <a:cubicBezTo>
                    <a:pt x="1033285" y="680552"/>
                    <a:pt x="1003125" y="693009"/>
                    <a:pt x="979523" y="717923"/>
                  </a:cubicBezTo>
                  <a:cubicBezTo>
                    <a:pt x="955919" y="742837"/>
                    <a:pt x="944118" y="777586"/>
                    <a:pt x="944118" y="822170"/>
                  </a:cubicBezTo>
                  <a:cubicBezTo>
                    <a:pt x="944118" y="885111"/>
                    <a:pt x="978867" y="936906"/>
                    <a:pt x="1048365" y="977556"/>
                  </a:cubicBezTo>
                  <a:cubicBezTo>
                    <a:pt x="1117862" y="1018205"/>
                    <a:pt x="1228665" y="1067378"/>
                    <a:pt x="1380772" y="1125074"/>
                  </a:cubicBezTo>
                  <a:cubicBezTo>
                    <a:pt x="1556483" y="1190638"/>
                    <a:pt x="1701379" y="1253579"/>
                    <a:pt x="1815460" y="1313898"/>
                  </a:cubicBezTo>
                  <a:cubicBezTo>
                    <a:pt x="1929541" y="1374216"/>
                    <a:pt x="2028543" y="1458138"/>
                    <a:pt x="2112464" y="1565663"/>
                  </a:cubicBezTo>
                  <a:cubicBezTo>
                    <a:pt x="2196386" y="1673187"/>
                    <a:pt x="2238347" y="1808248"/>
                    <a:pt x="2238347" y="1970846"/>
                  </a:cubicBezTo>
                  <a:cubicBezTo>
                    <a:pt x="2238347" y="2141312"/>
                    <a:pt x="2196386" y="2294076"/>
                    <a:pt x="2112464" y="2429137"/>
                  </a:cubicBezTo>
                  <a:cubicBezTo>
                    <a:pt x="2028543" y="2564198"/>
                    <a:pt x="1906593" y="2669756"/>
                    <a:pt x="1746619" y="2745810"/>
                  </a:cubicBezTo>
                  <a:cubicBezTo>
                    <a:pt x="1586643" y="2821864"/>
                    <a:pt x="1396508" y="2859891"/>
                    <a:pt x="1176214" y="2859891"/>
                  </a:cubicBezTo>
                  <a:cubicBezTo>
                    <a:pt x="843150" y="2859891"/>
                    <a:pt x="568438" y="2781870"/>
                    <a:pt x="352077" y="2625828"/>
                  </a:cubicBezTo>
                  <a:cubicBezTo>
                    <a:pt x="135717" y="2469787"/>
                    <a:pt x="18358" y="2240969"/>
                    <a:pt x="0" y="1939376"/>
                  </a:cubicBezTo>
                  <a:lnTo>
                    <a:pt x="928383" y="1939376"/>
                  </a:lnTo>
                  <a:cubicBezTo>
                    <a:pt x="941495" y="2099351"/>
                    <a:pt x="1012305" y="2179339"/>
                    <a:pt x="1140809" y="2179339"/>
                  </a:cubicBezTo>
                  <a:cubicBezTo>
                    <a:pt x="1188015" y="2179339"/>
                    <a:pt x="1228009" y="2168193"/>
                    <a:pt x="1260791" y="2145902"/>
                  </a:cubicBezTo>
                  <a:cubicBezTo>
                    <a:pt x="1293573" y="2123610"/>
                    <a:pt x="1309964" y="2088861"/>
                    <a:pt x="1309964" y="2041655"/>
                  </a:cubicBezTo>
                  <a:cubicBezTo>
                    <a:pt x="1309964" y="1976091"/>
                    <a:pt x="1274559" y="1922985"/>
                    <a:pt x="1203751" y="1882335"/>
                  </a:cubicBezTo>
                  <a:cubicBezTo>
                    <a:pt x="1132941" y="1841686"/>
                    <a:pt x="1022795" y="1795136"/>
                    <a:pt x="873309" y="1742684"/>
                  </a:cubicBezTo>
                  <a:cubicBezTo>
                    <a:pt x="694975" y="1679743"/>
                    <a:pt x="547457" y="1618114"/>
                    <a:pt x="430754" y="1557795"/>
                  </a:cubicBezTo>
                  <a:cubicBezTo>
                    <a:pt x="314051" y="1497476"/>
                    <a:pt x="213738" y="1409621"/>
                    <a:pt x="129817" y="1294229"/>
                  </a:cubicBezTo>
                  <a:cubicBezTo>
                    <a:pt x="45895" y="1178836"/>
                    <a:pt x="5245" y="1030662"/>
                    <a:pt x="7867" y="849706"/>
                  </a:cubicBezTo>
                  <a:cubicBezTo>
                    <a:pt x="7867" y="668751"/>
                    <a:pt x="54418" y="514675"/>
                    <a:pt x="147519" y="387482"/>
                  </a:cubicBezTo>
                  <a:cubicBezTo>
                    <a:pt x="240619" y="260288"/>
                    <a:pt x="367813" y="163909"/>
                    <a:pt x="529100" y="98345"/>
                  </a:cubicBezTo>
                  <a:cubicBezTo>
                    <a:pt x="690387" y="32782"/>
                    <a:pt x="871998" y="0"/>
                    <a:pt x="1073934" y="0"/>
                  </a:cubicBezTo>
                  <a:close/>
                </a:path>
              </a:pathLst>
            </a:custGeom>
            <a:solidFill>
              <a:srgbClr val="E3B4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01AF3A2-9387-F204-139D-78D896970D6B}"/>
                </a:ext>
              </a:extLst>
            </p:cNvPr>
            <p:cNvSpPr/>
            <p:nvPr/>
          </p:nvSpPr>
          <p:spPr>
            <a:xfrm>
              <a:off x="8529894" y="2105978"/>
              <a:ext cx="873310" cy="2785148"/>
            </a:xfrm>
            <a:custGeom>
              <a:avLst/>
              <a:gdLst>
                <a:gd name="connsiteX0" fmla="*/ 0 w 873310"/>
                <a:gd name="connsiteY0" fmla="*/ 0 h 2785148"/>
                <a:gd name="connsiteX1" fmla="*/ 873310 w 873310"/>
                <a:gd name="connsiteY1" fmla="*/ 0 h 2785148"/>
                <a:gd name="connsiteX2" fmla="*/ 873310 w 873310"/>
                <a:gd name="connsiteY2" fmla="*/ 2785148 h 2785148"/>
                <a:gd name="connsiteX3" fmla="*/ 0 w 873310"/>
                <a:gd name="connsiteY3" fmla="*/ 2785148 h 2785148"/>
                <a:gd name="connsiteX4" fmla="*/ 0 w 873310"/>
                <a:gd name="connsiteY4" fmla="*/ 0 h 2785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3310" h="2785148">
                  <a:moveTo>
                    <a:pt x="0" y="0"/>
                  </a:moveTo>
                  <a:lnTo>
                    <a:pt x="873310" y="0"/>
                  </a:lnTo>
                  <a:lnTo>
                    <a:pt x="873310" y="2785148"/>
                  </a:lnTo>
                  <a:lnTo>
                    <a:pt x="0" y="2785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B4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4693E56-FE7B-091A-2925-09EBA2295EC3}"/>
                </a:ext>
              </a:extLst>
            </p:cNvPr>
            <p:cNvSpPr/>
            <p:nvPr/>
          </p:nvSpPr>
          <p:spPr>
            <a:xfrm>
              <a:off x="5355593" y="2058772"/>
              <a:ext cx="2864953" cy="2859891"/>
            </a:xfrm>
            <a:custGeom>
              <a:avLst/>
              <a:gdLst>
                <a:gd name="connsiteX0" fmla="*/ 1128 w 2864953"/>
                <a:gd name="connsiteY0" fmla="*/ 1446649 h 2859891"/>
                <a:gd name="connsiteX1" fmla="*/ 10924 w 2864953"/>
                <a:gd name="connsiteY1" fmla="*/ 1608789 h 2859891"/>
                <a:gd name="connsiteX2" fmla="*/ 1128 w 2864953"/>
                <a:gd name="connsiteY2" fmla="*/ 1608789 h 2859891"/>
                <a:gd name="connsiteX3" fmla="*/ 1128 w 2864953"/>
                <a:gd name="connsiteY3" fmla="*/ 1409310 h 2859891"/>
                <a:gd name="connsiteX4" fmla="*/ 1128 w 2864953"/>
                <a:gd name="connsiteY4" fmla="*/ 1446649 h 2859891"/>
                <a:gd name="connsiteX5" fmla="*/ 0 w 2864953"/>
                <a:gd name="connsiteY5" fmla="*/ 1427979 h 2859891"/>
                <a:gd name="connsiteX6" fmla="*/ 2856117 w 2864953"/>
                <a:gd name="connsiteY6" fmla="*/ 1299096 h 2859891"/>
                <a:gd name="connsiteX7" fmla="*/ 2864953 w 2864953"/>
                <a:gd name="connsiteY7" fmla="*/ 1299096 h 2859891"/>
                <a:gd name="connsiteX8" fmla="*/ 2864953 w 2864953"/>
                <a:gd name="connsiteY8" fmla="*/ 1608789 h 2859891"/>
                <a:gd name="connsiteX9" fmla="*/ 2853011 w 2864953"/>
                <a:gd name="connsiteY9" fmla="*/ 1608789 h 2859891"/>
                <a:gd name="connsiteX10" fmla="*/ 2863824 w 2864953"/>
                <a:gd name="connsiteY10" fmla="*/ 1427979 h 2859891"/>
                <a:gd name="connsiteX11" fmla="*/ 1999145 w 2864953"/>
                <a:gd name="connsiteY11" fmla="*/ 1299096 h 2859891"/>
                <a:gd name="connsiteX12" fmla="*/ 1999145 w 2864953"/>
                <a:gd name="connsiteY12" fmla="*/ 1608789 h 2859891"/>
                <a:gd name="connsiteX13" fmla="*/ 2198947 w 2864953"/>
                <a:gd name="connsiteY13" fmla="*/ 1608789 h 2859891"/>
                <a:gd name="connsiteX14" fmla="*/ 2198947 w 2864953"/>
                <a:gd name="connsiteY14" fmla="*/ 1299096 h 2859891"/>
                <a:gd name="connsiteX15" fmla="*/ 1128 w 2864953"/>
                <a:gd name="connsiteY15" fmla="*/ 1299096 h 2859891"/>
                <a:gd name="connsiteX16" fmla="*/ 7787 w 2864953"/>
                <a:gd name="connsiteY16" fmla="*/ 1299096 h 2859891"/>
                <a:gd name="connsiteX17" fmla="*/ 1128 w 2864953"/>
                <a:gd name="connsiteY17" fmla="*/ 1409310 h 2859891"/>
                <a:gd name="connsiteX18" fmla="*/ 2332148 w 2864953"/>
                <a:gd name="connsiteY18" fmla="*/ 1145914 h 2859891"/>
                <a:gd name="connsiteX19" fmla="*/ 2332148 w 2864953"/>
                <a:gd name="connsiteY19" fmla="*/ 1768630 h 2859891"/>
                <a:gd name="connsiteX20" fmla="*/ 2531950 w 2864953"/>
                <a:gd name="connsiteY20" fmla="*/ 1768630 h 2859891"/>
                <a:gd name="connsiteX21" fmla="*/ 2531950 w 2864953"/>
                <a:gd name="connsiteY21" fmla="*/ 1145914 h 2859891"/>
                <a:gd name="connsiteX22" fmla="*/ 1666142 w 2864953"/>
                <a:gd name="connsiteY22" fmla="*/ 1145914 h 2859891"/>
                <a:gd name="connsiteX23" fmla="*/ 1666142 w 2864953"/>
                <a:gd name="connsiteY23" fmla="*/ 1768630 h 2859891"/>
                <a:gd name="connsiteX24" fmla="*/ 1865944 w 2864953"/>
                <a:gd name="connsiteY24" fmla="*/ 1768630 h 2859891"/>
                <a:gd name="connsiteX25" fmla="*/ 1865944 w 2864953"/>
                <a:gd name="connsiteY25" fmla="*/ 1145914 h 2859891"/>
                <a:gd name="connsiteX26" fmla="*/ 334131 w 2864953"/>
                <a:gd name="connsiteY26" fmla="*/ 1145914 h 2859891"/>
                <a:gd name="connsiteX27" fmla="*/ 334131 w 2864953"/>
                <a:gd name="connsiteY27" fmla="*/ 1768630 h 2859891"/>
                <a:gd name="connsiteX28" fmla="*/ 533933 w 2864953"/>
                <a:gd name="connsiteY28" fmla="*/ 1768630 h 2859891"/>
                <a:gd name="connsiteX29" fmla="*/ 533933 w 2864953"/>
                <a:gd name="connsiteY29" fmla="*/ 1145914 h 2859891"/>
                <a:gd name="connsiteX30" fmla="*/ 1333139 w 2864953"/>
                <a:gd name="connsiteY30" fmla="*/ 989403 h 2859891"/>
                <a:gd name="connsiteX31" fmla="*/ 1333139 w 2864953"/>
                <a:gd name="connsiteY31" fmla="*/ 1921811 h 2859891"/>
                <a:gd name="connsiteX32" fmla="*/ 1532941 w 2864953"/>
                <a:gd name="connsiteY32" fmla="*/ 1921811 h 2859891"/>
                <a:gd name="connsiteX33" fmla="*/ 1532941 w 2864953"/>
                <a:gd name="connsiteY33" fmla="*/ 989403 h 2859891"/>
                <a:gd name="connsiteX34" fmla="*/ 667133 w 2864953"/>
                <a:gd name="connsiteY34" fmla="*/ 832892 h 2859891"/>
                <a:gd name="connsiteX35" fmla="*/ 667133 w 2864953"/>
                <a:gd name="connsiteY35" fmla="*/ 2074993 h 2859891"/>
                <a:gd name="connsiteX36" fmla="*/ 866935 w 2864953"/>
                <a:gd name="connsiteY36" fmla="*/ 2074993 h 2859891"/>
                <a:gd name="connsiteX37" fmla="*/ 866935 w 2864953"/>
                <a:gd name="connsiteY37" fmla="*/ 832892 h 2859891"/>
                <a:gd name="connsiteX38" fmla="*/ 1000136 w 2864953"/>
                <a:gd name="connsiteY38" fmla="*/ 523199 h 2859891"/>
                <a:gd name="connsiteX39" fmla="*/ 1000136 w 2864953"/>
                <a:gd name="connsiteY39" fmla="*/ 2388015 h 2859891"/>
                <a:gd name="connsiteX40" fmla="*/ 1199938 w 2864953"/>
                <a:gd name="connsiteY40" fmla="*/ 2388015 h 2859891"/>
                <a:gd name="connsiteX41" fmla="*/ 1199938 w 2864953"/>
                <a:gd name="connsiteY41" fmla="*/ 523199 h 2859891"/>
                <a:gd name="connsiteX42" fmla="*/ 1435846 w 2864953"/>
                <a:gd name="connsiteY42" fmla="*/ 0 h 2859891"/>
                <a:gd name="connsiteX43" fmla="*/ 2155736 w 2864953"/>
                <a:gd name="connsiteY43" fmla="*/ 182923 h 2859891"/>
                <a:gd name="connsiteX44" fmla="*/ 2673034 w 2864953"/>
                <a:gd name="connsiteY44" fmla="*/ 692353 h 2859891"/>
                <a:gd name="connsiteX45" fmla="*/ 2851900 w 2864953"/>
                <a:gd name="connsiteY45" fmla="*/ 1228583 h 2859891"/>
                <a:gd name="connsiteX46" fmla="*/ 2856117 w 2864953"/>
                <a:gd name="connsiteY46" fmla="*/ 1299096 h 2859891"/>
                <a:gd name="connsiteX47" fmla="*/ 2665151 w 2864953"/>
                <a:gd name="connsiteY47" fmla="*/ 1299096 h 2859891"/>
                <a:gd name="connsiteX48" fmla="*/ 2665151 w 2864953"/>
                <a:gd name="connsiteY48" fmla="*/ 1608789 h 2859891"/>
                <a:gd name="connsiteX49" fmla="*/ 2853011 w 2864953"/>
                <a:gd name="connsiteY49" fmla="*/ 1608789 h 2859891"/>
                <a:gd name="connsiteX50" fmla="*/ 2851900 w 2864953"/>
                <a:gd name="connsiteY50" fmla="*/ 1627375 h 2859891"/>
                <a:gd name="connsiteX51" fmla="*/ 2673034 w 2864953"/>
                <a:gd name="connsiteY51" fmla="*/ 2163604 h 2859891"/>
                <a:gd name="connsiteX52" fmla="*/ 2153769 w 2864953"/>
                <a:gd name="connsiteY52" fmla="*/ 2675001 h 2859891"/>
                <a:gd name="connsiteX53" fmla="*/ 1435846 w 2864953"/>
                <a:gd name="connsiteY53" fmla="*/ 2859891 h 2859891"/>
                <a:gd name="connsiteX54" fmla="*/ 713989 w 2864953"/>
                <a:gd name="connsiteY54" fmla="*/ 2675001 h 2859891"/>
                <a:gd name="connsiteX55" fmla="*/ 192757 w 2864953"/>
                <a:gd name="connsiteY55" fmla="*/ 2163604 h 2859891"/>
                <a:gd name="connsiteX56" fmla="*/ 12047 w 2864953"/>
                <a:gd name="connsiteY56" fmla="*/ 1627375 h 2859891"/>
                <a:gd name="connsiteX57" fmla="*/ 10924 w 2864953"/>
                <a:gd name="connsiteY57" fmla="*/ 1608789 h 2859891"/>
                <a:gd name="connsiteX58" fmla="*/ 200930 w 2864953"/>
                <a:gd name="connsiteY58" fmla="*/ 1608789 h 2859891"/>
                <a:gd name="connsiteX59" fmla="*/ 200930 w 2864953"/>
                <a:gd name="connsiteY59" fmla="*/ 1299096 h 2859891"/>
                <a:gd name="connsiteX60" fmla="*/ 7787 w 2864953"/>
                <a:gd name="connsiteY60" fmla="*/ 1299096 h 2859891"/>
                <a:gd name="connsiteX61" fmla="*/ 12047 w 2864953"/>
                <a:gd name="connsiteY61" fmla="*/ 1228583 h 2859891"/>
                <a:gd name="connsiteX62" fmla="*/ 192757 w 2864953"/>
                <a:gd name="connsiteY62" fmla="*/ 692353 h 2859891"/>
                <a:gd name="connsiteX63" fmla="*/ 713989 w 2864953"/>
                <a:gd name="connsiteY63" fmla="*/ 182923 h 2859891"/>
                <a:gd name="connsiteX64" fmla="*/ 1435846 w 2864953"/>
                <a:gd name="connsiteY64" fmla="*/ 0 h 2859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2864953" h="2859891">
                  <a:moveTo>
                    <a:pt x="1128" y="1446649"/>
                  </a:moveTo>
                  <a:lnTo>
                    <a:pt x="10924" y="1608789"/>
                  </a:lnTo>
                  <a:lnTo>
                    <a:pt x="1128" y="1608789"/>
                  </a:lnTo>
                  <a:close/>
                  <a:moveTo>
                    <a:pt x="1128" y="1409310"/>
                  </a:moveTo>
                  <a:lnTo>
                    <a:pt x="1128" y="1446649"/>
                  </a:lnTo>
                  <a:lnTo>
                    <a:pt x="0" y="1427979"/>
                  </a:lnTo>
                  <a:close/>
                  <a:moveTo>
                    <a:pt x="2856117" y="1299096"/>
                  </a:moveTo>
                  <a:lnTo>
                    <a:pt x="2864953" y="1299096"/>
                  </a:lnTo>
                  <a:lnTo>
                    <a:pt x="2864953" y="1608789"/>
                  </a:lnTo>
                  <a:lnTo>
                    <a:pt x="2853011" y="1608789"/>
                  </a:lnTo>
                  <a:lnTo>
                    <a:pt x="2863824" y="1427979"/>
                  </a:lnTo>
                  <a:close/>
                  <a:moveTo>
                    <a:pt x="1999145" y="1299096"/>
                  </a:moveTo>
                  <a:lnTo>
                    <a:pt x="1999145" y="1608789"/>
                  </a:lnTo>
                  <a:lnTo>
                    <a:pt x="2198947" y="1608789"/>
                  </a:lnTo>
                  <a:lnTo>
                    <a:pt x="2198947" y="1299096"/>
                  </a:lnTo>
                  <a:close/>
                  <a:moveTo>
                    <a:pt x="1128" y="1299096"/>
                  </a:moveTo>
                  <a:lnTo>
                    <a:pt x="7787" y="1299096"/>
                  </a:lnTo>
                  <a:lnTo>
                    <a:pt x="1128" y="1409310"/>
                  </a:lnTo>
                  <a:close/>
                  <a:moveTo>
                    <a:pt x="2332148" y="1145914"/>
                  </a:moveTo>
                  <a:lnTo>
                    <a:pt x="2332148" y="1768630"/>
                  </a:lnTo>
                  <a:lnTo>
                    <a:pt x="2531950" y="1768630"/>
                  </a:lnTo>
                  <a:lnTo>
                    <a:pt x="2531950" y="1145914"/>
                  </a:lnTo>
                  <a:close/>
                  <a:moveTo>
                    <a:pt x="1666142" y="1145914"/>
                  </a:moveTo>
                  <a:lnTo>
                    <a:pt x="1666142" y="1768630"/>
                  </a:lnTo>
                  <a:lnTo>
                    <a:pt x="1865944" y="1768630"/>
                  </a:lnTo>
                  <a:lnTo>
                    <a:pt x="1865944" y="1145914"/>
                  </a:lnTo>
                  <a:close/>
                  <a:moveTo>
                    <a:pt x="334131" y="1145914"/>
                  </a:moveTo>
                  <a:lnTo>
                    <a:pt x="334131" y="1768630"/>
                  </a:lnTo>
                  <a:lnTo>
                    <a:pt x="533933" y="1768630"/>
                  </a:lnTo>
                  <a:lnTo>
                    <a:pt x="533933" y="1145914"/>
                  </a:lnTo>
                  <a:close/>
                  <a:moveTo>
                    <a:pt x="1333139" y="989403"/>
                  </a:moveTo>
                  <a:lnTo>
                    <a:pt x="1333139" y="1921811"/>
                  </a:lnTo>
                  <a:lnTo>
                    <a:pt x="1532941" y="1921811"/>
                  </a:lnTo>
                  <a:lnTo>
                    <a:pt x="1532941" y="989403"/>
                  </a:lnTo>
                  <a:close/>
                  <a:moveTo>
                    <a:pt x="667133" y="832892"/>
                  </a:moveTo>
                  <a:lnTo>
                    <a:pt x="667133" y="2074993"/>
                  </a:lnTo>
                  <a:lnTo>
                    <a:pt x="866935" y="2074993"/>
                  </a:lnTo>
                  <a:lnTo>
                    <a:pt x="866935" y="832892"/>
                  </a:lnTo>
                  <a:close/>
                  <a:moveTo>
                    <a:pt x="1000136" y="523199"/>
                  </a:moveTo>
                  <a:lnTo>
                    <a:pt x="1000136" y="2388015"/>
                  </a:lnTo>
                  <a:lnTo>
                    <a:pt x="1199938" y="2388015"/>
                  </a:lnTo>
                  <a:lnTo>
                    <a:pt x="1199938" y="523199"/>
                  </a:lnTo>
                  <a:close/>
                  <a:moveTo>
                    <a:pt x="1435846" y="0"/>
                  </a:moveTo>
                  <a:cubicBezTo>
                    <a:pt x="1698101" y="0"/>
                    <a:pt x="1938064" y="60974"/>
                    <a:pt x="2155736" y="182923"/>
                  </a:cubicBezTo>
                  <a:cubicBezTo>
                    <a:pt x="2373408" y="304871"/>
                    <a:pt x="2545840" y="474681"/>
                    <a:pt x="2673034" y="692353"/>
                  </a:cubicBezTo>
                  <a:cubicBezTo>
                    <a:pt x="2768430" y="855607"/>
                    <a:pt x="2828051" y="1034350"/>
                    <a:pt x="2851900" y="1228583"/>
                  </a:cubicBezTo>
                  <a:lnTo>
                    <a:pt x="2856117" y="1299096"/>
                  </a:lnTo>
                  <a:lnTo>
                    <a:pt x="2665151" y="1299096"/>
                  </a:lnTo>
                  <a:lnTo>
                    <a:pt x="2665151" y="1608789"/>
                  </a:lnTo>
                  <a:lnTo>
                    <a:pt x="2853011" y="1608789"/>
                  </a:lnTo>
                  <a:lnTo>
                    <a:pt x="2851900" y="1627375"/>
                  </a:lnTo>
                  <a:cubicBezTo>
                    <a:pt x="2828051" y="1821607"/>
                    <a:pt x="2768430" y="2000350"/>
                    <a:pt x="2673034" y="2163604"/>
                  </a:cubicBezTo>
                  <a:cubicBezTo>
                    <a:pt x="2545840" y="2381275"/>
                    <a:pt x="2372752" y="2551741"/>
                    <a:pt x="2153769" y="2675001"/>
                  </a:cubicBezTo>
                  <a:cubicBezTo>
                    <a:pt x="1934786" y="2798261"/>
                    <a:pt x="1695479" y="2859891"/>
                    <a:pt x="1435846" y="2859891"/>
                  </a:cubicBezTo>
                  <a:cubicBezTo>
                    <a:pt x="1173591" y="2859891"/>
                    <a:pt x="932972" y="2798261"/>
                    <a:pt x="713989" y="2675001"/>
                  </a:cubicBezTo>
                  <a:cubicBezTo>
                    <a:pt x="495006" y="2551741"/>
                    <a:pt x="321262" y="2381275"/>
                    <a:pt x="192757" y="2163604"/>
                  </a:cubicBezTo>
                  <a:cubicBezTo>
                    <a:pt x="96378" y="2000350"/>
                    <a:pt x="36142" y="1821607"/>
                    <a:pt x="12047" y="1627375"/>
                  </a:cubicBezTo>
                  <a:lnTo>
                    <a:pt x="10924" y="1608789"/>
                  </a:lnTo>
                  <a:lnTo>
                    <a:pt x="200930" y="1608789"/>
                  </a:lnTo>
                  <a:lnTo>
                    <a:pt x="200930" y="1299096"/>
                  </a:lnTo>
                  <a:lnTo>
                    <a:pt x="7787" y="1299096"/>
                  </a:lnTo>
                  <a:lnTo>
                    <a:pt x="12047" y="1228583"/>
                  </a:lnTo>
                  <a:cubicBezTo>
                    <a:pt x="36142" y="1034350"/>
                    <a:pt x="96378" y="855607"/>
                    <a:pt x="192757" y="692353"/>
                  </a:cubicBezTo>
                  <a:cubicBezTo>
                    <a:pt x="321262" y="474681"/>
                    <a:pt x="495006" y="304871"/>
                    <a:pt x="713989" y="182923"/>
                  </a:cubicBezTo>
                  <a:cubicBezTo>
                    <a:pt x="932972" y="60974"/>
                    <a:pt x="1173591" y="0"/>
                    <a:pt x="1435846" y="0"/>
                  </a:cubicBezTo>
                  <a:close/>
                </a:path>
              </a:pathLst>
            </a:custGeom>
            <a:solidFill>
              <a:srgbClr val="6A8D6C"/>
            </a:solidFill>
            <a:ln w="32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Title 8">
            <a:extLst>
              <a:ext uri="{FF2B5EF4-FFF2-40B4-BE49-F238E27FC236}">
                <a16:creationId xmlns:a16="http://schemas.microsoft.com/office/drawing/2014/main" id="{3BFFE74C-06C9-07B5-FAB9-E9DECB8FA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737" y="1355846"/>
            <a:ext cx="4847324" cy="7778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6A8D6C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Solution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B00625-5BCD-C866-85BF-294D3F3D75FD}"/>
              </a:ext>
            </a:extLst>
          </p:cNvPr>
          <p:cNvSpPr txBox="1"/>
          <p:nvPr/>
        </p:nvSpPr>
        <p:spPr>
          <a:xfrm>
            <a:off x="918822" y="3065973"/>
            <a:ext cx="7461747" cy="3526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82880" algn="just">
              <a:lnSpc>
                <a:spcPct val="130000"/>
              </a:lnSpc>
              <a:spcAft>
                <a:spcPts val="2000"/>
              </a:spcAft>
              <a:defRPr/>
            </a:pPr>
            <a:r>
              <a:rPr lang="en-US" sz="25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Develop a web app fully controlled by voice commands</a:t>
            </a:r>
          </a:p>
          <a:p>
            <a:pPr indent="-182880" algn="just">
              <a:lnSpc>
                <a:spcPct val="130000"/>
              </a:lnSpc>
              <a:spcAft>
                <a:spcPts val="2000"/>
              </a:spcAft>
              <a:defRPr/>
            </a:pP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 </a:t>
            </a:r>
          </a:p>
          <a:p>
            <a:pPr indent="-182880" algn="just">
              <a:lnSpc>
                <a:spcPct val="130000"/>
              </a:lnSpc>
              <a:spcAft>
                <a:spcPts val="2000"/>
              </a:spcAft>
              <a:defRPr/>
            </a:pPr>
            <a:endParaRPr lang="en-US" sz="25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  <a:cs typeface="Poppins" panose="00000500000000000000" pitchFamily="2" charset="0"/>
            </a:endParaRPr>
          </a:p>
          <a:p>
            <a:pPr indent="-182880" algn="just">
              <a:lnSpc>
                <a:spcPct val="130000"/>
              </a:lnSpc>
              <a:spcAft>
                <a:spcPts val="2000"/>
              </a:spcAft>
              <a:defRPr/>
            </a:pPr>
            <a:r>
              <a:rPr lang="en-US" sz="25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Enable seamless navigation and interaction without mouse or touchpad</a:t>
            </a:r>
          </a:p>
        </p:txBody>
      </p:sp>
      <p:pic>
        <p:nvPicPr>
          <p:cNvPr id="4" name="Graphic 3" descr="Mouse with solid fill">
            <a:extLst>
              <a:ext uri="{FF2B5EF4-FFF2-40B4-BE49-F238E27FC236}">
                <a16:creationId xmlns:a16="http://schemas.microsoft.com/office/drawing/2014/main" id="{1FCB8E4F-7DB9-01AC-D623-29EC0F3F63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7057" y="4467683"/>
            <a:ext cx="914400" cy="914400"/>
          </a:xfrm>
          <a:prstGeom prst="rect">
            <a:avLst/>
          </a:prstGeom>
        </p:spPr>
      </p:pic>
      <p:pic>
        <p:nvPicPr>
          <p:cNvPr id="10" name="Graphic 9" descr="Voice with solid fill">
            <a:extLst>
              <a:ext uri="{FF2B5EF4-FFF2-40B4-BE49-F238E27FC236}">
                <a16:creationId xmlns:a16="http://schemas.microsoft.com/office/drawing/2014/main" id="{6846CB54-8B85-678C-731C-3159521DB2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5128" y="2205872"/>
            <a:ext cx="914400" cy="914400"/>
          </a:xfrm>
          <a:prstGeom prst="rect">
            <a:avLst/>
          </a:prstGeom>
        </p:spPr>
      </p:pic>
      <p:pic>
        <p:nvPicPr>
          <p:cNvPr id="203" name="Graphic 202" descr="A lightbulb">
            <a:extLst>
              <a:ext uri="{FF2B5EF4-FFF2-40B4-BE49-F238E27FC236}">
                <a16:creationId xmlns:a16="http://schemas.microsoft.com/office/drawing/2014/main" id="{E58EC300-D4E6-1F9E-7035-F208E219CD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6525651" y="1506984"/>
            <a:ext cx="1916683" cy="1916683"/>
          </a:xfrm>
          <a:prstGeom prst="rect">
            <a:avLst/>
          </a:prstGeom>
        </p:spPr>
      </p:pic>
      <p:pic>
        <p:nvPicPr>
          <p:cNvPr id="207" name="Graphic 206" descr="A desk lamp">
            <a:extLst>
              <a:ext uri="{FF2B5EF4-FFF2-40B4-BE49-F238E27FC236}">
                <a16:creationId xmlns:a16="http://schemas.microsoft.com/office/drawing/2014/main" id="{C6EE3C33-C152-9299-C936-B267EB5AD17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4661305" y="-655664"/>
            <a:ext cx="8598668" cy="859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354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17CEF19-A699-D0B3-7467-03243EB2D8C1}"/>
              </a:ext>
            </a:extLst>
          </p:cNvPr>
          <p:cNvGrpSpPr/>
          <p:nvPr/>
        </p:nvGrpSpPr>
        <p:grpSpPr>
          <a:xfrm>
            <a:off x="446125" y="322548"/>
            <a:ext cx="1576934" cy="467540"/>
            <a:chOff x="467603" y="1872486"/>
            <a:chExt cx="11480919" cy="340393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2EB992D-D262-4E62-998E-BC1E7379037C}"/>
                </a:ext>
              </a:extLst>
            </p:cNvPr>
            <p:cNvGrpSpPr/>
            <p:nvPr/>
          </p:nvGrpSpPr>
          <p:grpSpPr>
            <a:xfrm rot="20219350">
              <a:off x="467603" y="1872486"/>
              <a:ext cx="4969439" cy="3403939"/>
              <a:chOff x="1091790" y="1470063"/>
              <a:chExt cx="6111406" cy="4186157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3582250-673B-D9DE-531E-D47BC5150D5D}"/>
                  </a:ext>
                </a:extLst>
              </p:cNvPr>
              <p:cNvSpPr/>
              <p:nvPr/>
            </p:nvSpPr>
            <p:spPr>
              <a:xfrm>
                <a:off x="1091790" y="1470063"/>
                <a:ext cx="3231296" cy="3917871"/>
              </a:xfrm>
              <a:custGeom>
                <a:avLst/>
                <a:gdLst>
                  <a:gd name="connsiteX0" fmla="*/ 3231296 w 3231296"/>
                  <a:gd name="connsiteY0" fmla="*/ 0 h 3917871"/>
                  <a:gd name="connsiteX1" fmla="*/ 3231296 w 3231296"/>
                  <a:gd name="connsiteY1" fmla="*/ 3917871 h 3917871"/>
                  <a:gd name="connsiteX2" fmla="*/ 1753266 w 3231296"/>
                  <a:gd name="connsiteY2" fmla="*/ 3279476 h 3917871"/>
                  <a:gd name="connsiteX3" fmla="*/ 1753266 w 3231296"/>
                  <a:gd name="connsiteY3" fmla="*/ 2954984 h 3917871"/>
                  <a:gd name="connsiteX4" fmla="*/ 2328783 w 3231296"/>
                  <a:gd name="connsiteY4" fmla="*/ 2506385 h 3917871"/>
                  <a:gd name="connsiteX5" fmla="*/ 2549091 w 3231296"/>
                  <a:gd name="connsiteY5" fmla="*/ 1806895 h 3917871"/>
                  <a:gd name="connsiteX6" fmla="*/ 2126343 w 3231296"/>
                  <a:gd name="connsiteY6" fmla="*/ 1000993 h 3917871"/>
                  <a:gd name="connsiteX7" fmla="*/ 1334874 w 3231296"/>
                  <a:gd name="connsiteY7" fmla="*/ 1374217 h 3917871"/>
                  <a:gd name="connsiteX8" fmla="*/ 1885661 w 3231296"/>
                  <a:gd name="connsiteY8" fmla="*/ 1547156 h 3917871"/>
                  <a:gd name="connsiteX9" fmla="*/ 1925646 w 3231296"/>
                  <a:gd name="connsiteY9" fmla="*/ 1622532 h 3917871"/>
                  <a:gd name="connsiteX10" fmla="*/ 1850133 w 3231296"/>
                  <a:gd name="connsiteY10" fmla="*/ 1660636 h 3917871"/>
                  <a:gd name="connsiteX11" fmla="*/ 1296768 w 3231296"/>
                  <a:gd name="connsiteY11" fmla="*/ 1487696 h 3917871"/>
                  <a:gd name="connsiteX12" fmla="*/ 1261275 w 3231296"/>
                  <a:gd name="connsiteY12" fmla="*/ 1601178 h 3917871"/>
                  <a:gd name="connsiteX13" fmla="*/ 1814640 w 3231296"/>
                  <a:gd name="connsiteY13" fmla="*/ 1774118 h 3917871"/>
                  <a:gd name="connsiteX14" fmla="*/ 1854485 w 3231296"/>
                  <a:gd name="connsiteY14" fmla="*/ 1847719 h 3917871"/>
                  <a:gd name="connsiteX15" fmla="*/ 1778972 w 3231296"/>
                  <a:gd name="connsiteY15" fmla="*/ 1887564 h 3917871"/>
                  <a:gd name="connsiteX16" fmla="*/ 1225747 w 3231296"/>
                  <a:gd name="connsiteY16" fmla="*/ 1714660 h 3917871"/>
                  <a:gd name="connsiteX17" fmla="*/ 1190115 w 3231296"/>
                  <a:gd name="connsiteY17" fmla="*/ 1827306 h 3917871"/>
                  <a:gd name="connsiteX18" fmla="*/ 1743480 w 3231296"/>
                  <a:gd name="connsiteY18" fmla="*/ 2002022 h 3917871"/>
                  <a:gd name="connsiteX19" fmla="*/ 1781690 w 3231296"/>
                  <a:gd name="connsiteY19" fmla="*/ 2075481 h 3917871"/>
                  <a:gd name="connsiteX20" fmla="*/ 1707952 w 3231296"/>
                  <a:gd name="connsiteY20" fmla="*/ 2115469 h 3917871"/>
                  <a:gd name="connsiteX21" fmla="*/ 1155563 w 3231296"/>
                  <a:gd name="connsiteY21" fmla="*/ 1941588 h 3917871"/>
                  <a:gd name="connsiteX22" fmla="*/ 1120035 w 3231296"/>
                  <a:gd name="connsiteY22" fmla="*/ 2055070 h 3917871"/>
                  <a:gd name="connsiteX23" fmla="*/ 1673397 w 3231296"/>
                  <a:gd name="connsiteY23" fmla="*/ 2228010 h 3917871"/>
                  <a:gd name="connsiteX24" fmla="*/ 1711503 w 3231296"/>
                  <a:gd name="connsiteY24" fmla="*/ 2303386 h 3917871"/>
                  <a:gd name="connsiteX25" fmla="*/ 1637869 w 3231296"/>
                  <a:gd name="connsiteY25" fmla="*/ 2341492 h 3917871"/>
                  <a:gd name="connsiteX26" fmla="*/ 1086281 w 3231296"/>
                  <a:gd name="connsiteY26" fmla="*/ 2168692 h 3917871"/>
                  <a:gd name="connsiteX27" fmla="*/ 1494887 w 3231296"/>
                  <a:gd name="connsiteY27" fmla="*/ 2918655 h 3917871"/>
                  <a:gd name="connsiteX28" fmla="*/ 1494887 w 3231296"/>
                  <a:gd name="connsiteY28" fmla="*/ 2844220 h 3917871"/>
                  <a:gd name="connsiteX29" fmla="*/ 1392694 w 3231296"/>
                  <a:gd name="connsiteY29" fmla="*/ 2671277 h 3917871"/>
                  <a:gd name="connsiteX30" fmla="*/ 1590814 w 3231296"/>
                  <a:gd name="connsiteY30" fmla="*/ 2471833 h 3917871"/>
                  <a:gd name="connsiteX31" fmla="*/ 1608509 w 3231296"/>
                  <a:gd name="connsiteY31" fmla="*/ 2473610 h 3917871"/>
                  <a:gd name="connsiteX32" fmla="*/ 1593392 w 3231296"/>
                  <a:gd name="connsiteY32" fmla="*/ 2478103 h 3917871"/>
                  <a:gd name="connsiteX33" fmla="*/ 1586321 w 3231296"/>
                  <a:gd name="connsiteY33" fmla="*/ 2480681 h 3917871"/>
                  <a:gd name="connsiteX34" fmla="*/ 1584544 w 3231296"/>
                  <a:gd name="connsiteY34" fmla="*/ 2480681 h 3917871"/>
                  <a:gd name="connsiteX35" fmla="*/ 1566709 w 3231296"/>
                  <a:gd name="connsiteY35" fmla="*/ 2487751 h 3917871"/>
                  <a:gd name="connsiteX36" fmla="*/ 1546298 w 3231296"/>
                  <a:gd name="connsiteY36" fmla="*/ 2501091 h 3917871"/>
                  <a:gd name="connsiteX37" fmla="*/ 1543723 w 3231296"/>
                  <a:gd name="connsiteY37" fmla="*/ 2502833 h 3917871"/>
                  <a:gd name="connsiteX38" fmla="*/ 1539228 w 3231296"/>
                  <a:gd name="connsiteY38" fmla="*/ 2505584 h 3917871"/>
                  <a:gd name="connsiteX39" fmla="*/ 1528638 w 3231296"/>
                  <a:gd name="connsiteY39" fmla="*/ 2514396 h 3917871"/>
                  <a:gd name="connsiteX40" fmla="*/ 1526864 w 3231296"/>
                  <a:gd name="connsiteY40" fmla="*/ 2516173 h 3917871"/>
                  <a:gd name="connsiteX41" fmla="*/ 1524146 w 3231296"/>
                  <a:gd name="connsiteY41" fmla="*/ 2517950 h 3917871"/>
                  <a:gd name="connsiteX42" fmla="*/ 1524146 w 3231296"/>
                  <a:gd name="connsiteY42" fmla="*/ 2519725 h 3917871"/>
                  <a:gd name="connsiteX43" fmla="*/ 1521431 w 3231296"/>
                  <a:gd name="connsiteY43" fmla="*/ 2522303 h 3917871"/>
                  <a:gd name="connsiteX44" fmla="*/ 1519653 w 3231296"/>
                  <a:gd name="connsiteY44" fmla="*/ 2522303 h 3917871"/>
                  <a:gd name="connsiteX45" fmla="*/ 1517075 w 3231296"/>
                  <a:gd name="connsiteY45" fmla="*/ 2525021 h 3917871"/>
                  <a:gd name="connsiteX46" fmla="*/ 1514360 w 3231296"/>
                  <a:gd name="connsiteY46" fmla="*/ 2527739 h 3917871"/>
                  <a:gd name="connsiteX47" fmla="*/ 1511746 w 3231296"/>
                  <a:gd name="connsiteY47" fmla="*/ 2532091 h 3917871"/>
                  <a:gd name="connsiteX48" fmla="*/ 1509031 w 3231296"/>
                  <a:gd name="connsiteY48" fmla="*/ 2534809 h 3917871"/>
                  <a:gd name="connsiteX49" fmla="*/ 1506313 w 3231296"/>
                  <a:gd name="connsiteY49" fmla="*/ 2539162 h 3917871"/>
                  <a:gd name="connsiteX50" fmla="*/ 1501958 w 3231296"/>
                  <a:gd name="connsiteY50" fmla="*/ 2542714 h 3917871"/>
                  <a:gd name="connsiteX51" fmla="*/ 1499243 w 3231296"/>
                  <a:gd name="connsiteY51" fmla="*/ 2545432 h 3917871"/>
                  <a:gd name="connsiteX52" fmla="*/ 1499243 w 3231296"/>
                  <a:gd name="connsiteY52" fmla="*/ 2547209 h 3917871"/>
                  <a:gd name="connsiteX53" fmla="*/ 1497465 w 3231296"/>
                  <a:gd name="connsiteY53" fmla="*/ 2547209 h 3917871"/>
                  <a:gd name="connsiteX54" fmla="*/ 1495688 w 3231296"/>
                  <a:gd name="connsiteY54" fmla="*/ 2549787 h 3917871"/>
                  <a:gd name="connsiteX55" fmla="*/ 1489454 w 3231296"/>
                  <a:gd name="connsiteY55" fmla="*/ 2556057 h 3917871"/>
                  <a:gd name="connsiteX56" fmla="*/ 1489454 w 3231296"/>
                  <a:gd name="connsiteY56" fmla="*/ 2557831 h 3917871"/>
                  <a:gd name="connsiteX57" fmla="*/ 1487677 w 3231296"/>
                  <a:gd name="connsiteY57" fmla="*/ 2560549 h 3917871"/>
                  <a:gd name="connsiteX58" fmla="*/ 1485902 w 3231296"/>
                  <a:gd name="connsiteY58" fmla="*/ 2560549 h 3917871"/>
                  <a:gd name="connsiteX59" fmla="*/ 1485902 w 3231296"/>
                  <a:gd name="connsiteY59" fmla="*/ 2562326 h 3917871"/>
                  <a:gd name="connsiteX60" fmla="*/ 1484125 w 3231296"/>
                  <a:gd name="connsiteY60" fmla="*/ 2564902 h 3917871"/>
                  <a:gd name="connsiteX61" fmla="*/ 1481547 w 3231296"/>
                  <a:gd name="connsiteY61" fmla="*/ 2569397 h 3917871"/>
                  <a:gd name="connsiteX62" fmla="*/ 1479770 w 3231296"/>
                  <a:gd name="connsiteY62" fmla="*/ 2573749 h 3917871"/>
                  <a:gd name="connsiteX63" fmla="*/ 1477055 w 3231296"/>
                  <a:gd name="connsiteY63" fmla="*/ 2576467 h 3917871"/>
                  <a:gd name="connsiteX64" fmla="*/ 1477055 w 3231296"/>
                  <a:gd name="connsiteY64" fmla="*/ 2578244 h 3917871"/>
                  <a:gd name="connsiteX65" fmla="*/ 1475278 w 3231296"/>
                  <a:gd name="connsiteY65" fmla="*/ 2582701 h 3917871"/>
                  <a:gd name="connsiteX66" fmla="*/ 1473536 w 3231296"/>
                  <a:gd name="connsiteY66" fmla="*/ 2587057 h 3917871"/>
                  <a:gd name="connsiteX67" fmla="*/ 1470821 w 3231296"/>
                  <a:gd name="connsiteY67" fmla="*/ 2589807 h 3917871"/>
                  <a:gd name="connsiteX68" fmla="*/ 1470821 w 3231296"/>
                  <a:gd name="connsiteY68" fmla="*/ 2592385 h 3917871"/>
                  <a:gd name="connsiteX69" fmla="*/ 1469043 w 3231296"/>
                  <a:gd name="connsiteY69" fmla="*/ 2594163 h 3917871"/>
                  <a:gd name="connsiteX70" fmla="*/ 1469043 w 3231296"/>
                  <a:gd name="connsiteY70" fmla="*/ 2597679 h 3917871"/>
                  <a:gd name="connsiteX71" fmla="*/ 1467266 w 3231296"/>
                  <a:gd name="connsiteY71" fmla="*/ 2599456 h 3917871"/>
                  <a:gd name="connsiteX72" fmla="*/ 1467266 w 3231296"/>
                  <a:gd name="connsiteY72" fmla="*/ 2602174 h 3917871"/>
                  <a:gd name="connsiteX73" fmla="*/ 1465492 w 3231296"/>
                  <a:gd name="connsiteY73" fmla="*/ 2604749 h 3917871"/>
                  <a:gd name="connsiteX74" fmla="*/ 1465492 w 3231296"/>
                  <a:gd name="connsiteY74" fmla="*/ 2606527 h 3917871"/>
                  <a:gd name="connsiteX75" fmla="*/ 1463715 w 3231296"/>
                  <a:gd name="connsiteY75" fmla="*/ 2609244 h 3917871"/>
                  <a:gd name="connsiteX76" fmla="*/ 1461973 w 3231296"/>
                  <a:gd name="connsiteY76" fmla="*/ 2613737 h 3917871"/>
                  <a:gd name="connsiteX77" fmla="*/ 1461973 w 3231296"/>
                  <a:gd name="connsiteY77" fmla="*/ 2615514 h 3917871"/>
                  <a:gd name="connsiteX78" fmla="*/ 1460196 w 3231296"/>
                  <a:gd name="connsiteY78" fmla="*/ 2622585 h 3917871"/>
                  <a:gd name="connsiteX79" fmla="*/ 1460196 w 3231296"/>
                  <a:gd name="connsiteY79" fmla="*/ 2625163 h 3917871"/>
                  <a:gd name="connsiteX80" fmla="*/ 1458419 w 3231296"/>
                  <a:gd name="connsiteY80" fmla="*/ 2626937 h 3917871"/>
                  <a:gd name="connsiteX81" fmla="*/ 1458419 w 3231296"/>
                  <a:gd name="connsiteY81" fmla="*/ 2634008 h 3917871"/>
                  <a:gd name="connsiteX82" fmla="*/ 1456644 w 3231296"/>
                  <a:gd name="connsiteY82" fmla="*/ 2634008 h 3917871"/>
                  <a:gd name="connsiteX83" fmla="*/ 1456644 w 3231296"/>
                  <a:gd name="connsiteY83" fmla="*/ 2644773 h 3917871"/>
                  <a:gd name="connsiteX84" fmla="*/ 1454902 w 3231296"/>
                  <a:gd name="connsiteY84" fmla="*/ 2647351 h 3917871"/>
                  <a:gd name="connsiteX85" fmla="*/ 1454902 w 3231296"/>
                  <a:gd name="connsiteY85" fmla="*/ 2664207 h 3917871"/>
                  <a:gd name="connsiteX86" fmla="*/ 1556923 w 3231296"/>
                  <a:gd name="connsiteY86" fmla="*/ 2837146 h 3917871"/>
                  <a:gd name="connsiteX87" fmla="*/ 1556923 w 3231296"/>
                  <a:gd name="connsiteY87" fmla="*/ 3763600 h 3917871"/>
                  <a:gd name="connsiteX88" fmla="*/ 992969 w 3231296"/>
                  <a:gd name="connsiteY88" fmla="*/ 2954183 h 3917871"/>
                  <a:gd name="connsiteX89" fmla="*/ 0 w 3231296"/>
                  <a:gd name="connsiteY89" fmla="*/ 2524080 h 3917871"/>
                  <a:gd name="connsiteX90" fmla="*/ 0 w 3231296"/>
                  <a:gd name="connsiteY90" fmla="*/ 1393827 h 3917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</a:cxnLst>
                <a:rect l="l" t="t" r="r" b="b"/>
                <a:pathLst>
                  <a:path w="3231296" h="3917871">
                    <a:moveTo>
                      <a:pt x="3231296" y="0"/>
                    </a:moveTo>
                    <a:lnTo>
                      <a:pt x="3231296" y="3917871"/>
                    </a:lnTo>
                    <a:lnTo>
                      <a:pt x="1753266" y="3279476"/>
                    </a:lnTo>
                    <a:lnTo>
                      <a:pt x="1753266" y="2954984"/>
                    </a:lnTo>
                    <a:cubicBezTo>
                      <a:pt x="2011784" y="2939066"/>
                      <a:pt x="2247173" y="2766126"/>
                      <a:pt x="2328783" y="2506385"/>
                    </a:cubicBezTo>
                    <a:lnTo>
                      <a:pt x="2549091" y="1806895"/>
                    </a:lnTo>
                    <a:cubicBezTo>
                      <a:pt x="2653969" y="1469063"/>
                      <a:pt x="2464730" y="1105628"/>
                      <a:pt x="2126343" y="1000993"/>
                    </a:cubicBezTo>
                    <a:cubicBezTo>
                      <a:pt x="1803875" y="899110"/>
                      <a:pt x="1457478" y="1067521"/>
                      <a:pt x="1334874" y="1374217"/>
                    </a:cubicBezTo>
                    <a:lnTo>
                      <a:pt x="1885661" y="1547156"/>
                    </a:lnTo>
                    <a:cubicBezTo>
                      <a:pt x="1916661" y="1557779"/>
                      <a:pt x="1934493" y="1591497"/>
                      <a:pt x="1925646" y="1622532"/>
                    </a:cubicBezTo>
                    <a:cubicBezTo>
                      <a:pt x="1914919" y="1653565"/>
                      <a:pt x="1881166" y="1671225"/>
                      <a:pt x="1850133" y="1660636"/>
                    </a:cubicBezTo>
                    <a:lnTo>
                      <a:pt x="1296768" y="1487696"/>
                    </a:lnTo>
                    <a:lnTo>
                      <a:pt x="1261275" y="1601178"/>
                    </a:lnTo>
                    <a:lnTo>
                      <a:pt x="1814640" y="1774118"/>
                    </a:lnTo>
                    <a:cubicBezTo>
                      <a:pt x="1845640" y="1784707"/>
                      <a:pt x="1863473" y="1816683"/>
                      <a:pt x="1854485" y="1847719"/>
                    </a:cubicBezTo>
                    <a:cubicBezTo>
                      <a:pt x="1843863" y="1880493"/>
                      <a:pt x="1810145" y="1896412"/>
                      <a:pt x="1778972" y="1887564"/>
                    </a:cubicBezTo>
                    <a:lnTo>
                      <a:pt x="1225747" y="1714660"/>
                    </a:lnTo>
                    <a:lnTo>
                      <a:pt x="1190115" y="1827306"/>
                    </a:lnTo>
                    <a:lnTo>
                      <a:pt x="1743480" y="2002022"/>
                    </a:lnTo>
                    <a:cubicBezTo>
                      <a:pt x="1774617" y="2010834"/>
                      <a:pt x="1792312" y="2044448"/>
                      <a:pt x="1781690" y="2075481"/>
                    </a:cubicBezTo>
                    <a:cubicBezTo>
                      <a:pt x="1772842" y="2106517"/>
                      <a:pt x="1739125" y="2124316"/>
                      <a:pt x="1707952" y="2115469"/>
                    </a:cubicBezTo>
                    <a:lnTo>
                      <a:pt x="1155563" y="1941588"/>
                    </a:lnTo>
                    <a:lnTo>
                      <a:pt x="1120035" y="2055070"/>
                    </a:lnTo>
                    <a:lnTo>
                      <a:pt x="1673397" y="2228010"/>
                    </a:lnTo>
                    <a:cubicBezTo>
                      <a:pt x="1704433" y="2238635"/>
                      <a:pt x="1722233" y="2272350"/>
                      <a:pt x="1711503" y="2303386"/>
                    </a:cubicBezTo>
                    <a:cubicBezTo>
                      <a:pt x="1702656" y="2334421"/>
                      <a:pt x="1668905" y="2352081"/>
                      <a:pt x="1637869" y="2341492"/>
                    </a:cubicBezTo>
                    <a:lnTo>
                      <a:pt x="1086281" y="2168692"/>
                    </a:lnTo>
                    <a:cubicBezTo>
                      <a:pt x="1013379" y="2483396"/>
                      <a:pt x="1188337" y="2807888"/>
                      <a:pt x="1494887" y="2918655"/>
                    </a:cubicBezTo>
                    <a:lnTo>
                      <a:pt x="1494887" y="2844220"/>
                    </a:lnTo>
                    <a:cubicBezTo>
                      <a:pt x="1434492" y="2810466"/>
                      <a:pt x="1392694" y="2744912"/>
                      <a:pt x="1392694" y="2671277"/>
                    </a:cubicBezTo>
                    <a:cubicBezTo>
                      <a:pt x="1392694" y="2562326"/>
                      <a:pt x="1481547" y="2471833"/>
                      <a:pt x="1590814" y="2471833"/>
                    </a:cubicBezTo>
                    <a:cubicBezTo>
                      <a:pt x="1596944" y="2471833"/>
                      <a:pt x="1602237" y="2473610"/>
                      <a:pt x="1608509" y="2473610"/>
                    </a:cubicBezTo>
                    <a:cubicBezTo>
                      <a:pt x="1604014" y="2475349"/>
                      <a:pt x="1597884" y="2476325"/>
                      <a:pt x="1593392" y="2478103"/>
                    </a:cubicBezTo>
                    <a:cubicBezTo>
                      <a:pt x="1590814" y="2478103"/>
                      <a:pt x="1587122" y="2479844"/>
                      <a:pt x="1586321" y="2480681"/>
                    </a:cubicBezTo>
                    <a:lnTo>
                      <a:pt x="1584544" y="2480681"/>
                    </a:lnTo>
                    <a:cubicBezTo>
                      <a:pt x="1578274" y="2483396"/>
                      <a:pt x="1572981" y="2485173"/>
                      <a:pt x="1566709" y="2487751"/>
                    </a:cubicBezTo>
                    <a:cubicBezTo>
                      <a:pt x="1559641" y="2492244"/>
                      <a:pt x="1553404" y="2496599"/>
                      <a:pt x="1546298" y="2501091"/>
                    </a:cubicBezTo>
                    <a:lnTo>
                      <a:pt x="1543723" y="2502833"/>
                    </a:lnTo>
                    <a:lnTo>
                      <a:pt x="1539228" y="2505584"/>
                    </a:lnTo>
                    <a:cubicBezTo>
                      <a:pt x="1534735" y="2508162"/>
                      <a:pt x="1532157" y="2511681"/>
                      <a:pt x="1528638" y="2514396"/>
                    </a:cubicBezTo>
                    <a:lnTo>
                      <a:pt x="1526864" y="2516173"/>
                    </a:lnTo>
                    <a:lnTo>
                      <a:pt x="1524146" y="2517950"/>
                    </a:lnTo>
                    <a:lnTo>
                      <a:pt x="1524146" y="2519725"/>
                    </a:lnTo>
                    <a:lnTo>
                      <a:pt x="1521431" y="2522303"/>
                    </a:lnTo>
                    <a:lnTo>
                      <a:pt x="1519653" y="2522303"/>
                    </a:lnTo>
                    <a:lnTo>
                      <a:pt x="1517075" y="2525021"/>
                    </a:lnTo>
                    <a:lnTo>
                      <a:pt x="1514360" y="2527739"/>
                    </a:lnTo>
                    <a:lnTo>
                      <a:pt x="1511746" y="2532091"/>
                    </a:lnTo>
                    <a:lnTo>
                      <a:pt x="1509031" y="2534809"/>
                    </a:lnTo>
                    <a:lnTo>
                      <a:pt x="1506313" y="2539162"/>
                    </a:lnTo>
                    <a:lnTo>
                      <a:pt x="1501958" y="2542714"/>
                    </a:lnTo>
                    <a:lnTo>
                      <a:pt x="1499243" y="2545432"/>
                    </a:lnTo>
                    <a:lnTo>
                      <a:pt x="1499243" y="2547209"/>
                    </a:lnTo>
                    <a:lnTo>
                      <a:pt x="1497465" y="2547209"/>
                    </a:lnTo>
                    <a:lnTo>
                      <a:pt x="1495688" y="2549787"/>
                    </a:lnTo>
                    <a:lnTo>
                      <a:pt x="1489454" y="2556057"/>
                    </a:lnTo>
                    <a:lnTo>
                      <a:pt x="1489454" y="2557831"/>
                    </a:lnTo>
                    <a:lnTo>
                      <a:pt x="1487677" y="2560549"/>
                    </a:lnTo>
                    <a:lnTo>
                      <a:pt x="1485902" y="2560549"/>
                    </a:lnTo>
                    <a:lnTo>
                      <a:pt x="1485902" y="2562326"/>
                    </a:lnTo>
                    <a:lnTo>
                      <a:pt x="1484125" y="2564902"/>
                    </a:lnTo>
                    <a:lnTo>
                      <a:pt x="1481547" y="2569397"/>
                    </a:lnTo>
                    <a:lnTo>
                      <a:pt x="1479770" y="2573749"/>
                    </a:lnTo>
                    <a:lnTo>
                      <a:pt x="1477055" y="2576467"/>
                    </a:lnTo>
                    <a:lnTo>
                      <a:pt x="1477055" y="2578244"/>
                    </a:lnTo>
                    <a:lnTo>
                      <a:pt x="1475278" y="2582701"/>
                    </a:lnTo>
                    <a:lnTo>
                      <a:pt x="1473536" y="2587057"/>
                    </a:lnTo>
                    <a:lnTo>
                      <a:pt x="1470821" y="2589807"/>
                    </a:lnTo>
                    <a:lnTo>
                      <a:pt x="1470821" y="2592385"/>
                    </a:lnTo>
                    <a:lnTo>
                      <a:pt x="1469043" y="2594163"/>
                    </a:lnTo>
                    <a:lnTo>
                      <a:pt x="1469043" y="2597679"/>
                    </a:lnTo>
                    <a:lnTo>
                      <a:pt x="1467266" y="2599456"/>
                    </a:lnTo>
                    <a:lnTo>
                      <a:pt x="1467266" y="2602174"/>
                    </a:lnTo>
                    <a:lnTo>
                      <a:pt x="1465492" y="2604749"/>
                    </a:lnTo>
                    <a:lnTo>
                      <a:pt x="1465492" y="2606527"/>
                    </a:lnTo>
                    <a:lnTo>
                      <a:pt x="1463715" y="2609244"/>
                    </a:lnTo>
                    <a:lnTo>
                      <a:pt x="1461973" y="2613737"/>
                    </a:lnTo>
                    <a:lnTo>
                      <a:pt x="1461973" y="2615514"/>
                    </a:lnTo>
                    <a:cubicBezTo>
                      <a:pt x="1461973" y="2618089"/>
                      <a:pt x="1460196" y="2621644"/>
                      <a:pt x="1460196" y="2622585"/>
                    </a:cubicBezTo>
                    <a:lnTo>
                      <a:pt x="1460196" y="2625163"/>
                    </a:lnTo>
                    <a:lnTo>
                      <a:pt x="1458419" y="2626937"/>
                    </a:lnTo>
                    <a:lnTo>
                      <a:pt x="1458419" y="2634008"/>
                    </a:lnTo>
                    <a:lnTo>
                      <a:pt x="1456644" y="2634008"/>
                    </a:lnTo>
                    <a:lnTo>
                      <a:pt x="1456644" y="2644773"/>
                    </a:lnTo>
                    <a:lnTo>
                      <a:pt x="1454902" y="2647351"/>
                    </a:lnTo>
                    <a:lnTo>
                      <a:pt x="1454902" y="2664207"/>
                    </a:lnTo>
                    <a:cubicBezTo>
                      <a:pt x="1454902" y="2739583"/>
                      <a:pt x="1496665" y="2803396"/>
                      <a:pt x="1556923" y="2837146"/>
                    </a:cubicBezTo>
                    <a:lnTo>
                      <a:pt x="1556923" y="3763600"/>
                    </a:lnTo>
                    <a:lnTo>
                      <a:pt x="992969" y="2954183"/>
                    </a:lnTo>
                    <a:lnTo>
                      <a:pt x="0" y="2524080"/>
                    </a:lnTo>
                    <a:lnTo>
                      <a:pt x="0" y="1393827"/>
                    </a:lnTo>
                    <a:close/>
                  </a:path>
                </a:pathLst>
              </a:custGeom>
              <a:solidFill>
                <a:srgbClr val="3E4B6D"/>
              </a:solidFill>
              <a:ln w="97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32B1DDF-1BAA-9C48-EF3C-4B6B321985F3}"/>
                  </a:ext>
                </a:extLst>
              </p:cNvPr>
              <p:cNvSpPr txBox="1"/>
              <p:nvPr/>
            </p:nvSpPr>
            <p:spPr>
              <a:xfrm rot="1520721">
                <a:off x="3378064" y="2106818"/>
                <a:ext cx="3825132" cy="3549402"/>
              </a:xfrm>
              <a:custGeom>
                <a:avLst/>
                <a:gdLst/>
                <a:ahLst/>
                <a:cxnLst/>
                <a:rect l="l" t="t" r="r" b="b"/>
                <a:pathLst>
                  <a:path w="1620669" h="1503845">
                    <a:moveTo>
                      <a:pt x="0" y="0"/>
                    </a:moveTo>
                    <a:lnTo>
                      <a:pt x="501282" y="0"/>
                    </a:lnTo>
                    <a:lnTo>
                      <a:pt x="811397" y="1034425"/>
                    </a:lnTo>
                    <a:lnTo>
                      <a:pt x="1119388" y="0"/>
                    </a:lnTo>
                    <a:lnTo>
                      <a:pt x="1620669" y="0"/>
                    </a:lnTo>
                    <a:lnTo>
                      <a:pt x="1115140" y="1503845"/>
                    </a:lnTo>
                    <a:lnTo>
                      <a:pt x="505530" y="1503845"/>
                    </a:lnTo>
                    <a:close/>
                  </a:path>
                </a:pathLst>
              </a:custGeom>
              <a:solidFill>
                <a:srgbClr val="E3B43E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6700" dirty="0">
                  <a:solidFill>
                    <a:srgbClr val="E3B43E"/>
                  </a:solidFill>
                  <a:latin typeface="Poppins Black" panose="00000A00000000000000" pitchFamily="2" charset="0"/>
                  <a:cs typeface="Poppins Black" panose="00000A00000000000000" pitchFamily="2" charset="0"/>
                </a:endParaRPr>
              </a:p>
            </p:txBody>
          </p:sp>
        </p:grp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2BBE45A-3287-61E4-8B18-E1BE389B580E}"/>
                </a:ext>
              </a:extLst>
            </p:cNvPr>
            <p:cNvSpPr/>
            <p:nvPr/>
          </p:nvSpPr>
          <p:spPr>
            <a:xfrm>
              <a:off x="9710175" y="2058772"/>
              <a:ext cx="2238347" cy="2859891"/>
            </a:xfrm>
            <a:custGeom>
              <a:avLst/>
              <a:gdLst>
                <a:gd name="connsiteX0" fmla="*/ 1073934 w 2238347"/>
                <a:gd name="connsiteY0" fmla="*/ 0 h 2859891"/>
                <a:gd name="connsiteX1" fmla="*/ 1886269 w 2238347"/>
                <a:gd name="connsiteY1" fmla="*/ 236029 h 2859891"/>
                <a:gd name="connsiteX2" fmla="*/ 2202942 w 2238347"/>
                <a:gd name="connsiteY2" fmla="*/ 900846 h 2859891"/>
                <a:gd name="connsiteX3" fmla="*/ 1262758 w 2238347"/>
                <a:gd name="connsiteY3" fmla="*/ 900846 h 2859891"/>
                <a:gd name="connsiteX4" fmla="*/ 1203751 w 2238347"/>
                <a:gd name="connsiteY4" fmla="*/ 731692 h 2859891"/>
                <a:gd name="connsiteX5" fmla="*/ 1070001 w 2238347"/>
                <a:gd name="connsiteY5" fmla="*/ 680552 h 2859891"/>
                <a:gd name="connsiteX6" fmla="*/ 979523 w 2238347"/>
                <a:gd name="connsiteY6" fmla="*/ 717923 h 2859891"/>
                <a:gd name="connsiteX7" fmla="*/ 944118 w 2238347"/>
                <a:gd name="connsiteY7" fmla="*/ 822170 h 2859891"/>
                <a:gd name="connsiteX8" fmla="*/ 1048365 w 2238347"/>
                <a:gd name="connsiteY8" fmla="*/ 977556 h 2859891"/>
                <a:gd name="connsiteX9" fmla="*/ 1380772 w 2238347"/>
                <a:gd name="connsiteY9" fmla="*/ 1125074 h 2859891"/>
                <a:gd name="connsiteX10" fmla="*/ 1815460 w 2238347"/>
                <a:gd name="connsiteY10" fmla="*/ 1313898 h 2859891"/>
                <a:gd name="connsiteX11" fmla="*/ 2112464 w 2238347"/>
                <a:gd name="connsiteY11" fmla="*/ 1565663 h 2859891"/>
                <a:gd name="connsiteX12" fmla="*/ 2238347 w 2238347"/>
                <a:gd name="connsiteY12" fmla="*/ 1970846 h 2859891"/>
                <a:gd name="connsiteX13" fmla="*/ 2112464 w 2238347"/>
                <a:gd name="connsiteY13" fmla="*/ 2429137 h 2859891"/>
                <a:gd name="connsiteX14" fmla="*/ 1746619 w 2238347"/>
                <a:gd name="connsiteY14" fmla="*/ 2745810 h 2859891"/>
                <a:gd name="connsiteX15" fmla="*/ 1176214 w 2238347"/>
                <a:gd name="connsiteY15" fmla="*/ 2859891 h 2859891"/>
                <a:gd name="connsiteX16" fmla="*/ 352077 w 2238347"/>
                <a:gd name="connsiteY16" fmla="*/ 2625828 h 2859891"/>
                <a:gd name="connsiteX17" fmla="*/ 0 w 2238347"/>
                <a:gd name="connsiteY17" fmla="*/ 1939376 h 2859891"/>
                <a:gd name="connsiteX18" fmla="*/ 928383 w 2238347"/>
                <a:gd name="connsiteY18" fmla="*/ 1939376 h 2859891"/>
                <a:gd name="connsiteX19" fmla="*/ 1140809 w 2238347"/>
                <a:gd name="connsiteY19" fmla="*/ 2179339 h 2859891"/>
                <a:gd name="connsiteX20" fmla="*/ 1260791 w 2238347"/>
                <a:gd name="connsiteY20" fmla="*/ 2145902 h 2859891"/>
                <a:gd name="connsiteX21" fmla="*/ 1309964 w 2238347"/>
                <a:gd name="connsiteY21" fmla="*/ 2041655 h 2859891"/>
                <a:gd name="connsiteX22" fmla="*/ 1203751 w 2238347"/>
                <a:gd name="connsiteY22" fmla="*/ 1882335 h 2859891"/>
                <a:gd name="connsiteX23" fmla="*/ 873309 w 2238347"/>
                <a:gd name="connsiteY23" fmla="*/ 1742684 h 2859891"/>
                <a:gd name="connsiteX24" fmla="*/ 430754 w 2238347"/>
                <a:gd name="connsiteY24" fmla="*/ 1557795 h 2859891"/>
                <a:gd name="connsiteX25" fmla="*/ 129817 w 2238347"/>
                <a:gd name="connsiteY25" fmla="*/ 1294229 h 2859891"/>
                <a:gd name="connsiteX26" fmla="*/ 7867 w 2238347"/>
                <a:gd name="connsiteY26" fmla="*/ 849706 h 2859891"/>
                <a:gd name="connsiteX27" fmla="*/ 147519 w 2238347"/>
                <a:gd name="connsiteY27" fmla="*/ 387482 h 2859891"/>
                <a:gd name="connsiteX28" fmla="*/ 529100 w 2238347"/>
                <a:gd name="connsiteY28" fmla="*/ 98345 h 2859891"/>
                <a:gd name="connsiteX29" fmla="*/ 1073934 w 2238347"/>
                <a:gd name="connsiteY29" fmla="*/ 0 h 2859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238347" h="2859891">
                  <a:moveTo>
                    <a:pt x="1073934" y="0"/>
                  </a:moveTo>
                  <a:cubicBezTo>
                    <a:pt x="1414865" y="0"/>
                    <a:pt x="1685643" y="78676"/>
                    <a:pt x="1886269" y="236029"/>
                  </a:cubicBezTo>
                  <a:cubicBezTo>
                    <a:pt x="2086894" y="393382"/>
                    <a:pt x="2192452" y="614988"/>
                    <a:pt x="2202942" y="900846"/>
                  </a:cubicBezTo>
                  <a:lnTo>
                    <a:pt x="1262758" y="900846"/>
                  </a:lnTo>
                  <a:cubicBezTo>
                    <a:pt x="1260135" y="822170"/>
                    <a:pt x="1240467" y="765785"/>
                    <a:pt x="1203751" y="731692"/>
                  </a:cubicBezTo>
                  <a:cubicBezTo>
                    <a:pt x="1167035" y="697598"/>
                    <a:pt x="1122451" y="680552"/>
                    <a:pt x="1070001" y="680552"/>
                  </a:cubicBezTo>
                  <a:cubicBezTo>
                    <a:pt x="1033285" y="680552"/>
                    <a:pt x="1003125" y="693009"/>
                    <a:pt x="979523" y="717923"/>
                  </a:cubicBezTo>
                  <a:cubicBezTo>
                    <a:pt x="955919" y="742837"/>
                    <a:pt x="944118" y="777586"/>
                    <a:pt x="944118" y="822170"/>
                  </a:cubicBezTo>
                  <a:cubicBezTo>
                    <a:pt x="944118" y="885111"/>
                    <a:pt x="978867" y="936906"/>
                    <a:pt x="1048365" y="977556"/>
                  </a:cubicBezTo>
                  <a:cubicBezTo>
                    <a:pt x="1117862" y="1018205"/>
                    <a:pt x="1228665" y="1067378"/>
                    <a:pt x="1380772" y="1125074"/>
                  </a:cubicBezTo>
                  <a:cubicBezTo>
                    <a:pt x="1556483" y="1190638"/>
                    <a:pt x="1701379" y="1253579"/>
                    <a:pt x="1815460" y="1313898"/>
                  </a:cubicBezTo>
                  <a:cubicBezTo>
                    <a:pt x="1929541" y="1374216"/>
                    <a:pt x="2028543" y="1458138"/>
                    <a:pt x="2112464" y="1565663"/>
                  </a:cubicBezTo>
                  <a:cubicBezTo>
                    <a:pt x="2196386" y="1673187"/>
                    <a:pt x="2238347" y="1808248"/>
                    <a:pt x="2238347" y="1970846"/>
                  </a:cubicBezTo>
                  <a:cubicBezTo>
                    <a:pt x="2238347" y="2141312"/>
                    <a:pt x="2196386" y="2294076"/>
                    <a:pt x="2112464" y="2429137"/>
                  </a:cubicBezTo>
                  <a:cubicBezTo>
                    <a:pt x="2028543" y="2564198"/>
                    <a:pt x="1906593" y="2669756"/>
                    <a:pt x="1746619" y="2745810"/>
                  </a:cubicBezTo>
                  <a:cubicBezTo>
                    <a:pt x="1586643" y="2821864"/>
                    <a:pt x="1396508" y="2859891"/>
                    <a:pt x="1176214" y="2859891"/>
                  </a:cubicBezTo>
                  <a:cubicBezTo>
                    <a:pt x="843150" y="2859891"/>
                    <a:pt x="568438" y="2781870"/>
                    <a:pt x="352077" y="2625828"/>
                  </a:cubicBezTo>
                  <a:cubicBezTo>
                    <a:pt x="135717" y="2469787"/>
                    <a:pt x="18358" y="2240969"/>
                    <a:pt x="0" y="1939376"/>
                  </a:cubicBezTo>
                  <a:lnTo>
                    <a:pt x="928383" y="1939376"/>
                  </a:lnTo>
                  <a:cubicBezTo>
                    <a:pt x="941495" y="2099351"/>
                    <a:pt x="1012305" y="2179339"/>
                    <a:pt x="1140809" y="2179339"/>
                  </a:cubicBezTo>
                  <a:cubicBezTo>
                    <a:pt x="1188015" y="2179339"/>
                    <a:pt x="1228009" y="2168193"/>
                    <a:pt x="1260791" y="2145902"/>
                  </a:cubicBezTo>
                  <a:cubicBezTo>
                    <a:pt x="1293573" y="2123610"/>
                    <a:pt x="1309964" y="2088861"/>
                    <a:pt x="1309964" y="2041655"/>
                  </a:cubicBezTo>
                  <a:cubicBezTo>
                    <a:pt x="1309964" y="1976091"/>
                    <a:pt x="1274559" y="1922985"/>
                    <a:pt x="1203751" y="1882335"/>
                  </a:cubicBezTo>
                  <a:cubicBezTo>
                    <a:pt x="1132941" y="1841686"/>
                    <a:pt x="1022795" y="1795136"/>
                    <a:pt x="873309" y="1742684"/>
                  </a:cubicBezTo>
                  <a:cubicBezTo>
                    <a:pt x="694975" y="1679743"/>
                    <a:pt x="547457" y="1618114"/>
                    <a:pt x="430754" y="1557795"/>
                  </a:cubicBezTo>
                  <a:cubicBezTo>
                    <a:pt x="314051" y="1497476"/>
                    <a:pt x="213738" y="1409621"/>
                    <a:pt x="129817" y="1294229"/>
                  </a:cubicBezTo>
                  <a:cubicBezTo>
                    <a:pt x="45895" y="1178836"/>
                    <a:pt x="5245" y="1030662"/>
                    <a:pt x="7867" y="849706"/>
                  </a:cubicBezTo>
                  <a:cubicBezTo>
                    <a:pt x="7867" y="668751"/>
                    <a:pt x="54418" y="514675"/>
                    <a:pt x="147519" y="387482"/>
                  </a:cubicBezTo>
                  <a:cubicBezTo>
                    <a:pt x="240619" y="260288"/>
                    <a:pt x="367813" y="163909"/>
                    <a:pt x="529100" y="98345"/>
                  </a:cubicBezTo>
                  <a:cubicBezTo>
                    <a:pt x="690387" y="32782"/>
                    <a:pt x="871998" y="0"/>
                    <a:pt x="1073934" y="0"/>
                  </a:cubicBezTo>
                  <a:close/>
                </a:path>
              </a:pathLst>
            </a:custGeom>
            <a:solidFill>
              <a:srgbClr val="E3B4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01AF3A2-9387-F204-139D-78D896970D6B}"/>
                </a:ext>
              </a:extLst>
            </p:cNvPr>
            <p:cNvSpPr/>
            <p:nvPr/>
          </p:nvSpPr>
          <p:spPr>
            <a:xfrm>
              <a:off x="8529894" y="2105978"/>
              <a:ext cx="873310" cy="2785148"/>
            </a:xfrm>
            <a:custGeom>
              <a:avLst/>
              <a:gdLst>
                <a:gd name="connsiteX0" fmla="*/ 0 w 873310"/>
                <a:gd name="connsiteY0" fmla="*/ 0 h 2785148"/>
                <a:gd name="connsiteX1" fmla="*/ 873310 w 873310"/>
                <a:gd name="connsiteY1" fmla="*/ 0 h 2785148"/>
                <a:gd name="connsiteX2" fmla="*/ 873310 w 873310"/>
                <a:gd name="connsiteY2" fmla="*/ 2785148 h 2785148"/>
                <a:gd name="connsiteX3" fmla="*/ 0 w 873310"/>
                <a:gd name="connsiteY3" fmla="*/ 2785148 h 2785148"/>
                <a:gd name="connsiteX4" fmla="*/ 0 w 873310"/>
                <a:gd name="connsiteY4" fmla="*/ 0 h 2785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3310" h="2785148">
                  <a:moveTo>
                    <a:pt x="0" y="0"/>
                  </a:moveTo>
                  <a:lnTo>
                    <a:pt x="873310" y="0"/>
                  </a:lnTo>
                  <a:lnTo>
                    <a:pt x="873310" y="2785148"/>
                  </a:lnTo>
                  <a:lnTo>
                    <a:pt x="0" y="2785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B4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4693E56-FE7B-091A-2925-09EBA2295EC3}"/>
                </a:ext>
              </a:extLst>
            </p:cNvPr>
            <p:cNvSpPr/>
            <p:nvPr/>
          </p:nvSpPr>
          <p:spPr>
            <a:xfrm>
              <a:off x="5355593" y="2058772"/>
              <a:ext cx="2864953" cy="2859891"/>
            </a:xfrm>
            <a:custGeom>
              <a:avLst/>
              <a:gdLst>
                <a:gd name="connsiteX0" fmla="*/ 1128 w 2864953"/>
                <a:gd name="connsiteY0" fmla="*/ 1446649 h 2859891"/>
                <a:gd name="connsiteX1" fmla="*/ 10924 w 2864953"/>
                <a:gd name="connsiteY1" fmla="*/ 1608789 h 2859891"/>
                <a:gd name="connsiteX2" fmla="*/ 1128 w 2864953"/>
                <a:gd name="connsiteY2" fmla="*/ 1608789 h 2859891"/>
                <a:gd name="connsiteX3" fmla="*/ 1128 w 2864953"/>
                <a:gd name="connsiteY3" fmla="*/ 1409310 h 2859891"/>
                <a:gd name="connsiteX4" fmla="*/ 1128 w 2864953"/>
                <a:gd name="connsiteY4" fmla="*/ 1446649 h 2859891"/>
                <a:gd name="connsiteX5" fmla="*/ 0 w 2864953"/>
                <a:gd name="connsiteY5" fmla="*/ 1427979 h 2859891"/>
                <a:gd name="connsiteX6" fmla="*/ 2856117 w 2864953"/>
                <a:gd name="connsiteY6" fmla="*/ 1299096 h 2859891"/>
                <a:gd name="connsiteX7" fmla="*/ 2864953 w 2864953"/>
                <a:gd name="connsiteY7" fmla="*/ 1299096 h 2859891"/>
                <a:gd name="connsiteX8" fmla="*/ 2864953 w 2864953"/>
                <a:gd name="connsiteY8" fmla="*/ 1608789 h 2859891"/>
                <a:gd name="connsiteX9" fmla="*/ 2853011 w 2864953"/>
                <a:gd name="connsiteY9" fmla="*/ 1608789 h 2859891"/>
                <a:gd name="connsiteX10" fmla="*/ 2863824 w 2864953"/>
                <a:gd name="connsiteY10" fmla="*/ 1427979 h 2859891"/>
                <a:gd name="connsiteX11" fmla="*/ 1999145 w 2864953"/>
                <a:gd name="connsiteY11" fmla="*/ 1299096 h 2859891"/>
                <a:gd name="connsiteX12" fmla="*/ 1999145 w 2864953"/>
                <a:gd name="connsiteY12" fmla="*/ 1608789 h 2859891"/>
                <a:gd name="connsiteX13" fmla="*/ 2198947 w 2864953"/>
                <a:gd name="connsiteY13" fmla="*/ 1608789 h 2859891"/>
                <a:gd name="connsiteX14" fmla="*/ 2198947 w 2864953"/>
                <a:gd name="connsiteY14" fmla="*/ 1299096 h 2859891"/>
                <a:gd name="connsiteX15" fmla="*/ 1128 w 2864953"/>
                <a:gd name="connsiteY15" fmla="*/ 1299096 h 2859891"/>
                <a:gd name="connsiteX16" fmla="*/ 7787 w 2864953"/>
                <a:gd name="connsiteY16" fmla="*/ 1299096 h 2859891"/>
                <a:gd name="connsiteX17" fmla="*/ 1128 w 2864953"/>
                <a:gd name="connsiteY17" fmla="*/ 1409310 h 2859891"/>
                <a:gd name="connsiteX18" fmla="*/ 2332148 w 2864953"/>
                <a:gd name="connsiteY18" fmla="*/ 1145914 h 2859891"/>
                <a:gd name="connsiteX19" fmla="*/ 2332148 w 2864953"/>
                <a:gd name="connsiteY19" fmla="*/ 1768630 h 2859891"/>
                <a:gd name="connsiteX20" fmla="*/ 2531950 w 2864953"/>
                <a:gd name="connsiteY20" fmla="*/ 1768630 h 2859891"/>
                <a:gd name="connsiteX21" fmla="*/ 2531950 w 2864953"/>
                <a:gd name="connsiteY21" fmla="*/ 1145914 h 2859891"/>
                <a:gd name="connsiteX22" fmla="*/ 1666142 w 2864953"/>
                <a:gd name="connsiteY22" fmla="*/ 1145914 h 2859891"/>
                <a:gd name="connsiteX23" fmla="*/ 1666142 w 2864953"/>
                <a:gd name="connsiteY23" fmla="*/ 1768630 h 2859891"/>
                <a:gd name="connsiteX24" fmla="*/ 1865944 w 2864953"/>
                <a:gd name="connsiteY24" fmla="*/ 1768630 h 2859891"/>
                <a:gd name="connsiteX25" fmla="*/ 1865944 w 2864953"/>
                <a:gd name="connsiteY25" fmla="*/ 1145914 h 2859891"/>
                <a:gd name="connsiteX26" fmla="*/ 334131 w 2864953"/>
                <a:gd name="connsiteY26" fmla="*/ 1145914 h 2859891"/>
                <a:gd name="connsiteX27" fmla="*/ 334131 w 2864953"/>
                <a:gd name="connsiteY27" fmla="*/ 1768630 h 2859891"/>
                <a:gd name="connsiteX28" fmla="*/ 533933 w 2864953"/>
                <a:gd name="connsiteY28" fmla="*/ 1768630 h 2859891"/>
                <a:gd name="connsiteX29" fmla="*/ 533933 w 2864953"/>
                <a:gd name="connsiteY29" fmla="*/ 1145914 h 2859891"/>
                <a:gd name="connsiteX30" fmla="*/ 1333139 w 2864953"/>
                <a:gd name="connsiteY30" fmla="*/ 989403 h 2859891"/>
                <a:gd name="connsiteX31" fmla="*/ 1333139 w 2864953"/>
                <a:gd name="connsiteY31" fmla="*/ 1921811 h 2859891"/>
                <a:gd name="connsiteX32" fmla="*/ 1532941 w 2864953"/>
                <a:gd name="connsiteY32" fmla="*/ 1921811 h 2859891"/>
                <a:gd name="connsiteX33" fmla="*/ 1532941 w 2864953"/>
                <a:gd name="connsiteY33" fmla="*/ 989403 h 2859891"/>
                <a:gd name="connsiteX34" fmla="*/ 667133 w 2864953"/>
                <a:gd name="connsiteY34" fmla="*/ 832892 h 2859891"/>
                <a:gd name="connsiteX35" fmla="*/ 667133 w 2864953"/>
                <a:gd name="connsiteY35" fmla="*/ 2074993 h 2859891"/>
                <a:gd name="connsiteX36" fmla="*/ 866935 w 2864953"/>
                <a:gd name="connsiteY36" fmla="*/ 2074993 h 2859891"/>
                <a:gd name="connsiteX37" fmla="*/ 866935 w 2864953"/>
                <a:gd name="connsiteY37" fmla="*/ 832892 h 2859891"/>
                <a:gd name="connsiteX38" fmla="*/ 1000136 w 2864953"/>
                <a:gd name="connsiteY38" fmla="*/ 523199 h 2859891"/>
                <a:gd name="connsiteX39" fmla="*/ 1000136 w 2864953"/>
                <a:gd name="connsiteY39" fmla="*/ 2388015 h 2859891"/>
                <a:gd name="connsiteX40" fmla="*/ 1199938 w 2864953"/>
                <a:gd name="connsiteY40" fmla="*/ 2388015 h 2859891"/>
                <a:gd name="connsiteX41" fmla="*/ 1199938 w 2864953"/>
                <a:gd name="connsiteY41" fmla="*/ 523199 h 2859891"/>
                <a:gd name="connsiteX42" fmla="*/ 1435846 w 2864953"/>
                <a:gd name="connsiteY42" fmla="*/ 0 h 2859891"/>
                <a:gd name="connsiteX43" fmla="*/ 2155736 w 2864953"/>
                <a:gd name="connsiteY43" fmla="*/ 182923 h 2859891"/>
                <a:gd name="connsiteX44" fmla="*/ 2673034 w 2864953"/>
                <a:gd name="connsiteY44" fmla="*/ 692353 h 2859891"/>
                <a:gd name="connsiteX45" fmla="*/ 2851900 w 2864953"/>
                <a:gd name="connsiteY45" fmla="*/ 1228583 h 2859891"/>
                <a:gd name="connsiteX46" fmla="*/ 2856117 w 2864953"/>
                <a:gd name="connsiteY46" fmla="*/ 1299096 h 2859891"/>
                <a:gd name="connsiteX47" fmla="*/ 2665151 w 2864953"/>
                <a:gd name="connsiteY47" fmla="*/ 1299096 h 2859891"/>
                <a:gd name="connsiteX48" fmla="*/ 2665151 w 2864953"/>
                <a:gd name="connsiteY48" fmla="*/ 1608789 h 2859891"/>
                <a:gd name="connsiteX49" fmla="*/ 2853011 w 2864953"/>
                <a:gd name="connsiteY49" fmla="*/ 1608789 h 2859891"/>
                <a:gd name="connsiteX50" fmla="*/ 2851900 w 2864953"/>
                <a:gd name="connsiteY50" fmla="*/ 1627375 h 2859891"/>
                <a:gd name="connsiteX51" fmla="*/ 2673034 w 2864953"/>
                <a:gd name="connsiteY51" fmla="*/ 2163604 h 2859891"/>
                <a:gd name="connsiteX52" fmla="*/ 2153769 w 2864953"/>
                <a:gd name="connsiteY52" fmla="*/ 2675001 h 2859891"/>
                <a:gd name="connsiteX53" fmla="*/ 1435846 w 2864953"/>
                <a:gd name="connsiteY53" fmla="*/ 2859891 h 2859891"/>
                <a:gd name="connsiteX54" fmla="*/ 713989 w 2864953"/>
                <a:gd name="connsiteY54" fmla="*/ 2675001 h 2859891"/>
                <a:gd name="connsiteX55" fmla="*/ 192757 w 2864953"/>
                <a:gd name="connsiteY55" fmla="*/ 2163604 h 2859891"/>
                <a:gd name="connsiteX56" fmla="*/ 12047 w 2864953"/>
                <a:gd name="connsiteY56" fmla="*/ 1627375 h 2859891"/>
                <a:gd name="connsiteX57" fmla="*/ 10924 w 2864953"/>
                <a:gd name="connsiteY57" fmla="*/ 1608789 h 2859891"/>
                <a:gd name="connsiteX58" fmla="*/ 200930 w 2864953"/>
                <a:gd name="connsiteY58" fmla="*/ 1608789 h 2859891"/>
                <a:gd name="connsiteX59" fmla="*/ 200930 w 2864953"/>
                <a:gd name="connsiteY59" fmla="*/ 1299096 h 2859891"/>
                <a:gd name="connsiteX60" fmla="*/ 7787 w 2864953"/>
                <a:gd name="connsiteY60" fmla="*/ 1299096 h 2859891"/>
                <a:gd name="connsiteX61" fmla="*/ 12047 w 2864953"/>
                <a:gd name="connsiteY61" fmla="*/ 1228583 h 2859891"/>
                <a:gd name="connsiteX62" fmla="*/ 192757 w 2864953"/>
                <a:gd name="connsiteY62" fmla="*/ 692353 h 2859891"/>
                <a:gd name="connsiteX63" fmla="*/ 713989 w 2864953"/>
                <a:gd name="connsiteY63" fmla="*/ 182923 h 2859891"/>
                <a:gd name="connsiteX64" fmla="*/ 1435846 w 2864953"/>
                <a:gd name="connsiteY64" fmla="*/ 0 h 2859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2864953" h="2859891">
                  <a:moveTo>
                    <a:pt x="1128" y="1446649"/>
                  </a:moveTo>
                  <a:lnTo>
                    <a:pt x="10924" y="1608789"/>
                  </a:lnTo>
                  <a:lnTo>
                    <a:pt x="1128" y="1608789"/>
                  </a:lnTo>
                  <a:close/>
                  <a:moveTo>
                    <a:pt x="1128" y="1409310"/>
                  </a:moveTo>
                  <a:lnTo>
                    <a:pt x="1128" y="1446649"/>
                  </a:lnTo>
                  <a:lnTo>
                    <a:pt x="0" y="1427979"/>
                  </a:lnTo>
                  <a:close/>
                  <a:moveTo>
                    <a:pt x="2856117" y="1299096"/>
                  </a:moveTo>
                  <a:lnTo>
                    <a:pt x="2864953" y="1299096"/>
                  </a:lnTo>
                  <a:lnTo>
                    <a:pt x="2864953" y="1608789"/>
                  </a:lnTo>
                  <a:lnTo>
                    <a:pt x="2853011" y="1608789"/>
                  </a:lnTo>
                  <a:lnTo>
                    <a:pt x="2863824" y="1427979"/>
                  </a:lnTo>
                  <a:close/>
                  <a:moveTo>
                    <a:pt x="1999145" y="1299096"/>
                  </a:moveTo>
                  <a:lnTo>
                    <a:pt x="1999145" y="1608789"/>
                  </a:lnTo>
                  <a:lnTo>
                    <a:pt x="2198947" y="1608789"/>
                  </a:lnTo>
                  <a:lnTo>
                    <a:pt x="2198947" y="1299096"/>
                  </a:lnTo>
                  <a:close/>
                  <a:moveTo>
                    <a:pt x="1128" y="1299096"/>
                  </a:moveTo>
                  <a:lnTo>
                    <a:pt x="7787" y="1299096"/>
                  </a:lnTo>
                  <a:lnTo>
                    <a:pt x="1128" y="1409310"/>
                  </a:lnTo>
                  <a:close/>
                  <a:moveTo>
                    <a:pt x="2332148" y="1145914"/>
                  </a:moveTo>
                  <a:lnTo>
                    <a:pt x="2332148" y="1768630"/>
                  </a:lnTo>
                  <a:lnTo>
                    <a:pt x="2531950" y="1768630"/>
                  </a:lnTo>
                  <a:lnTo>
                    <a:pt x="2531950" y="1145914"/>
                  </a:lnTo>
                  <a:close/>
                  <a:moveTo>
                    <a:pt x="1666142" y="1145914"/>
                  </a:moveTo>
                  <a:lnTo>
                    <a:pt x="1666142" y="1768630"/>
                  </a:lnTo>
                  <a:lnTo>
                    <a:pt x="1865944" y="1768630"/>
                  </a:lnTo>
                  <a:lnTo>
                    <a:pt x="1865944" y="1145914"/>
                  </a:lnTo>
                  <a:close/>
                  <a:moveTo>
                    <a:pt x="334131" y="1145914"/>
                  </a:moveTo>
                  <a:lnTo>
                    <a:pt x="334131" y="1768630"/>
                  </a:lnTo>
                  <a:lnTo>
                    <a:pt x="533933" y="1768630"/>
                  </a:lnTo>
                  <a:lnTo>
                    <a:pt x="533933" y="1145914"/>
                  </a:lnTo>
                  <a:close/>
                  <a:moveTo>
                    <a:pt x="1333139" y="989403"/>
                  </a:moveTo>
                  <a:lnTo>
                    <a:pt x="1333139" y="1921811"/>
                  </a:lnTo>
                  <a:lnTo>
                    <a:pt x="1532941" y="1921811"/>
                  </a:lnTo>
                  <a:lnTo>
                    <a:pt x="1532941" y="989403"/>
                  </a:lnTo>
                  <a:close/>
                  <a:moveTo>
                    <a:pt x="667133" y="832892"/>
                  </a:moveTo>
                  <a:lnTo>
                    <a:pt x="667133" y="2074993"/>
                  </a:lnTo>
                  <a:lnTo>
                    <a:pt x="866935" y="2074993"/>
                  </a:lnTo>
                  <a:lnTo>
                    <a:pt x="866935" y="832892"/>
                  </a:lnTo>
                  <a:close/>
                  <a:moveTo>
                    <a:pt x="1000136" y="523199"/>
                  </a:moveTo>
                  <a:lnTo>
                    <a:pt x="1000136" y="2388015"/>
                  </a:lnTo>
                  <a:lnTo>
                    <a:pt x="1199938" y="2388015"/>
                  </a:lnTo>
                  <a:lnTo>
                    <a:pt x="1199938" y="523199"/>
                  </a:lnTo>
                  <a:close/>
                  <a:moveTo>
                    <a:pt x="1435846" y="0"/>
                  </a:moveTo>
                  <a:cubicBezTo>
                    <a:pt x="1698101" y="0"/>
                    <a:pt x="1938064" y="60974"/>
                    <a:pt x="2155736" y="182923"/>
                  </a:cubicBezTo>
                  <a:cubicBezTo>
                    <a:pt x="2373408" y="304871"/>
                    <a:pt x="2545840" y="474681"/>
                    <a:pt x="2673034" y="692353"/>
                  </a:cubicBezTo>
                  <a:cubicBezTo>
                    <a:pt x="2768430" y="855607"/>
                    <a:pt x="2828051" y="1034350"/>
                    <a:pt x="2851900" y="1228583"/>
                  </a:cubicBezTo>
                  <a:lnTo>
                    <a:pt x="2856117" y="1299096"/>
                  </a:lnTo>
                  <a:lnTo>
                    <a:pt x="2665151" y="1299096"/>
                  </a:lnTo>
                  <a:lnTo>
                    <a:pt x="2665151" y="1608789"/>
                  </a:lnTo>
                  <a:lnTo>
                    <a:pt x="2853011" y="1608789"/>
                  </a:lnTo>
                  <a:lnTo>
                    <a:pt x="2851900" y="1627375"/>
                  </a:lnTo>
                  <a:cubicBezTo>
                    <a:pt x="2828051" y="1821607"/>
                    <a:pt x="2768430" y="2000350"/>
                    <a:pt x="2673034" y="2163604"/>
                  </a:cubicBezTo>
                  <a:cubicBezTo>
                    <a:pt x="2545840" y="2381275"/>
                    <a:pt x="2372752" y="2551741"/>
                    <a:pt x="2153769" y="2675001"/>
                  </a:cubicBezTo>
                  <a:cubicBezTo>
                    <a:pt x="1934786" y="2798261"/>
                    <a:pt x="1695479" y="2859891"/>
                    <a:pt x="1435846" y="2859891"/>
                  </a:cubicBezTo>
                  <a:cubicBezTo>
                    <a:pt x="1173591" y="2859891"/>
                    <a:pt x="932972" y="2798261"/>
                    <a:pt x="713989" y="2675001"/>
                  </a:cubicBezTo>
                  <a:cubicBezTo>
                    <a:pt x="495006" y="2551741"/>
                    <a:pt x="321262" y="2381275"/>
                    <a:pt x="192757" y="2163604"/>
                  </a:cubicBezTo>
                  <a:cubicBezTo>
                    <a:pt x="96378" y="2000350"/>
                    <a:pt x="36142" y="1821607"/>
                    <a:pt x="12047" y="1627375"/>
                  </a:cubicBezTo>
                  <a:lnTo>
                    <a:pt x="10924" y="1608789"/>
                  </a:lnTo>
                  <a:lnTo>
                    <a:pt x="200930" y="1608789"/>
                  </a:lnTo>
                  <a:lnTo>
                    <a:pt x="200930" y="1299096"/>
                  </a:lnTo>
                  <a:lnTo>
                    <a:pt x="7787" y="1299096"/>
                  </a:lnTo>
                  <a:lnTo>
                    <a:pt x="12047" y="1228583"/>
                  </a:lnTo>
                  <a:cubicBezTo>
                    <a:pt x="36142" y="1034350"/>
                    <a:pt x="96378" y="855607"/>
                    <a:pt x="192757" y="692353"/>
                  </a:cubicBezTo>
                  <a:cubicBezTo>
                    <a:pt x="321262" y="474681"/>
                    <a:pt x="495006" y="304871"/>
                    <a:pt x="713989" y="182923"/>
                  </a:cubicBezTo>
                  <a:cubicBezTo>
                    <a:pt x="932972" y="60974"/>
                    <a:pt x="1173591" y="0"/>
                    <a:pt x="1435846" y="0"/>
                  </a:cubicBezTo>
                  <a:close/>
                </a:path>
              </a:pathLst>
            </a:custGeom>
            <a:solidFill>
              <a:srgbClr val="6A8D6C"/>
            </a:solidFill>
            <a:ln w="32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Title 8">
            <a:extLst>
              <a:ext uri="{FF2B5EF4-FFF2-40B4-BE49-F238E27FC236}">
                <a16:creationId xmlns:a16="http://schemas.microsoft.com/office/drawing/2014/main" id="{3BFFE74C-06C9-07B5-FAB9-E9DECB8FA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737" y="1355846"/>
            <a:ext cx="6307084" cy="7778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6A8D6C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Target Audience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B00625-5BCD-C866-85BF-294D3F3D75FD}"/>
              </a:ext>
            </a:extLst>
          </p:cNvPr>
          <p:cNvSpPr txBox="1"/>
          <p:nvPr/>
        </p:nvSpPr>
        <p:spPr>
          <a:xfrm>
            <a:off x="918822" y="2273662"/>
            <a:ext cx="6531132" cy="3949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82880">
              <a:lnSpc>
                <a:spcPct val="130000"/>
              </a:lnSpc>
              <a:spcAft>
                <a:spcPts val="2000"/>
              </a:spcAft>
              <a:defRPr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Primary: </a:t>
            </a:r>
            <a:b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</a:b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Disabled students without hand mobility. </a:t>
            </a:r>
            <a:b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</a:br>
            <a:b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</a:b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Secondary:</a:t>
            </a:r>
          </a:p>
          <a:p>
            <a:pPr marL="160020" indent="-342900">
              <a:spcAft>
                <a:spcPts val="20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People with Parkinson's Disease.</a:t>
            </a:r>
          </a:p>
          <a:p>
            <a:pPr marL="160020" indent="-342900">
              <a:spcAft>
                <a:spcPts val="20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Educators &amp; caregivers </a:t>
            </a:r>
          </a:p>
          <a:p>
            <a:pPr marL="160020" indent="-342900">
              <a:spcAft>
                <a:spcPts val="20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Developers &amp; researchers in accessibility tech</a:t>
            </a:r>
          </a:p>
          <a:p>
            <a:pPr marL="160020" indent="-342900">
              <a:spcAft>
                <a:spcPts val="20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Professionals needing hands-free solutions</a:t>
            </a:r>
          </a:p>
        </p:txBody>
      </p: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F8F33CE9-5579-5771-981C-9D8A193ABD9D}"/>
              </a:ext>
            </a:extLst>
          </p:cNvPr>
          <p:cNvGrpSpPr/>
          <p:nvPr/>
        </p:nvGrpSpPr>
        <p:grpSpPr>
          <a:xfrm>
            <a:off x="6951716" y="1031782"/>
            <a:ext cx="5630779" cy="5826218"/>
            <a:chOff x="7027254" y="5766173"/>
            <a:chExt cx="3991150" cy="4129679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615B2E4-CDC6-DC9F-F77A-BAC5756E53AE}"/>
                </a:ext>
              </a:extLst>
            </p:cNvPr>
            <p:cNvSpPr/>
            <p:nvPr/>
          </p:nvSpPr>
          <p:spPr>
            <a:xfrm>
              <a:off x="7032264" y="5771135"/>
              <a:ext cx="3981034" cy="4122393"/>
            </a:xfrm>
            <a:custGeom>
              <a:avLst/>
              <a:gdLst>
                <a:gd name="connsiteX0" fmla="*/ 3975795 w 3981034"/>
                <a:gd name="connsiteY0" fmla="*/ 1968003 h 4122393"/>
                <a:gd name="connsiteX1" fmla="*/ 3900242 w 3981034"/>
                <a:gd name="connsiteY1" fmla="*/ 2138755 h 4122393"/>
                <a:gd name="connsiteX2" fmla="*/ 3898846 w 3981034"/>
                <a:gd name="connsiteY2" fmla="*/ 2139352 h 4122393"/>
                <a:gd name="connsiteX3" fmla="*/ 3871121 w 3981034"/>
                <a:gd name="connsiteY3" fmla="*/ 2157907 h 4122393"/>
                <a:gd name="connsiteX4" fmla="*/ 3855589 w 3981034"/>
                <a:gd name="connsiteY4" fmla="*/ 2164460 h 4122393"/>
                <a:gd name="connsiteX5" fmla="*/ 3762473 w 3981034"/>
                <a:gd name="connsiteY5" fmla="*/ 2179484 h 4122393"/>
                <a:gd name="connsiteX6" fmla="*/ 3760835 w 3981034"/>
                <a:gd name="connsiteY6" fmla="*/ 2179484 h 4122393"/>
                <a:gd name="connsiteX7" fmla="*/ 3738470 w 3981034"/>
                <a:gd name="connsiteY7" fmla="*/ 2178392 h 4122393"/>
                <a:gd name="connsiteX8" fmla="*/ 3738470 w 3981034"/>
                <a:gd name="connsiteY8" fmla="*/ 2232570 h 4122393"/>
                <a:gd name="connsiteX9" fmla="*/ 3823395 w 3981034"/>
                <a:gd name="connsiteY9" fmla="*/ 3435197 h 4122393"/>
                <a:gd name="connsiteX10" fmla="*/ 3209871 w 3981034"/>
                <a:gd name="connsiteY10" fmla="*/ 3440213 h 4122393"/>
                <a:gd name="connsiteX11" fmla="*/ 3210023 w 3981034"/>
                <a:gd name="connsiteY11" fmla="*/ 3443832 h 4122393"/>
                <a:gd name="connsiteX12" fmla="*/ 3114532 w 3981034"/>
                <a:gd name="connsiteY12" fmla="*/ 3515473 h 4122393"/>
                <a:gd name="connsiteX13" fmla="*/ 3087633 w 3981034"/>
                <a:gd name="connsiteY13" fmla="*/ 3612946 h 4122393"/>
                <a:gd name="connsiteX14" fmla="*/ 3326457 w 3981034"/>
                <a:gd name="connsiteY14" fmla="*/ 3739311 h 4122393"/>
                <a:gd name="connsiteX15" fmla="*/ 3403050 w 3981034"/>
                <a:gd name="connsiteY15" fmla="*/ 4122393 h 4122393"/>
                <a:gd name="connsiteX16" fmla="*/ 2507611 w 3981034"/>
                <a:gd name="connsiteY16" fmla="*/ 4122393 h 4122393"/>
                <a:gd name="connsiteX17" fmla="*/ 2540454 w 3981034"/>
                <a:gd name="connsiteY17" fmla="*/ 3825874 h 4122393"/>
                <a:gd name="connsiteX18" fmla="*/ 2742409 w 3981034"/>
                <a:gd name="connsiteY18" fmla="*/ 3630865 h 4122393"/>
                <a:gd name="connsiteX19" fmla="*/ 2706595 w 3981034"/>
                <a:gd name="connsiteY19" fmla="*/ 3624909 h 4122393"/>
                <a:gd name="connsiteX20" fmla="*/ 2727474 w 3981034"/>
                <a:gd name="connsiteY20" fmla="*/ 3471709 h 4122393"/>
                <a:gd name="connsiteX21" fmla="*/ 2728464 w 3981034"/>
                <a:gd name="connsiteY21" fmla="*/ 3129457 h 4122393"/>
                <a:gd name="connsiteX22" fmla="*/ 3032718 w 3981034"/>
                <a:gd name="connsiteY22" fmla="*/ 2942982 h 4122393"/>
                <a:gd name="connsiteX23" fmla="*/ 3102924 w 3981034"/>
                <a:gd name="connsiteY23" fmla="*/ 2232024 h 4122393"/>
                <a:gd name="connsiteX24" fmla="*/ 3096269 w 3981034"/>
                <a:gd name="connsiteY24" fmla="*/ 1991918 h 4122393"/>
                <a:gd name="connsiteX25" fmla="*/ 2941037 w 3981034"/>
                <a:gd name="connsiteY25" fmla="*/ 2070150 h 4122393"/>
                <a:gd name="connsiteX26" fmla="*/ 2771276 w 3981034"/>
                <a:gd name="connsiteY26" fmla="*/ 1892400 h 4122393"/>
                <a:gd name="connsiteX27" fmla="*/ 2814392 w 3981034"/>
                <a:gd name="connsiteY27" fmla="*/ 1645944 h 4122393"/>
                <a:gd name="connsiteX28" fmla="*/ 2815129 w 3981034"/>
                <a:gd name="connsiteY28" fmla="*/ 1501774 h 4122393"/>
                <a:gd name="connsiteX29" fmla="*/ 2815129 w 3981034"/>
                <a:gd name="connsiteY29" fmla="*/ 1360639 h 4122393"/>
                <a:gd name="connsiteX30" fmla="*/ 2818609 w 3981034"/>
                <a:gd name="connsiteY30" fmla="*/ 1360639 h 4122393"/>
                <a:gd name="connsiteX31" fmla="*/ 2818711 w 3981034"/>
                <a:gd name="connsiteY31" fmla="*/ 1357959 h 4122393"/>
                <a:gd name="connsiteX32" fmla="*/ 2982960 w 3981034"/>
                <a:gd name="connsiteY32" fmla="*/ 1358010 h 4122393"/>
                <a:gd name="connsiteX33" fmla="*/ 3043589 w 3981034"/>
                <a:gd name="connsiteY33" fmla="*/ 1256105 h 4122393"/>
                <a:gd name="connsiteX34" fmla="*/ 3086795 w 3981034"/>
                <a:gd name="connsiteY34" fmla="*/ 1226438 h 4122393"/>
                <a:gd name="connsiteX35" fmla="*/ 3088675 w 3981034"/>
                <a:gd name="connsiteY35" fmla="*/ 1225447 h 4122393"/>
                <a:gd name="connsiteX36" fmla="*/ 3089030 w 3981034"/>
                <a:gd name="connsiteY36" fmla="*/ 1225307 h 4122393"/>
                <a:gd name="connsiteX37" fmla="*/ 3089221 w 3981034"/>
                <a:gd name="connsiteY37" fmla="*/ 1225206 h 4122393"/>
                <a:gd name="connsiteX38" fmla="*/ 3147171 w 3981034"/>
                <a:gd name="connsiteY38" fmla="*/ 1203527 h 4122393"/>
                <a:gd name="connsiteX39" fmla="*/ 3105642 w 3981034"/>
                <a:gd name="connsiteY39" fmla="*/ 1218411 h 4122393"/>
                <a:gd name="connsiteX40" fmla="*/ 3236718 w 3981034"/>
                <a:gd name="connsiteY40" fmla="*/ 1189189 h 4122393"/>
                <a:gd name="connsiteX41" fmla="*/ 3147171 w 3981034"/>
                <a:gd name="connsiteY41" fmla="*/ 1203527 h 4122393"/>
                <a:gd name="connsiteX42" fmla="*/ 3267567 w 3981034"/>
                <a:gd name="connsiteY42" fmla="*/ 1186509 h 4122393"/>
                <a:gd name="connsiteX43" fmla="*/ 3284394 w 3981034"/>
                <a:gd name="connsiteY43" fmla="*/ 1185760 h 4122393"/>
                <a:gd name="connsiteX44" fmla="*/ 3284394 w 3981034"/>
                <a:gd name="connsiteY44" fmla="*/ 1063967 h 4122393"/>
                <a:gd name="connsiteX45" fmla="*/ 3183785 w 3981034"/>
                <a:gd name="connsiteY45" fmla="*/ 1115668 h 4122393"/>
                <a:gd name="connsiteX46" fmla="*/ 3183785 w 3981034"/>
                <a:gd name="connsiteY46" fmla="*/ 1025917 h 4122393"/>
                <a:gd name="connsiteX47" fmla="*/ 3132985 w 3981034"/>
                <a:gd name="connsiteY47" fmla="*/ 1013027 h 4122393"/>
                <a:gd name="connsiteX48" fmla="*/ 3117948 w 3981034"/>
                <a:gd name="connsiteY48" fmla="*/ 1002549 h 4122393"/>
                <a:gd name="connsiteX49" fmla="*/ 3074489 w 3981034"/>
                <a:gd name="connsiteY49" fmla="*/ 878731 h 4122393"/>
                <a:gd name="connsiteX50" fmla="*/ 3074489 w 3981034"/>
                <a:gd name="connsiteY50" fmla="*/ 878681 h 4122393"/>
                <a:gd name="connsiteX51" fmla="*/ 3044326 w 3981034"/>
                <a:gd name="connsiteY51" fmla="*/ 856257 h 4122393"/>
                <a:gd name="connsiteX52" fmla="*/ 3038421 w 3981034"/>
                <a:gd name="connsiteY52" fmla="*/ 840680 h 4122393"/>
                <a:gd name="connsiteX53" fmla="*/ 3078807 w 3981034"/>
                <a:gd name="connsiteY53" fmla="*/ 781694 h 4122393"/>
                <a:gd name="connsiteX54" fmla="*/ 3092154 w 3981034"/>
                <a:gd name="connsiteY54" fmla="*/ 542676 h 4122393"/>
                <a:gd name="connsiteX55" fmla="*/ 3373637 w 3981034"/>
                <a:gd name="connsiteY55" fmla="*/ 480120 h 4122393"/>
                <a:gd name="connsiteX56" fmla="*/ 3653977 w 3981034"/>
                <a:gd name="connsiteY56" fmla="*/ 853578 h 4122393"/>
                <a:gd name="connsiteX57" fmla="*/ 3488178 w 3981034"/>
                <a:gd name="connsiteY57" fmla="*/ 1059953 h 4122393"/>
                <a:gd name="connsiteX58" fmla="*/ 3488178 w 3981034"/>
                <a:gd name="connsiteY58" fmla="*/ 1184477 h 4122393"/>
                <a:gd name="connsiteX59" fmla="*/ 3584127 w 3981034"/>
                <a:gd name="connsiteY59" fmla="*/ 1191868 h 4122393"/>
                <a:gd name="connsiteX60" fmla="*/ 3722633 w 3981034"/>
                <a:gd name="connsiteY60" fmla="*/ 1221434 h 4122393"/>
                <a:gd name="connsiteX61" fmla="*/ 3757914 w 3981034"/>
                <a:gd name="connsiteY61" fmla="*/ 1236814 h 4122393"/>
                <a:gd name="connsiteX62" fmla="*/ 3758307 w 3981034"/>
                <a:gd name="connsiteY62" fmla="*/ 1237004 h 4122393"/>
                <a:gd name="connsiteX63" fmla="*/ 3760593 w 3981034"/>
                <a:gd name="connsiteY63" fmla="*/ 1238147 h 4122393"/>
                <a:gd name="connsiteX64" fmla="*/ 3771604 w 3981034"/>
                <a:gd name="connsiteY64" fmla="*/ 1244307 h 4122393"/>
                <a:gd name="connsiteX65" fmla="*/ 3775922 w 3981034"/>
                <a:gd name="connsiteY65" fmla="*/ 1247025 h 4122393"/>
                <a:gd name="connsiteX66" fmla="*/ 3780380 w 3981034"/>
                <a:gd name="connsiteY66" fmla="*/ 1249806 h 4122393"/>
                <a:gd name="connsiteX67" fmla="*/ 3780977 w 3981034"/>
                <a:gd name="connsiteY67" fmla="*/ 1250250 h 4122393"/>
                <a:gd name="connsiteX68" fmla="*/ 3823598 w 3981034"/>
                <a:gd name="connsiteY68" fmla="*/ 1288300 h 4122393"/>
                <a:gd name="connsiteX69" fmla="*/ 3832031 w 3981034"/>
                <a:gd name="connsiteY69" fmla="*/ 1299958 h 4122393"/>
                <a:gd name="connsiteX70" fmla="*/ 3884164 w 3981034"/>
                <a:gd name="connsiteY70" fmla="*/ 1403196 h 4122393"/>
                <a:gd name="connsiteX71" fmla="*/ 3929364 w 3981034"/>
                <a:gd name="connsiteY71" fmla="*/ 1538185 h 4122393"/>
                <a:gd name="connsiteX72" fmla="*/ 3929960 w 3981034"/>
                <a:gd name="connsiteY72" fmla="*/ 1539975 h 4122393"/>
                <a:gd name="connsiteX73" fmla="*/ 3968556 w 3981034"/>
                <a:gd name="connsiteY73" fmla="*/ 1722436 h 4122393"/>
                <a:gd name="connsiteX74" fmla="*/ 3975795 w 3981034"/>
                <a:gd name="connsiteY74" fmla="*/ 1968003 h 4122393"/>
                <a:gd name="connsiteX75" fmla="*/ 2604093 w 3981034"/>
                <a:gd name="connsiteY75" fmla="*/ 2665805 h 4122393"/>
                <a:gd name="connsiteX76" fmla="*/ 2662488 w 3981034"/>
                <a:gd name="connsiteY76" fmla="*/ 2607423 h 4122393"/>
                <a:gd name="connsiteX77" fmla="*/ 2662488 w 3981034"/>
                <a:gd name="connsiteY77" fmla="*/ 935930 h 4122393"/>
                <a:gd name="connsiteX78" fmla="*/ 2604093 w 3981034"/>
                <a:gd name="connsiteY78" fmla="*/ 877540 h 4122393"/>
                <a:gd name="connsiteX79" fmla="*/ 1071762 w 3981034"/>
                <a:gd name="connsiteY79" fmla="*/ 877540 h 4122393"/>
                <a:gd name="connsiteX80" fmla="*/ 1155506 w 3981034"/>
                <a:gd name="connsiteY80" fmla="*/ 652908 h 4122393"/>
                <a:gd name="connsiteX81" fmla="*/ 811907 w 3981034"/>
                <a:gd name="connsiteY81" fmla="*/ 309314 h 4122393"/>
                <a:gd name="connsiteX82" fmla="*/ 468313 w 3981034"/>
                <a:gd name="connsiteY82" fmla="*/ 652908 h 4122393"/>
                <a:gd name="connsiteX83" fmla="*/ 789336 w 3981034"/>
                <a:gd name="connsiteY83" fmla="*/ 995653 h 4122393"/>
                <a:gd name="connsiteX84" fmla="*/ 789336 w 3981034"/>
                <a:gd name="connsiteY84" fmla="*/ 2607423 h 4122393"/>
                <a:gd name="connsiteX85" fmla="*/ 847725 w 3981034"/>
                <a:gd name="connsiteY85" fmla="*/ 2665805 h 4122393"/>
                <a:gd name="connsiteX86" fmla="*/ 1832022 w 3981034"/>
                <a:gd name="connsiteY86" fmla="*/ 2665805 h 4122393"/>
                <a:gd name="connsiteX87" fmla="*/ 1832022 w 3981034"/>
                <a:gd name="connsiteY87" fmla="*/ 2852838 h 4122393"/>
                <a:gd name="connsiteX88" fmla="*/ 2448912 w 3981034"/>
                <a:gd name="connsiteY88" fmla="*/ 2852838 h 4122393"/>
                <a:gd name="connsiteX89" fmla="*/ 2448912 w 3981034"/>
                <a:gd name="connsiteY89" fmla="*/ 2665805 h 4122393"/>
                <a:gd name="connsiteX90" fmla="*/ 1624161 w 3981034"/>
                <a:gd name="connsiteY90" fmla="*/ 252858 h 4122393"/>
                <a:gd name="connsiteX91" fmla="*/ 2347172 w 3981034"/>
                <a:gd name="connsiteY91" fmla="*/ 252858 h 4122393"/>
                <a:gd name="connsiteX92" fmla="*/ 2547692 w 3981034"/>
                <a:gd name="connsiteY92" fmla="*/ 516731 h 4122393"/>
                <a:gd name="connsiteX93" fmla="*/ 2547692 w 3981034"/>
                <a:gd name="connsiteY93" fmla="*/ 252858 h 4122393"/>
                <a:gd name="connsiteX94" fmla="*/ 2976470 w 3981034"/>
                <a:gd name="connsiteY94" fmla="*/ 252858 h 4122393"/>
                <a:gd name="connsiteX95" fmla="*/ 3102924 w 3981034"/>
                <a:gd name="connsiteY95" fmla="*/ 126454 h 4122393"/>
                <a:gd name="connsiteX96" fmla="*/ 2976470 w 3981034"/>
                <a:gd name="connsiteY96" fmla="*/ 0 h 4122393"/>
                <a:gd name="connsiteX97" fmla="*/ 1624161 w 3981034"/>
                <a:gd name="connsiteY97" fmla="*/ 0 h 4122393"/>
                <a:gd name="connsiteX98" fmla="*/ 1497758 w 3981034"/>
                <a:gd name="connsiteY98" fmla="*/ 126454 h 4122393"/>
                <a:gd name="connsiteX99" fmla="*/ 1624161 w 3981034"/>
                <a:gd name="connsiteY99" fmla="*/ 252858 h 4122393"/>
                <a:gd name="connsiteX100" fmla="*/ 2057396 w 3981034"/>
                <a:gd name="connsiteY100" fmla="*/ 3631856 h 4122393"/>
                <a:gd name="connsiteX101" fmla="*/ 2054424 w 3981034"/>
                <a:gd name="connsiteY101" fmla="*/ 3351313 h 4122393"/>
                <a:gd name="connsiteX102" fmla="*/ 1938143 w 3981034"/>
                <a:gd name="connsiteY102" fmla="*/ 3116414 h 4122393"/>
                <a:gd name="connsiteX103" fmla="*/ 1724669 w 3981034"/>
                <a:gd name="connsiteY103" fmla="*/ 3047796 h 4122393"/>
                <a:gd name="connsiteX104" fmla="*/ 1473844 w 3981034"/>
                <a:gd name="connsiteY104" fmla="*/ 3187648 h 4122393"/>
                <a:gd name="connsiteX105" fmla="*/ 1540024 w 3981034"/>
                <a:gd name="connsiteY105" fmla="*/ 3281654 h 4122393"/>
                <a:gd name="connsiteX106" fmla="*/ 1506191 w 3981034"/>
                <a:gd name="connsiteY106" fmla="*/ 3346843 h 4122393"/>
                <a:gd name="connsiteX107" fmla="*/ 1538538 w 3981034"/>
                <a:gd name="connsiteY107" fmla="*/ 3369715 h 4122393"/>
                <a:gd name="connsiteX108" fmla="*/ 1550489 w 3981034"/>
                <a:gd name="connsiteY108" fmla="*/ 3440861 h 4122393"/>
                <a:gd name="connsiteX109" fmla="*/ 1672828 w 3981034"/>
                <a:gd name="connsiteY109" fmla="*/ 3515473 h 4122393"/>
                <a:gd name="connsiteX110" fmla="*/ 1674860 w 3981034"/>
                <a:gd name="connsiteY110" fmla="*/ 3630865 h 4122393"/>
                <a:gd name="connsiteX111" fmla="*/ 1597072 w 3981034"/>
                <a:gd name="connsiteY111" fmla="*/ 3648417 h 4122393"/>
                <a:gd name="connsiteX112" fmla="*/ 1601390 w 3981034"/>
                <a:gd name="connsiteY112" fmla="*/ 3642067 h 4122393"/>
                <a:gd name="connsiteX113" fmla="*/ 1598964 w 3981034"/>
                <a:gd name="connsiteY113" fmla="*/ 3638257 h 4122393"/>
                <a:gd name="connsiteX114" fmla="*/ 1581057 w 3981034"/>
                <a:gd name="connsiteY114" fmla="*/ 3593007 h 4122393"/>
                <a:gd name="connsiteX115" fmla="*/ 1551974 w 3981034"/>
                <a:gd name="connsiteY115" fmla="*/ 3540568 h 4122393"/>
                <a:gd name="connsiteX116" fmla="*/ 1550247 w 3981034"/>
                <a:gd name="connsiteY116" fmla="*/ 3542004 h 4122393"/>
                <a:gd name="connsiteX117" fmla="*/ 1549853 w 3981034"/>
                <a:gd name="connsiteY117" fmla="*/ 3542105 h 4122393"/>
                <a:gd name="connsiteX118" fmla="*/ 1542500 w 3981034"/>
                <a:gd name="connsiteY118" fmla="*/ 3550297 h 4122393"/>
                <a:gd name="connsiteX119" fmla="*/ 1536201 w 3981034"/>
                <a:gd name="connsiteY119" fmla="*/ 3575989 h 4122393"/>
                <a:gd name="connsiteX120" fmla="*/ 1543199 w 3981034"/>
                <a:gd name="connsiteY120" fmla="*/ 3619397 h 4122393"/>
                <a:gd name="connsiteX121" fmla="*/ 1541713 w 3981034"/>
                <a:gd name="connsiteY121" fmla="*/ 3618851 h 4122393"/>
                <a:gd name="connsiteX122" fmla="*/ 1521126 w 3981034"/>
                <a:gd name="connsiteY122" fmla="*/ 3601490 h 4122393"/>
                <a:gd name="connsiteX123" fmla="*/ 1538881 w 3981034"/>
                <a:gd name="connsiteY123" fmla="*/ 3617759 h 4122393"/>
                <a:gd name="connsiteX124" fmla="*/ 1513290 w 3981034"/>
                <a:gd name="connsiteY124" fmla="*/ 3594899 h 4122393"/>
                <a:gd name="connsiteX125" fmla="*/ 1521126 w 3981034"/>
                <a:gd name="connsiteY125" fmla="*/ 3601490 h 4122393"/>
                <a:gd name="connsiteX126" fmla="*/ 1492246 w 3981034"/>
                <a:gd name="connsiteY126" fmla="*/ 3569690 h 4122393"/>
                <a:gd name="connsiteX127" fmla="*/ 1452013 w 3981034"/>
                <a:gd name="connsiteY127" fmla="*/ 3511701 h 4122393"/>
                <a:gd name="connsiteX128" fmla="*/ 1412871 w 3981034"/>
                <a:gd name="connsiteY128" fmla="*/ 3478554 h 4122393"/>
                <a:gd name="connsiteX129" fmla="*/ 1398838 w 3981034"/>
                <a:gd name="connsiteY129" fmla="*/ 3493883 h 4122393"/>
                <a:gd name="connsiteX130" fmla="*/ 1375178 w 3981034"/>
                <a:gd name="connsiteY130" fmla="*/ 3465168 h 4122393"/>
                <a:gd name="connsiteX131" fmla="*/ 1374530 w 3981034"/>
                <a:gd name="connsiteY131" fmla="*/ 3464724 h 4122393"/>
                <a:gd name="connsiteX132" fmla="*/ 1370314 w 3981034"/>
                <a:gd name="connsiteY132" fmla="*/ 3462629 h 4122393"/>
                <a:gd name="connsiteX133" fmla="*/ 1368828 w 3981034"/>
                <a:gd name="connsiteY133" fmla="*/ 3462044 h 4122393"/>
                <a:gd name="connsiteX134" fmla="*/ 1365703 w 3981034"/>
                <a:gd name="connsiteY134" fmla="*/ 3460800 h 4122393"/>
                <a:gd name="connsiteX135" fmla="*/ 1348736 w 3981034"/>
                <a:gd name="connsiteY135" fmla="*/ 3490264 h 4122393"/>
                <a:gd name="connsiteX136" fmla="*/ 1334296 w 3981034"/>
                <a:gd name="connsiteY136" fmla="*/ 3488130 h 4122393"/>
                <a:gd name="connsiteX137" fmla="*/ 1341535 w 3981034"/>
                <a:gd name="connsiteY137" fmla="*/ 3547566 h 4122393"/>
                <a:gd name="connsiteX138" fmla="*/ 1335985 w 3981034"/>
                <a:gd name="connsiteY138" fmla="*/ 3571823 h 4122393"/>
                <a:gd name="connsiteX139" fmla="*/ 1407474 w 3981034"/>
                <a:gd name="connsiteY139" fmla="*/ 3691736 h 4122393"/>
                <a:gd name="connsiteX140" fmla="*/ 1468688 w 3981034"/>
                <a:gd name="connsiteY140" fmla="*/ 3764761 h 4122393"/>
                <a:gd name="connsiteX141" fmla="*/ 1416148 w 3981034"/>
                <a:gd name="connsiteY141" fmla="*/ 4118418 h 4122393"/>
                <a:gd name="connsiteX142" fmla="*/ 1555454 w 3981034"/>
                <a:gd name="connsiteY142" fmla="*/ 4118418 h 4122393"/>
                <a:gd name="connsiteX143" fmla="*/ 1564090 w 3981034"/>
                <a:gd name="connsiteY143" fmla="*/ 4118177 h 4122393"/>
                <a:gd name="connsiteX144" fmla="*/ 1564090 w 3981034"/>
                <a:gd name="connsiteY144" fmla="*/ 4119714 h 4122393"/>
                <a:gd name="connsiteX145" fmla="*/ 2041178 w 3981034"/>
                <a:gd name="connsiteY145" fmla="*/ 4119714 h 4122393"/>
                <a:gd name="connsiteX146" fmla="*/ 2168979 w 3981034"/>
                <a:gd name="connsiteY146" fmla="*/ 4120400 h 4122393"/>
                <a:gd name="connsiteX147" fmla="*/ 2312590 w 3981034"/>
                <a:gd name="connsiteY147" fmla="*/ 4120400 h 4122393"/>
                <a:gd name="connsiteX148" fmla="*/ 2222052 w 3981034"/>
                <a:gd name="connsiteY148" fmla="*/ 3720896 h 4122393"/>
                <a:gd name="connsiteX149" fmla="*/ 2057396 w 3981034"/>
                <a:gd name="connsiteY149" fmla="*/ 3631856 h 4122393"/>
                <a:gd name="connsiteX150" fmla="*/ 1183331 w 3981034"/>
                <a:gd name="connsiteY150" fmla="*/ 3907484 h 4122393"/>
                <a:gd name="connsiteX151" fmla="*/ 1154515 w 3981034"/>
                <a:gd name="connsiteY151" fmla="*/ 3844772 h 4122393"/>
                <a:gd name="connsiteX152" fmla="*/ 1139580 w 3981034"/>
                <a:gd name="connsiteY152" fmla="*/ 3691584 h 4122393"/>
                <a:gd name="connsiteX153" fmla="*/ 1008212 w 3981034"/>
                <a:gd name="connsiteY153" fmla="*/ 3503510 h 4122393"/>
                <a:gd name="connsiteX154" fmla="*/ 1014214 w 3981034"/>
                <a:gd name="connsiteY154" fmla="*/ 3282657 h 4122393"/>
                <a:gd name="connsiteX155" fmla="*/ 865981 w 3981034"/>
                <a:gd name="connsiteY155" fmla="*/ 3048837 h 4122393"/>
                <a:gd name="connsiteX156" fmla="*/ 548582 w 3981034"/>
                <a:gd name="connsiteY156" fmla="*/ 3077717 h 4122393"/>
                <a:gd name="connsiteX157" fmla="*/ 449064 w 3981034"/>
                <a:gd name="connsiteY157" fmla="*/ 3346347 h 4122393"/>
                <a:gd name="connsiteX158" fmla="*/ 402332 w 3981034"/>
                <a:gd name="connsiteY158" fmla="*/ 3606011 h 4122393"/>
                <a:gd name="connsiteX159" fmla="*/ 302816 w 3981034"/>
                <a:gd name="connsiteY159" fmla="*/ 3796054 h 4122393"/>
                <a:gd name="connsiteX160" fmla="*/ 298848 w 3981034"/>
                <a:gd name="connsiteY160" fmla="*/ 3900486 h 4122393"/>
                <a:gd name="connsiteX161" fmla="*/ 184448 w 3981034"/>
                <a:gd name="connsiteY161" fmla="*/ 4050753 h 4122393"/>
                <a:gd name="connsiteX162" fmla="*/ 266998 w 3981034"/>
                <a:gd name="connsiteY162" fmla="*/ 4117377 h 4122393"/>
                <a:gd name="connsiteX163" fmla="*/ 428526 w 3981034"/>
                <a:gd name="connsiteY163" fmla="*/ 4119358 h 4122393"/>
                <a:gd name="connsiteX164" fmla="*/ 428526 w 3981034"/>
                <a:gd name="connsiteY164" fmla="*/ 4119714 h 4122393"/>
                <a:gd name="connsiteX165" fmla="*/ 1249016 w 3981034"/>
                <a:gd name="connsiteY165" fmla="*/ 4119714 h 4122393"/>
                <a:gd name="connsiteX166" fmla="*/ 1299765 w 3981034"/>
                <a:gd name="connsiteY166" fmla="*/ 4019892 h 4122393"/>
                <a:gd name="connsiteX167" fmla="*/ 1183331 w 3981034"/>
                <a:gd name="connsiteY167" fmla="*/ 3907484 h 4122393"/>
                <a:gd name="connsiteX168" fmla="*/ 533350 w 3981034"/>
                <a:gd name="connsiteY168" fmla="*/ 2557017 h 4122393"/>
                <a:gd name="connsiteX169" fmla="*/ 266650 w 3981034"/>
                <a:gd name="connsiteY169" fmla="*/ 2290317 h 4122393"/>
                <a:gd name="connsiteX170" fmla="*/ 0 w 3981034"/>
                <a:gd name="connsiteY170" fmla="*/ 2557017 h 4122393"/>
                <a:gd name="connsiteX171" fmla="*/ 266650 w 3981034"/>
                <a:gd name="connsiteY171" fmla="*/ 2823717 h 4122393"/>
                <a:gd name="connsiteX172" fmla="*/ 533350 w 3981034"/>
                <a:gd name="connsiteY172" fmla="*/ 2557017 h 4122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</a:cxnLst>
              <a:rect l="l" t="t" r="r" b="b"/>
              <a:pathLst>
                <a:path w="3981034" h="4122393">
                  <a:moveTo>
                    <a:pt x="3975795" y="1968003"/>
                  </a:moveTo>
                  <a:cubicBezTo>
                    <a:pt x="3967464" y="2040190"/>
                    <a:pt x="3945835" y="2104732"/>
                    <a:pt x="3900242" y="2138755"/>
                  </a:cubicBezTo>
                  <a:cubicBezTo>
                    <a:pt x="3899747" y="2138958"/>
                    <a:pt x="3899353" y="2139162"/>
                    <a:pt x="3898846" y="2139352"/>
                  </a:cubicBezTo>
                  <a:cubicBezTo>
                    <a:pt x="3890273" y="2146451"/>
                    <a:pt x="3881243" y="2152903"/>
                    <a:pt x="3871121" y="2157907"/>
                  </a:cubicBezTo>
                  <a:cubicBezTo>
                    <a:pt x="3866054" y="2160383"/>
                    <a:pt x="3860847" y="2162428"/>
                    <a:pt x="3855589" y="2164460"/>
                  </a:cubicBezTo>
                  <a:cubicBezTo>
                    <a:pt x="3818975" y="2181122"/>
                    <a:pt x="3786387" y="2180881"/>
                    <a:pt x="3762473" y="2179484"/>
                  </a:cubicBezTo>
                  <a:cubicBezTo>
                    <a:pt x="3761927" y="2179484"/>
                    <a:pt x="3761381" y="2179535"/>
                    <a:pt x="3760835" y="2179484"/>
                  </a:cubicBezTo>
                  <a:cubicBezTo>
                    <a:pt x="3745810" y="2180132"/>
                    <a:pt x="3738470" y="2178392"/>
                    <a:pt x="3738470" y="2178392"/>
                  </a:cubicBezTo>
                  <a:lnTo>
                    <a:pt x="3738470" y="2232570"/>
                  </a:lnTo>
                  <a:cubicBezTo>
                    <a:pt x="3738470" y="2232570"/>
                    <a:pt x="3823395" y="2821189"/>
                    <a:pt x="3823395" y="3435197"/>
                  </a:cubicBezTo>
                  <a:lnTo>
                    <a:pt x="3209871" y="3440213"/>
                  </a:lnTo>
                  <a:cubicBezTo>
                    <a:pt x="3209972" y="3442397"/>
                    <a:pt x="3210023" y="3443832"/>
                    <a:pt x="3210023" y="3443832"/>
                  </a:cubicBezTo>
                  <a:cubicBezTo>
                    <a:pt x="3210023" y="3443832"/>
                    <a:pt x="3188153" y="3521417"/>
                    <a:pt x="3114532" y="3515473"/>
                  </a:cubicBezTo>
                  <a:cubicBezTo>
                    <a:pt x="3091608" y="3548315"/>
                    <a:pt x="3087633" y="3612946"/>
                    <a:pt x="3087633" y="3612946"/>
                  </a:cubicBezTo>
                  <a:cubicBezTo>
                    <a:pt x="3087633" y="3612946"/>
                    <a:pt x="3276698" y="3646779"/>
                    <a:pt x="3326457" y="3739311"/>
                  </a:cubicBezTo>
                  <a:cubicBezTo>
                    <a:pt x="3376164" y="3831881"/>
                    <a:pt x="3404053" y="3916412"/>
                    <a:pt x="3403050" y="4122393"/>
                  </a:cubicBezTo>
                  <a:lnTo>
                    <a:pt x="2507611" y="4122393"/>
                  </a:lnTo>
                  <a:cubicBezTo>
                    <a:pt x="2507611" y="4122393"/>
                    <a:pt x="2503636" y="3973118"/>
                    <a:pt x="2540454" y="3825874"/>
                  </a:cubicBezTo>
                  <a:cubicBezTo>
                    <a:pt x="2577258" y="3678630"/>
                    <a:pt x="2742409" y="3630865"/>
                    <a:pt x="2742409" y="3630865"/>
                  </a:cubicBezTo>
                  <a:lnTo>
                    <a:pt x="2706595" y="3624909"/>
                  </a:lnTo>
                  <a:cubicBezTo>
                    <a:pt x="2706595" y="3624909"/>
                    <a:pt x="2732439" y="3584129"/>
                    <a:pt x="2727474" y="3471709"/>
                  </a:cubicBezTo>
                  <a:cubicBezTo>
                    <a:pt x="2722508" y="3359250"/>
                    <a:pt x="2708576" y="3243858"/>
                    <a:pt x="2728464" y="3129457"/>
                  </a:cubicBezTo>
                  <a:cubicBezTo>
                    <a:pt x="2748111" y="3016452"/>
                    <a:pt x="2869053" y="2940049"/>
                    <a:pt x="3032718" y="2942982"/>
                  </a:cubicBezTo>
                  <a:cubicBezTo>
                    <a:pt x="3047107" y="2734766"/>
                    <a:pt x="3061687" y="2485135"/>
                    <a:pt x="3102924" y="2232024"/>
                  </a:cubicBezTo>
                  <a:lnTo>
                    <a:pt x="3096269" y="1991918"/>
                  </a:lnTo>
                  <a:cubicBezTo>
                    <a:pt x="3096269" y="1991918"/>
                    <a:pt x="3036592" y="2079421"/>
                    <a:pt x="2941037" y="2070150"/>
                  </a:cubicBezTo>
                  <a:cubicBezTo>
                    <a:pt x="2845546" y="2060879"/>
                    <a:pt x="2771276" y="1892400"/>
                    <a:pt x="2771276" y="1892400"/>
                  </a:cubicBezTo>
                  <a:lnTo>
                    <a:pt x="2814392" y="1645944"/>
                  </a:lnTo>
                  <a:lnTo>
                    <a:pt x="2815129" y="1501774"/>
                  </a:lnTo>
                  <a:lnTo>
                    <a:pt x="2815129" y="1360639"/>
                  </a:lnTo>
                  <a:lnTo>
                    <a:pt x="2818609" y="1360639"/>
                  </a:lnTo>
                  <a:lnTo>
                    <a:pt x="2818711" y="1357959"/>
                  </a:lnTo>
                  <a:lnTo>
                    <a:pt x="2982960" y="1358010"/>
                  </a:lnTo>
                  <a:cubicBezTo>
                    <a:pt x="2984954" y="1346694"/>
                    <a:pt x="2996206" y="1297482"/>
                    <a:pt x="3043589" y="1256105"/>
                  </a:cubicBezTo>
                  <a:cubicBezTo>
                    <a:pt x="3055692" y="1244700"/>
                    <a:pt x="3069929" y="1234375"/>
                    <a:pt x="3086795" y="1226438"/>
                  </a:cubicBezTo>
                  <a:cubicBezTo>
                    <a:pt x="3087442" y="1226095"/>
                    <a:pt x="3088039" y="1225803"/>
                    <a:pt x="3088675" y="1225447"/>
                  </a:cubicBezTo>
                  <a:cubicBezTo>
                    <a:pt x="3088827" y="1225396"/>
                    <a:pt x="3088928" y="1225346"/>
                    <a:pt x="3089030" y="1225307"/>
                  </a:cubicBezTo>
                  <a:cubicBezTo>
                    <a:pt x="3089132" y="1225257"/>
                    <a:pt x="3089182" y="1225257"/>
                    <a:pt x="3089221" y="1225206"/>
                  </a:cubicBezTo>
                  <a:cubicBezTo>
                    <a:pt x="3107826" y="1215821"/>
                    <a:pt x="3127575" y="1208836"/>
                    <a:pt x="3147171" y="1203527"/>
                  </a:cubicBezTo>
                  <a:cubicBezTo>
                    <a:pt x="3134026" y="1207540"/>
                    <a:pt x="3120234" y="1212404"/>
                    <a:pt x="3105642" y="1218411"/>
                  </a:cubicBezTo>
                  <a:cubicBezTo>
                    <a:pt x="3150638" y="1201139"/>
                    <a:pt x="3200892" y="1193011"/>
                    <a:pt x="3236718" y="1189189"/>
                  </a:cubicBezTo>
                  <a:cubicBezTo>
                    <a:pt x="3211763" y="1190827"/>
                    <a:pt x="3179759" y="1194739"/>
                    <a:pt x="3147171" y="1203527"/>
                  </a:cubicBezTo>
                  <a:cubicBezTo>
                    <a:pt x="3203330" y="1186357"/>
                    <a:pt x="3245545" y="1185264"/>
                    <a:pt x="3267567" y="1186509"/>
                  </a:cubicBezTo>
                  <a:cubicBezTo>
                    <a:pt x="3278044" y="1185861"/>
                    <a:pt x="3284394" y="1185760"/>
                    <a:pt x="3284394" y="1185760"/>
                  </a:cubicBezTo>
                  <a:lnTo>
                    <a:pt x="3284394" y="1063967"/>
                  </a:lnTo>
                  <a:lnTo>
                    <a:pt x="3183785" y="1115668"/>
                  </a:lnTo>
                  <a:lnTo>
                    <a:pt x="3183785" y="1025917"/>
                  </a:lnTo>
                  <a:cubicBezTo>
                    <a:pt x="3164532" y="1023339"/>
                    <a:pt x="3146231" y="1019377"/>
                    <a:pt x="3132985" y="1013027"/>
                  </a:cubicBezTo>
                  <a:cubicBezTo>
                    <a:pt x="3125987" y="1010093"/>
                    <a:pt x="3120678" y="1006626"/>
                    <a:pt x="3117948" y="1002549"/>
                  </a:cubicBezTo>
                  <a:cubicBezTo>
                    <a:pt x="3087989" y="968717"/>
                    <a:pt x="3073600" y="910629"/>
                    <a:pt x="3074489" y="878731"/>
                  </a:cubicBezTo>
                  <a:cubicBezTo>
                    <a:pt x="3074489" y="878731"/>
                    <a:pt x="3074489" y="878731"/>
                    <a:pt x="3074489" y="878681"/>
                  </a:cubicBezTo>
                  <a:cubicBezTo>
                    <a:pt x="3067846" y="875158"/>
                    <a:pt x="3052810" y="866477"/>
                    <a:pt x="3044326" y="856257"/>
                  </a:cubicBezTo>
                  <a:cubicBezTo>
                    <a:pt x="3039221" y="850851"/>
                    <a:pt x="3036592" y="845641"/>
                    <a:pt x="3038421" y="840680"/>
                  </a:cubicBezTo>
                  <a:cubicBezTo>
                    <a:pt x="3041456" y="821332"/>
                    <a:pt x="3078807" y="781694"/>
                    <a:pt x="3078807" y="781694"/>
                  </a:cubicBezTo>
                  <a:cubicBezTo>
                    <a:pt x="3014760" y="728414"/>
                    <a:pt x="3032718" y="603696"/>
                    <a:pt x="3092154" y="542676"/>
                  </a:cubicBezTo>
                  <a:cubicBezTo>
                    <a:pt x="3142903" y="490637"/>
                    <a:pt x="3240681" y="469999"/>
                    <a:pt x="3373637" y="480120"/>
                  </a:cubicBezTo>
                  <a:cubicBezTo>
                    <a:pt x="3688165" y="503982"/>
                    <a:pt x="3653977" y="735508"/>
                    <a:pt x="3653977" y="853578"/>
                  </a:cubicBezTo>
                  <a:cubicBezTo>
                    <a:pt x="3653977" y="971600"/>
                    <a:pt x="3488178" y="1059953"/>
                    <a:pt x="3488178" y="1059953"/>
                  </a:cubicBezTo>
                  <a:lnTo>
                    <a:pt x="3488178" y="1184477"/>
                  </a:lnTo>
                  <a:cubicBezTo>
                    <a:pt x="3488178" y="1184477"/>
                    <a:pt x="3530457" y="1185417"/>
                    <a:pt x="3584127" y="1191868"/>
                  </a:cubicBezTo>
                  <a:cubicBezTo>
                    <a:pt x="3626494" y="1196034"/>
                    <a:pt x="3676900" y="1204518"/>
                    <a:pt x="3722633" y="1221434"/>
                  </a:cubicBezTo>
                  <a:cubicBezTo>
                    <a:pt x="3735384" y="1225942"/>
                    <a:pt x="3747296" y="1231061"/>
                    <a:pt x="3757914" y="1236814"/>
                  </a:cubicBezTo>
                  <a:cubicBezTo>
                    <a:pt x="3758053" y="1236864"/>
                    <a:pt x="3758155" y="1236915"/>
                    <a:pt x="3758307" y="1237004"/>
                  </a:cubicBezTo>
                  <a:cubicBezTo>
                    <a:pt x="3759057" y="1237411"/>
                    <a:pt x="3759793" y="1237753"/>
                    <a:pt x="3760593" y="1238147"/>
                  </a:cubicBezTo>
                  <a:cubicBezTo>
                    <a:pt x="3764365" y="1240128"/>
                    <a:pt x="3767985" y="1242173"/>
                    <a:pt x="3771604" y="1244307"/>
                  </a:cubicBezTo>
                  <a:cubicBezTo>
                    <a:pt x="3773039" y="1245196"/>
                    <a:pt x="3774475" y="1246136"/>
                    <a:pt x="3775922" y="1247025"/>
                  </a:cubicBezTo>
                  <a:cubicBezTo>
                    <a:pt x="3777408" y="1247926"/>
                    <a:pt x="3778945" y="1248815"/>
                    <a:pt x="3780380" y="1249806"/>
                  </a:cubicBezTo>
                  <a:cubicBezTo>
                    <a:pt x="3780583" y="1249907"/>
                    <a:pt x="3780786" y="1250111"/>
                    <a:pt x="3780977" y="1250250"/>
                  </a:cubicBezTo>
                  <a:cubicBezTo>
                    <a:pt x="3797347" y="1260969"/>
                    <a:pt x="3811939" y="1273517"/>
                    <a:pt x="3823598" y="1288300"/>
                  </a:cubicBezTo>
                  <a:cubicBezTo>
                    <a:pt x="3826367" y="1291830"/>
                    <a:pt x="3829199" y="1295843"/>
                    <a:pt x="3832031" y="1299958"/>
                  </a:cubicBezTo>
                  <a:cubicBezTo>
                    <a:pt x="3851728" y="1326501"/>
                    <a:pt x="3867794" y="1359648"/>
                    <a:pt x="3884164" y="1403196"/>
                  </a:cubicBezTo>
                  <a:cubicBezTo>
                    <a:pt x="3900192" y="1442935"/>
                    <a:pt x="3915673" y="1488871"/>
                    <a:pt x="3929364" y="1538185"/>
                  </a:cubicBezTo>
                  <a:cubicBezTo>
                    <a:pt x="3929554" y="1538832"/>
                    <a:pt x="3929757" y="1539378"/>
                    <a:pt x="3929960" y="1539975"/>
                  </a:cubicBezTo>
                  <a:cubicBezTo>
                    <a:pt x="3946826" y="1593252"/>
                    <a:pt x="3960123" y="1656904"/>
                    <a:pt x="3968556" y="1722436"/>
                  </a:cubicBezTo>
                  <a:cubicBezTo>
                    <a:pt x="3981154" y="1808606"/>
                    <a:pt x="3985371" y="1894534"/>
                    <a:pt x="3975795" y="1968003"/>
                  </a:cubicBezTo>
                  <a:close/>
                  <a:moveTo>
                    <a:pt x="2604093" y="2665805"/>
                  </a:moveTo>
                  <a:cubicBezTo>
                    <a:pt x="2636339" y="2665805"/>
                    <a:pt x="2662488" y="2639668"/>
                    <a:pt x="2662488" y="2607423"/>
                  </a:cubicBezTo>
                  <a:lnTo>
                    <a:pt x="2662488" y="935930"/>
                  </a:lnTo>
                  <a:cubicBezTo>
                    <a:pt x="2662488" y="903684"/>
                    <a:pt x="2636339" y="877540"/>
                    <a:pt x="2604093" y="877540"/>
                  </a:cubicBezTo>
                  <a:lnTo>
                    <a:pt x="1071762" y="877540"/>
                  </a:lnTo>
                  <a:cubicBezTo>
                    <a:pt x="1123857" y="817314"/>
                    <a:pt x="1155506" y="738831"/>
                    <a:pt x="1155506" y="652908"/>
                  </a:cubicBezTo>
                  <a:cubicBezTo>
                    <a:pt x="1155506" y="463153"/>
                    <a:pt x="1001663" y="309314"/>
                    <a:pt x="811907" y="309314"/>
                  </a:cubicBezTo>
                  <a:cubicBezTo>
                    <a:pt x="622151" y="309314"/>
                    <a:pt x="468313" y="463153"/>
                    <a:pt x="468313" y="652908"/>
                  </a:cubicBezTo>
                  <a:cubicBezTo>
                    <a:pt x="468313" y="835075"/>
                    <a:pt x="610097" y="984046"/>
                    <a:pt x="789336" y="995653"/>
                  </a:cubicBezTo>
                  <a:lnTo>
                    <a:pt x="789336" y="2607423"/>
                  </a:lnTo>
                  <a:cubicBezTo>
                    <a:pt x="789336" y="2639668"/>
                    <a:pt x="815480" y="2665805"/>
                    <a:pt x="847725" y="2665805"/>
                  </a:cubicBezTo>
                  <a:lnTo>
                    <a:pt x="1832022" y="2665805"/>
                  </a:lnTo>
                  <a:lnTo>
                    <a:pt x="1832022" y="2852838"/>
                  </a:lnTo>
                  <a:lnTo>
                    <a:pt x="2448912" y="2852838"/>
                  </a:lnTo>
                  <a:lnTo>
                    <a:pt x="2448912" y="2665805"/>
                  </a:lnTo>
                  <a:close/>
                  <a:moveTo>
                    <a:pt x="1624161" y="252858"/>
                  </a:moveTo>
                  <a:lnTo>
                    <a:pt x="2347172" y="252858"/>
                  </a:lnTo>
                  <a:lnTo>
                    <a:pt x="2547692" y="516731"/>
                  </a:lnTo>
                  <a:lnTo>
                    <a:pt x="2547692" y="252858"/>
                  </a:lnTo>
                  <a:lnTo>
                    <a:pt x="2976470" y="252858"/>
                  </a:lnTo>
                  <a:cubicBezTo>
                    <a:pt x="3046015" y="252858"/>
                    <a:pt x="3102924" y="195957"/>
                    <a:pt x="3102924" y="126454"/>
                  </a:cubicBezTo>
                  <a:cubicBezTo>
                    <a:pt x="3102924" y="56901"/>
                    <a:pt x="3046015" y="0"/>
                    <a:pt x="2976470" y="0"/>
                  </a:cubicBezTo>
                  <a:lnTo>
                    <a:pt x="1624161" y="0"/>
                  </a:lnTo>
                  <a:cubicBezTo>
                    <a:pt x="1554654" y="0"/>
                    <a:pt x="1497758" y="56901"/>
                    <a:pt x="1497758" y="126454"/>
                  </a:cubicBezTo>
                  <a:cubicBezTo>
                    <a:pt x="1497758" y="195957"/>
                    <a:pt x="1554654" y="252858"/>
                    <a:pt x="1624161" y="252858"/>
                  </a:cubicBezTo>
                  <a:close/>
                  <a:moveTo>
                    <a:pt x="2057396" y="3631856"/>
                  </a:moveTo>
                  <a:cubicBezTo>
                    <a:pt x="2057396" y="3631856"/>
                    <a:pt x="2054424" y="3416502"/>
                    <a:pt x="2054424" y="3351313"/>
                  </a:cubicBezTo>
                  <a:cubicBezTo>
                    <a:pt x="2054424" y="3286124"/>
                    <a:pt x="2003777" y="3192017"/>
                    <a:pt x="1938143" y="3116414"/>
                  </a:cubicBezTo>
                  <a:cubicBezTo>
                    <a:pt x="1872459" y="3040760"/>
                    <a:pt x="1899789" y="2999040"/>
                    <a:pt x="1724669" y="3047796"/>
                  </a:cubicBezTo>
                  <a:cubicBezTo>
                    <a:pt x="1549549" y="3096513"/>
                    <a:pt x="1473844" y="3140378"/>
                    <a:pt x="1473844" y="3187648"/>
                  </a:cubicBezTo>
                  <a:cubicBezTo>
                    <a:pt x="1473844" y="3234879"/>
                    <a:pt x="1540024" y="3281654"/>
                    <a:pt x="1540024" y="3281654"/>
                  </a:cubicBezTo>
                  <a:cubicBezTo>
                    <a:pt x="1540024" y="3281654"/>
                    <a:pt x="1504210" y="3326408"/>
                    <a:pt x="1506191" y="3346843"/>
                  </a:cubicBezTo>
                  <a:cubicBezTo>
                    <a:pt x="1508172" y="3367239"/>
                    <a:pt x="1538538" y="3369715"/>
                    <a:pt x="1538538" y="3369715"/>
                  </a:cubicBezTo>
                  <a:cubicBezTo>
                    <a:pt x="1538538" y="3369715"/>
                    <a:pt x="1537052" y="3395065"/>
                    <a:pt x="1550489" y="3440861"/>
                  </a:cubicBezTo>
                  <a:cubicBezTo>
                    <a:pt x="1584816" y="3521417"/>
                    <a:pt x="1672828" y="3515473"/>
                    <a:pt x="1672828" y="3515473"/>
                  </a:cubicBezTo>
                  <a:lnTo>
                    <a:pt x="1674860" y="3630865"/>
                  </a:lnTo>
                  <a:cubicBezTo>
                    <a:pt x="1674860" y="3630865"/>
                    <a:pt x="1650006" y="3623118"/>
                    <a:pt x="1597072" y="3648417"/>
                  </a:cubicBezTo>
                  <a:lnTo>
                    <a:pt x="1601390" y="3642067"/>
                  </a:lnTo>
                  <a:cubicBezTo>
                    <a:pt x="1600501" y="3640784"/>
                    <a:pt x="1599752" y="3639540"/>
                    <a:pt x="1598964" y="3638257"/>
                  </a:cubicBezTo>
                  <a:cubicBezTo>
                    <a:pt x="1591027" y="3625900"/>
                    <a:pt x="1585312" y="3608539"/>
                    <a:pt x="1581057" y="3593007"/>
                  </a:cubicBezTo>
                  <a:cubicBezTo>
                    <a:pt x="1575749" y="3564584"/>
                    <a:pt x="1568154" y="3530307"/>
                    <a:pt x="1551974" y="3540568"/>
                  </a:cubicBezTo>
                  <a:cubicBezTo>
                    <a:pt x="1551339" y="3540962"/>
                    <a:pt x="1550895" y="3541559"/>
                    <a:pt x="1550247" y="3542004"/>
                  </a:cubicBezTo>
                  <a:cubicBezTo>
                    <a:pt x="1550095" y="3542054"/>
                    <a:pt x="1549993" y="3542054"/>
                    <a:pt x="1549853" y="3542105"/>
                  </a:cubicBezTo>
                  <a:cubicBezTo>
                    <a:pt x="1546971" y="3543400"/>
                    <a:pt x="1544545" y="3546271"/>
                    <a:pt x="1542500" y="3550297"/>
                  </a:cubicBezTo>
                  <a:cubicBezTo>
                    <a:pt x="1537547" y="3558082"/>
                    <a:pt x="1536150" y="3567404"/>
                    <a:pt x="1536201" y="3575989"/>
                  </a:cubicBezTo>
                  <a:cubicBezTo>
                    <a:pt x="1534817" y="3592359"/>
                    <a:pt x="1536899" y="3610228"/>
                    <a:pt x="1543199" y="3619397"/>
                  </a:cubicBezTo>
                  <a:cubicBezTo>
                    <a:pt x="1542754" y="3619296"/>
                    <a:pt x="1542208" y="3619004"/>
                    <a:pt x="1541713" y="3618851"/>
                  </a:cubicBezTo>
                  <a:lnTo>
                    <a:pt x="1521126" y="3601490"/>
                  </a:lnTo>
                  <a:cubicBezTo>
                    <a:pt x="1526676" y="3606951"/>
                    <a:pt x="1532632" y="3612400"/>
                    <a:pt x="1538881" y="3617759"/>
                  </a:cubicBezTo>
                  <a:cubicBezTo>
                    <a:pt x="1532429" y="3614343"/>
                    <a:pt x="1523260" y="3605757"/>
                    <a:pt x="1513290" y="3594899"/>
                  </a:cubicBezTo>
                  <a:lnTo>
                    <a:pt x="1521126" y="3601490"/>
                  </a:lnTo>
                  <a:cubicBezTo>
                    <a:pt x="1510255" y="3590772"/>
                    <a:pt x="1500628" y="3580014"/>
                    <a:pt x="1492246" y="3569690"/>
                  </a:cubicBezTo>
                  <a:cubicBezTo>
                    <a:pt x="1492246" y="3569690"/>
                    <a:pt x="1474987" y="3547769"/>
                    <a:pt x="1452013" y="3511701"/>
                  </a:cubicBezTo>
                  <a:cubicBezTo>
                    <a:pt x="1437090" y="3488333"/>
                    <a:pt x="1425025" y="3473500"/>
                    <a:pt x="1412871" y="3478554"/>
                  </a:cubicBezTo>
                  <a:cubicBezTo>
                    <a:pt x="1401911" y="3478059"/>
                    <a:pt x="1398838" y="3493883"/>
                    <a:pt x="1398838" y="3493883"/>
                  </a:cubicBezTo>
                  <a:cubicBezTo>
                    <a:pt x="1398838" y="3493883"/>
                    <a:pt x="1390011" y="3474592"/>
                    <a:pt x="1375178" y="3465168"/>
                  </a:cubicBezTo>
                  <a:cubicBezTo>
                    <a:pt x="1374924" y="3465016"/>
                    <a:pt x="1374720" y="3464864"/>
                    <a:pt x="1374530" y="3464724"/>
                  </a:cubicBezTo>
                  <a:cubicBezTo>
                    <a:pt x="1373184" y="3463873"/>
                    <a:pt x="1371749" y="3463225"/>
                    <a:pt x="1370314" y="3462629"/>
                  </a:cubicBezTo>
                  <a:cubicBezTo>
                    <a:pt x="1369818" y="3462438"/>
                    <a:pt x="1369323" y="3462184"/>
                    <a:pt x="1368828" y="3462044"/>
                  </a:cubicBezTo>
                  <a:cubicBezTo>
                    <a:pt x="1367786" y="3461638"/>
                    <a:pt x="1366783" y="3461092"/>
                    <a:pt x="1365703" y="3460800"/>
                  </a:cubicBezTo>
                  <a:cubicBezTo>
                    <a:pt x="1345155" y="3455694"/>
                    <a:pt x="1348736" y="3490264"/>
                    <a:pt x="1348736" y="3490264"/>
                  </a:cubicBezTo>
                  <a:cubicBezTo>
                    <a:pt x="1348736" y="3490264"/>
                    <a:pt x="1346298" y="3480790"/>
                    <a:pt x="1334296" y="3488130"/>
                  </a:cubicBezTo>
                  <a:cubicBezTo>
                    <a:pt x="1317621" y="3497109"/>
                    <a:pt x="1328645" y="3529304"/>
                    <a:pt x="1341535" y="3547566"/>
                  </a:cubicBezTo>
                  <a:cubicBezTo>
                    <a:pt x="1334893" y="3550347"/>
                    <a:pt x="1332455" y="3557193"/>
                    <a:pt x="1335985" y="3571823"/>
                  </a:cubicBezTo>
                  <a:cubicBezTo>
                    <a:pt x="1339160" y="3620540"/>
                    <a:pt x="1407474" y="3691736"/>
                    <a:pt x="1407474" y="3691736"/>
                  </a:cubicBezTo>
                  <a:lnTo>
                    <a:pt x="1468688" y="3764761"/>
                  </a:lnTo>
                  <a:cubicBezTo>
                    <a:pt x="1409455" y="3891901"/>
                    <a:pt x="1416148" y="4118418"/>
                    <a:pt x="1416148" y="4118418"/>
                  </a:cubicBezTo>
                  <a:lnTo>
                    <a:pt x="1555454" y="4118418"/>
                  </a:lnTo>
                  <a:lnTo>
                    <a:pt x="1564090" y="4118177"/>
                  </a:lnTo>
                  <a:lnTo>
                    <a:pt x="1564090" y="4119714"/>
                  </a:lnTo>
                  <a:lnTo>
                    <a:pt x="2041178" y="4119714"/>
                  </a:lnTo>
                  <a:lnTo>
                    <a:pt x="2168979" y="4120400"/>
                  </a:lnTo>
                  <a:cubicBezTo>
                    <a:pt x="2168979" y="4120400"/>
                    <a:pt x="2198189" y="4120400"/>
                    <a:pt x="2312590" y="4120400"/>
                  </a:cubicBezTo>
                  <a:cubicBezTo>
                    <a:pt x="2314571" y="3914431"/>
                    <a:pt x="2280243" y="3792536"/>
                    <a:pt x="2222052" y="3720896"/>
                  </a:cubicBezTo>
                  <a:cubicBezTo>
                    <a:pt x="2163860" y="3649268"/>
                    <a:pt x="2057396" y="3631856"/>
                    <a:pt x="2057396" y="3631856"/>
                  </a:cubicBezTo>
                  <a:close/>
                  <a:moveTo>
                    <a:pt x="1183331" y="3907484"/>
                  </a:moveTo>
                  <a:cubicBezTo>
                    <a:pt x="1171432" y="3897514"/>
                    <a:pt x="1146527" y="3898505"/>
                    <a:pt x="1154515" y="3844772"/>
                  </a:cubicBezTo>
                  <a:cubicBezTo>
                    <a:pt x="1162453" y="3791050"/>
                    <a:pt x="1182341" y="3747299"/>
                    <a:pt x="1139580" y="3691584"/>
                  </a:cubicBezTo>
                  <a:cubicBezTo>
                    <a:pt x="1096768" y="3635869"/>
                    <a:pt x="1011238" y="3594048"/>
                    <a:pt x="1008212" y="3503510"/>
                  </a:cubicBezTo>
                  <a:cubicBezTo>
                    <a:pt x="1005236" y="3412972"/>
                    <a:pt x="1018181" y="3336378"/>
                    <a:pt x="1014214" y="3282657"/>
                  </a:cubicBezTo>
                  <a:cubicBezTo>
                    <a:pt x="1010246" y="3228923"/>
                    <a:pt x="998290" y="3124453"/>
                    <a:pt x="865981" y="3048837"/>
                  </a:cubicBezTo>
                  <a:cubicBezTo>
                    <a:pt x="733624" y="2973234"/>
                    <a:pt x="624186" y="3016998"/>
                    <a:pt x="548582" y="3077717"/>
                  </a:cubicBezTo>
                  <a:cubicBezTo>
                    <a:pt x="472976" y="3138385"/>
                    <a:pt x="444104" y="3226942"/>
                    <a:pt x="449064" y="3346347"/>
                  </a:cubicBezTo>
                  <a:cubicBezTo>
                    <a:pt x="454075" y="3465714"/>
                    <a:pt x="474961" y="3542308"/>
                    <a:pt x="402332" y="3606011"/>
                  </a:cubicBezTo>
                  <a:cubicBezTo>
                    <a:pt x="329705" y="3669702"/>
                    <a:pt x="286892" y="3718419"/>
                    <a:pt x="302816" y="3796054"/>
                  </a:cubicBezTo>
                  <a:cubicBezTo>
                    <a:pt x="318741" y="3873651"/>
                    <a:pt x="335657" y="3873651"/>
                    <a:pt x="298848" y="3900486"/>
                  </a:cubicBezTo>
                  <a:cubicBezTo>
                    <a:pt x="262038" y="3927372"/>
                    <a:pt x="183457" y="3954220"/>
                    <a:pt x="184448" y="4050753"/>
                  </a:cubicBezTo>
                  <a:cubicBezTo>
                    <a:pt x="185440" y="4147247"/>
                    <a:pt x="266998" y="4117377"/>
                    <a:pt x="266998" y="4117377"/>
                  </a:cubicBezTo>
                  <a:lnTo>
                    <a:pt x="428526" y="4119358"/>
                  </a:lnTo>
                  <a:lnTo>
                    <a:pt x="428526" y="4119714"/>
                  </a:lnTo>
                  <a:lnTo>
                    <a:pt x="1249016" y="4119714"/>
                  </a:lnTo>
                  <a:cubicBezTo>
                    <a:pt x="1249016" y="4119714"/>
                    <a:pt x="1299765" y="4116386"/>
                    <a:pt x="1299765" y="4019892"/>
                  </a:cubicBezTo>
                  <a:cubicBezTo>
                    <a:pt x="1299765" y="3923410"/>
                    <a:pt x="1195295" y="3917403"/>
                    <a:pt x="1183331" y="3907484"/>
                  </a:cubicBezTo>
                  <a:close/>
                  <a:moveTo>
                    <a:pt x="533350" y="2557017"/>
                  </a:moveTo>
                  <a:cubicBezTo>
                    <a:pt x="533350" y="2409722"/>
                    <a:pt x="413941" y="2290317"/>
                    <a:pt x="266650" y="2290317"/>
                  </a:cubicBezTo>
                  <a:cubicBezTo>
                    <a:pt x="119361" y="2290317"/>
                    <a:pt x="0" y="2409722"/>
                    <a:pt x="0" y="2557017"/>
                  </a:cubicBezTo>
                  <a:cubicBezTo>
                    <a:pt x="0" y="2704312"/>
                    <a:pt x="119410" y="2823717"/>
                    <a:pt x="266650" y="2823717"/>
                  </a:cubicBezTo>
                  <a:cubicBezTo>
                    <a:pt x="413941" y="2823717"/>
                    <a:pt x="533350" y="2704312"/>
                    <a:pt x="533350" y="2557017"/>
                  </a:cubicBezTo>
                  <a:close/>
                </a:path>
              </a:pathLst>
            </a:custGeom>
            <a:solidFill>
              <a:srgbClr val="F5F6F7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A8A4E69-B22C-0457-9DC0-7C5B18DFB052}"/>
                </a:ext>
              </a:extLst>
            </p:cNvPr>
            <p:cNvSpPr/>
            <p:nvPr/>
          </p:nvSpPr>
          <p:spPr>
            <a:xfrm>
              <a:off x="7196471" y="6313066"/>
              <a:ext cx="3815903" cy="3578467"/>
            </a:xfrm>
            <a:custGeom>
              <a:avLst/>
              <a:gdLst>
                <a:gd name="connsiteX0" fmla="*/ 3322396 w 3815903"/>
                <a:gd name="connsiteY0" fmla="*/ 603099 h 3578467"/>
                <a:gd name="connsiteX1" fmla="*/ 3121914 w 3815903"/>
                <a:gd name="connsiteY1" fmla="*/ 606579 h 3578467"/>
                <a:gd name="connsiteX2" fmla="*/ 3120530 w 3815903"/>
                <a:gd name="connsiteY2" fmla="*/ 646406 h 3578467"/>
                <a:gd name="connsiteX3" fmla="*/ 2939263 w 3815903"/>
                <a:gd name="connsiteY3" fmla="*/ 677318 h 3578467"/>
                <a:gd name="connsiteX4" fmla="*/ 2818308 w 3815903"/>
                <a:gd name="connsiteY4" fmla="*/ 818707 h 3578467"/>
                <a:gd name="connsiteX5" fmla="*/ 3019577 w 3815903"/>
                <a:gd name="connsiteY5" fmla="*/ 818707 h 3578467"/>
                <a:gd name="connsiteX6" fmla="*/ 3019577 w 3815903"/>
                <a:gd name="connsiteY6" fmla="*/ 1021158 h 3578467"/>
                <a:gd name="connsiteX7" fmla="*/ 3118790 w 3815903"/>
                <a:gd name="connsiteY7" fmla="*/ 1167157 h 3578467"/>
                <a:gd name="connsiteX8" fmla="*/ 3175991 w 3815903"/>
                <a:gd name="connsiteY8" fmla="*/ 1228625 h 3578467"/>
                <a:gd name="connsiteX9" fmla="*/ 3072016 w 3815903"/>
                <a:gd name="connsiteY9" fmla="*/ 1393776 h 3578467"/>
                <a:gd name="connsiteX10" fmla="*/ 3019577 w 3815903"/>
                <a:gd name="connsiteY10" fmla="*/ 1355625 h 3578467"/>
                <a:gd name="connsiteX11" fmla="*/ 3019577 w 3815903"/>
                <a:gd name="connsiteY11" fmla="*/ 1390397 h 3578467"/>
                <a:gd name="connsiteX12" fmla="*/ 2939263 w 3815903"/>
                <a:gd name="connsiteY12" fmla="*/ 1388467 h 3578467"/>
                <a:gd name="connsiteX13" fmla="*/ 2931910 w 3815903"/>
                <a:gd name="connsiteY13" fmla="*/ 1690638 h 3578467"/>
                <a:gd name="connsiteX14" fmla="*/ 3574263 w 3815903"/>
                <a:gd name="connsiteY14" fmla="*/ 1690638 h 3578467"/>
                <a:gd name="connsiteX15" fmla="*/ 3574263 w 3815903"/>
                <a:gd name="connsiteY15" fmla="*/ 1636460 h 3578467"/>
                <a:gd name="connsiteX16" fmla="*/ 3736035 w 3815903"/>
                <a:gd name="connsiteY16" fmla="*/ 1596823 h 3578467"/>
                <a:gd name="connsiteX17" fmla="*/ 3787483 w 3815903"/>
                <a:gd name="connsiteY17" fmla="*/ 1086689 h 3578467"/>
                <a:gd name="connsiteX18" fmla="*/ 3616173 w 3815903"/>
                <a:gd name="connsiteY18" fmla="*/ 707874 h 3578467"/>
                <a:gd name="connsiteX19" fmla="*/ 3323971 w 3815903"/>
                <a:gd name="connsiteY19" fmla="*/ 646406 h 3578467"/>
                <a:gd name="connsiteX20" fmla="*/ 2931910 w 3815903"/>
                <a:gd name="connsiteY20" fmla="*/ 1388467 h 3578467"/>
                <a:gd name="connsiteX21" fmla="*/ 2925915 w 3815903"/>
                <a:gd name="connsiteY21" fmla="*/ 1453453 h 3578467"/>
                <a:gd name="connsiteX22" fmla="*/ 2775204 w 3815903"/>
                <a:gd name="connsiteY22" fmla="*/ 1541807 h 3578467"/>
                <a:gd name="connsiteX23" fmla="*/ 2502599 w 3815903"/>
                <a:gd name="connsiteY23" fmla="*/ 1294106 h 3578467"/>
                <a:gd name="connsiteX24" fmla="*/ 2498281 w 3815903"/>
                <a:gd name="connsiteY24" fmla="*/ 1285622 h 3578467"/>
                <a:gd name="connsiteX25" fmla="*/ 2498281 w 3815903"/>
                <a:gd name="connsiteY25" fmla="*/ 882994 h 3578467"/>
                <a:gd name="connsiteX26" fmla="*/ 2500909 w 3815903"/>
                <a:gd name="connsiteY26" fmla="*/ 882207 h 3578467"/>
                <a:gd name="connsiteX27" fmla="*/ 2650922 w 3815903"/>
                <a:gd name="connsiteY27" fmla="*/ 1110362 h 3578467"/>
                <a:gd name="connsiteX28" fmla="*/ 2650922 w 3815903"/>
                <a:gd name="connsiteY28" fmla="*/ 1388467 h 3578467"/>
                <a:gd name="connsiteX29" fmla="*/ 1499197 w 3815903"/>
                <a:gd name="connsiteY29" fmla="*/ 1776566 h 3578467"/>
                <a:gd name="connsiteX30" fmla="*/ 1391247 w 3815903"/>
                <a:gd name="connsiteY30" fmla="*/ 1816749 h 3578467"/>
                <a:gd name="connsiteX31" fmla="*/ 1283246 w 3815903"/>
                <a:gd name="connsiteY31" fmla="*/ 1776566 h 3578467"/>
                <a:gd name="connsiteX32" fmla="*/ 1391247 w 3815903"/>
                <a:gd name="connsiteY32" fmla="*/ 1979957 h 3578467"/>
                <a:gd name="connsiteX33" fmla="*/ 1499197 w 3815903"/>
                <a:gd name="connsiteY33" fmla="*/ 1776566 h 3578467"/>
                <a:gd name="connsiteX34" fmla="*/ 2028381 w 3815903"/>
                <a:gd name="connsiteY34" fmla="*/ 2011072 h 3578467"/>
                <a:gd name="connsiteX35" fmla="*/ 1983537 w 3815903"/>
                <a:gd name="connsiteY35" fmla="*/ 2029614 h 3578467"/>
                <a:gd name="connsiteX36" fmla="*/ 1983537 w 3815903"/>
                <a:gd name="connsiteY36" fmla="*/ 2119365 h 3578467"/>
                <a:gd name="connsiteX37" fmla="*/ 2028381 w 3815903"/>
                <a:gd name="connsiteY37" fmla="*/ 2137970 h 3578467"/>
                <a:gd name="connsiteX38" fmla="*/ 2073275 w 3815903"/>
                <a:gd name="connsiteY38" fmla="*/ 2119365 h 3578467"/>
                <a:gd name="connsiteX39" fmla="*/ 2091830 w 3815903"/>
                <a:gd name="connsiteY39" fmla="*/ 2074521 h 3578467"/>
                <a:gd name="connsiteX40" fmla="*/ 2073275 w 3815903"/>
                <a:gd name="connsiteY40" fmla="*/ 2029614 h 3578467"/>
                <a:gd name="connsiteX41" fmla="*/ 2028381 w 3815903"/>
                <a:gd name="connsiteY41" fmla="*/ 2011072 h 3578467"/>
                <a:gd name="connsiteX42" fmla="*/ 43805 w 3815903"/>
                <a:gd name="connsiteY42" fmla="*/ 1938187 h 3578467"/>
                <a:gd name="connsiteX43" fmla="*/ 102443 w 3815903"/>
                <a:gd name="connsiteY43" fmla="*/ 1879551 h 3578467"/>
                <a:gd name="connsiteX44" fmla="*/ 161131 w 3815903"/>
                <a:gd name="connsiteY44" fmla="*/ 1938187 h 3578467"/>
                <a:gd name="connsiteX45" fmla="*/ 102443 w 3815903"/>
                <a:gd name="connsiteY45" fmla="*/ 1996822 h 3578467"/>
                <a:gd name="connsiteX46" fmla="*/ 43805 w 3815903"/>
                <a:gd name="connsiteY46" fmla="*/ 1938187 h 3578467"/>
                <a:gd name="connsiteX47" fmla="*/ 0 w 3815903"/>
                <a:gd name="connsiteY47" fmla="*/ 2150619 h 3578467"/>
                <a:gd name="connsiteX48" fmla="*/ 102443 w 3815903"/>
                <a:gd name="connsiteY48" fmla="*/ 2036370 h 3578467"/>
                <a:gd name="connsiteX49" fmla="*/ 204887 w 3815903"/>
                <a:gd name="connsiteY49" fmla="*/ 2150619 h 3578467"/>
                <a:gd name="connsiteX50" fmla="*/ 598587 w 3815903"/>
                <a:gd name="connsiteY50" fmla="*/ 0 h 3578467"/>
                <a:gd name="connsiteX51" fmla="*/ 598587 w 3815903"/>
                <a:gd name="connsiteY51" fmla="*/ 149920 h 3578467"/>
                <a:gd name="connsiteX52" fmla="*/ 497780 w 3815903"/>
                <a:gd name="connsiteY52" fmla="*/ 130026 h 3578467"/>
                <a:gd name="connsiteX53" fmla="*/ 495151 w 3815903"/>
                <a:gd name="connsiteY53" fmla="*/ 114102 h 3578467"/>
                <a:gd name="connsiteX54" fmla="*/ 464642 w 3815903"/>
                <a:gd name="connsiteY54" fmla="*/ 112762 h 3578467"/>
                <a:gd name="connsiteX55" fmla="*/ 467271 w 3815903"/>
                <a:gd name="connsiteY55" fmla="*/ 33189 h 3578467"/>
                <a:gd name="connsiteX56" fmla="*/ 485825 w 3815903"/>
                <a:gd name="connsiteY56" fmla="*/ 33189 h 3578467"/>
                <a:gd name="connsiteX57" fmla="*/ 501749 w 3815903"/>
                <a:gd name="connsiteY57" fmla="*/ 14586 h 3578467"/>
                <a:gd name="connsiteX58" fmla="*/ 521642 w 3815903"/>
                <a:gd name="connsiteY58" fmla="*/ 221555 h 3578467"/>
                <a:gd name="connsiteX59" fmla="*/ 570756 w 3815903"/>
                <a:gd name="connsiteY59" fmla="*/ 221555 h 3578467"/>
                <a:gd name="connsiteX60" fmla="*/ 570756 w 3815903"/>
                <a:gd name="connsiteY60" fmla="*/ 306437 h 3578467"/>
                <a:gd name="connsiteX61" fmla="*/ 521642 w 3815903"/>
                <a:gd name="connsiteY61" fmla="*/ 306437 h 3578467"/>
                <a:gd name="connsiteX62" fmla="*/ 1506639 w 3815903"/>
                <a:gd name="connsiteY62" fmla="*/ 3084958 h 3578467"/>
                <a:gd name="connsiteX63" fmla="*/ 1513040 w 3815903"/>
                <a:gd name="connsiteY63" fmla="*/ 3295804 h 3578467"/>
                <a:gd name="connsiteX64" fmla="*/ 1394473 w 3815903"/>
                <a:gd name="connsiteY64" fmla="*/ 3349969 h 3578467"/>
                <a:gd name="connsiteX65" fmla="*/ 1391247 w 3815903"/>
                <a:gd name="connsiteY65" fmla="*/ 3573807 h 3578467"/>
                <a:gd name="connsiteX66" fmla="*/ 1251941 w 3815903"/>
                <a:gd name="connsiteY66" fmla="*/ 3572473 h 3578467"/>
                <a:gd name="connsiteX67" fmla="*/ 1266533 w 3815903"/>
                <a:gd name="connsiteY67" fmla="*/ 3376169 h 3578467"/>
                <a:gd name="connsiteX68" fmla="*/ 1506639 w 3815903"/>
                <a:gd name="connsiteY68" fmla="*/ 3084958 h 3578467"/>
                <a:gd name="connsiteX69" fmla="*/ 2131467 w 3815903"/>
                <a:gd name="connsiteY69" fmla="*/ 3376169 h 3578467"/>
                <a:gd name="connsiteX70" fmla="*/ 2148383 w 3815903"/>
                <a:gd name="connsiteY70" fmla="*/ 3578468 h 3578467"/>
                <a:gd name="connsiteX71" fmla="*/ 1998421 w 3815903"/>
                <a:gd name="connsiteY71" fmla="*/ 3577833 h 3578467"/>
                <a:gd name="connsiteX72" fmla="*/ 1998815 w 3815903"/>
                <a:gd name="connsiteY72" fmla="*/ 3381478 h 3578467"/>
                <a:gd name="connsiteX73" fmla="*/ 1961947 w 3815903"/>
                <a:gd name="connsiteY73" fmla="*/ 3309342 h 3578467"/>
                <a:gd name="connsiteX74" fmla="*/ 1887385 w 3815903"/>
                <a:gd name="connsiteY74" fmla="*/ 3296642 h 3578467"/>
                <a:gd name="connsiteX75" fmla="*/ 1891360 w 3815903"/>
                <a:gd name="connsiteY75" fmla="*/ 3084958 h 3578467"/>
                <a:gd name="connsiteX76" fmla="*/ 2131467 w 3815903"/>
                <a:gd name="connsiteY76" fmla="*/ 3376169 h 3578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3815903" h="3578467">
                  <a:moveTo>
                    <a:pt x="3322396" y="603099"/>
                  </a:moveTo>
                  <a:lnTo>
                    <a:pt x="3121914" y="606579"/>
                  </a:lnTo>
                  <a:lnTo>
                    <a:pt x="3120530" y="646406"/>
                  </a:lnTo>
                  <a:cubicBezTo>
                    <a:pt x="3120530" y="646406"/>
                    <a:pt x="3048597" y="631877"/>
                    <a:pt x="2939263" y="677318"/>
                  </a:cubicBezTo>
                  <a:cubicBezTo>
                    <a:pt x="2829967" y="722758"/>
                    <a:pt x="2818308" y="818707"/>
                    <a:pt x="2818308" y="818707"/>
                  </a:cubicBezTo>
                  <a:lnTo>
                    <a:pt x="3019577" y="818707"/>
                  </a:lnTo>
                  <a:cubicBezTo>
                    <a:pt x="3019577" y="818707"/>
                    <a:pt x="3019577" y="930822"/>
                    <a:pt x="3019577" y="1021158"/>
                  </a:cubicBezTo>
                  <a:cubicBezTo>
                    <a:pt x="3047606" y="1039865"/>
                    <a:pt x="3099638" y="1140220"/>
                    <a:pt x="3118790" y="1167157"/>
                  </a:cubicBezTo>
                  <a:cubicBezTo>
                    <a:pt x="3137942" y="1194043"/>
                    <a:pt x="3175991" y="1228625"/>
                    <a:pt x="3175991" y="1228625"/>
                  </a:cubicBezTo>
                  <a:lnTo>
                    <a:pt x="3072016" y="1393776"/>
                  </a:lnTo>
                  <a:lnTo>
                    <a:pt x="3019577" y="1355625"/>
                  </a:lnTo>
                  <a:lnTo>
                    <a:pt x="3019577" y="1390397"/>
                  </a:lnTo>
                  <a:lnTo>
                    <a:pt x="2939263" y="1388467"/>
                  </a:lnTo>
                  <a:lnTo>
                    <a:pt x="2931910" y="1690638"/>
                  </a:lnTo>
                  <a:lnTo>
                    <a:pt x="3574263" y="1690638"/>
                  </a:lnTo>
                  <a:lnTo>
                    <a:pt x="3574263" y="1636460"/>
                  </a:lnTo>
                  <a:cubicBezTo>
                    <a:pt x="3574263" y="1636460"/>
                    <a:pt x="3625202" y="1648715"/>
                    <a:pt x="3736035" y="1596823"/>
                  </a:cubicBezTo>
                  <a:cubicBezTo>
                    <a:pt x="3869081" y="1497458"/>
                    <a:pt x="3798189" y="1138239"/>
                    <a:pt x="3787483" y="1086689"/>
                  </a:cubicBezTo>
                  <a:cubicBezTo>
                    <a:pt x="3776764" y="1035204"/>
                    <a:pt x="3716135" y="774104"/>
                    <a:pt x="3616173" y="707874"/>
                  </a:cubicBezTo>
                  <a:cubicBezTo>
                    <a:pt x="3516160" y="641593"/>
                    <a:pt x="3323971" y="646406"/>
                    <a:pt x="3323971" y="646406"/>
                  </a:cubicBezTo>
                  <a:close/>
                  <a:moveTo>
                    <a:pt x="2931910" y="1388467"/>
                  </a:moveTo>
                  <a:lnTo>
                    <a:pt x="2925915" y="1453453"/>
                  </a:lnTo>
                  <a:cubicBezTo>
                    <a:pt x="2925915" y="1453453"/>
                    <a:pt x="2869705" y="1531240"/>
                    <a:pt x="2775204" y="1541807"/>
                  </a:cubicBezTo>
                  <a:cubicBezTo>
                    <a:pt x="2672105" y="1553364"/>
                    <a:pt x="2598090" y="1521919"/>
                    <a:pt x="2502599" y="1294106"/>
                  </a:cubicBezTo>
                  <a:cubicBezTo>
                    <a:pt x="2501113" y="1291185"/>
                    <a:pt x="2499716" y="1288454"/>
                    <a:pt x="2498281" y="1285622"/>
                  </a:cubicBezTo>
                  <a:lnTo>
                    <a:pt x="2498281" y="882994"/>
                  </a:lnTo>
                  <a:lnTo>
                    <a:pt x="2500909" y="882207"/>
                  </a:lnTo>
                  <a:lnTo>
                    <a:pt x="2650922" y="1110362"/>
                  </a:lnTo>
                  <a:lnTo>
                    <a:pt x="2650922" y="1388467"/>
                  </a:lnTo>
                  <a:close/>
                  <a:moveTo>
                    <a:pt x="1499197" y="1776566"/>
                  </a:moveTo>
                  <a:cubicBezTo>
                    <a:pt x="1438973" y="1731367"/>
                    <a:pt x="1391247" y="1816749"/>
                    <a:pt x="1391247" y="1816749"/>
                  </a:cubicBezTo>
                  <a:cubicBezTo>
                    <a:pt x="1391247" y="1816749"/>
                    <a:pt x="1343520" y="1731367"/>
                    <a:pt x="1283246" y="1776566"/>
                  </a:cubicBezTo>
                  <a:cubicBezTo>
                    <a:pt x="1214730" y="1827963"/>
                    <a:pt x="1338517" y="1979957"/>
                    <a:pt x="1391247" y="1979957"/>
                  </a:cubicBezTo>
                  <a:cubicBezTo>
                    <a:pt x="1443977" y="1979957"/>
                    <a:pt x="1567751" y="1827963"/>
                    <a:pt x="1499197" y="1776566"/>
                  </a:cubicBezTo>
                  <a:close/>
                  <a:moveTo>
                    <a:pt x="2028381" y="2011072"/>
                  </a:moveTo>
                  <a:cubicBezTo>
                    <a:pt x="2012163" y="2011072"/>
                    <a:pt x="1995881" y="2017269"/>
                    <a:pt x="1983537" y="2029614"/>
                  </a:cubicBezTo>
                  <a:cubicBezTo>
                    <a:pt x="1958772" y="2054379"/>
                    <a:pt x="1958772" y="2094663"/>
                    <a:pt x="1983537" y="2119365"/>
                  </a:cubicBezTo>
                  <a:cubicBezTo>
                    <a:pt x="1995488" y="2131366"/>
                    <a:pt x="2011413" y="2137970"/>
                    <a:pt x="2028381" y="2137970"/>
                  </a:cubicBezTo>
                  <a:cubicBezTo>
                    <a:pt x="2045348" y="2137970"/>
                    <a:pt x="2061273" y="2131366"/>
                    <a:pt x="2073275" y="2119365"/>
                  </a:cubicBezTo>
                  <a:cubicBezTo>
                    <a:pt x="2085226" y="2107401"/>
                    <a:pt x="2091830" y="2091488"/>
                    <a:pt x="2091830" y="2074521"/>
                  </a:cubicBezTo>
                  <a:cubicBezTo>
                    <a:pt x="2091830" y="2057554"/>
                    <a:pt x="2085226" y="2041628"/>
                    <a:pt x="2073275" y="2029614"/>
                  </a:cubicBezTo>
                  <a:cubicBezTo>
                    <a:pt x="2060867" y="2017269"/>
                    <a:pt x="2044649" y="2011072"/>
                    <a:pt x="2028381" y="2011072"/>
                  </a:cubicBezTo>
                  <a:close/>
                  <a:moveTo>
                    <a:pt x="43805" y="1938187"/>
                  </a:moveTo>
                  <a:cubicBezTo>
                    <a:pt x="43805" y="1905789"/>
                    <a:pt x="70049" y="1879551"/>
                    <a:pt x="102443" y="1879551"/>
                  </a:cubicBezTo>
                  <a:cubicBezTo>
                    <a:pt x="134888" y="1879551"/>
                    <a:pt x="161131" y="1905789"/>
                    <a:pt x="161131" y="1938187"/>
                  </a:cubicBezTo>
                  <a:cubicBezTo>
                    <a:pt x="161131" y="1970584"/>
                    <a:pt x="134888" y="1996822"/>
                    <a:pt x="102443" y="1996822"/>
                  </a:cubicBezTo>
                  <a:cubicBezTo>
                    <a:pt x="70049" y="1996822"/>
                    <a:pt x="43805" y="1970584"/>
                    <a:pt x="43805" y="1938187"/>
                  </a:cubicBezTo>
                  <a:close/>
                  <a:moveTo>
                    <a:pt x="0" y="2150619"/>
                  </a:moveTo>
                  <a:cubicBezTo>
                    <a:pt x="0" y="2087513"/>
                    <a:pt x="45889" y="2036370"/>
                    <a:pt x="102443" y="2036370"/>
                  </a:cubicBezTo>
                  <a:cubicBezTo>
                    <a:pt x="159048" y="2036370"/>
                    <a:pt x="204887" y="2087513"/>
                    <a:pt x="204887" y="2150619"/>
                  </a:cubicBezTo>
                  <a:close/>
                  <a:moveTo>
                    <a:pt x="598587" y="0"/>
                  </a:moveTo>
                  <a:lnTo>
                    <a:pt x="598587" y="149920"/>
                  </a:lnTo>
                  <a:lnTo>
                    <a:pt x="497780" y="130026"/>
                  </a:lnTo>
                  <a:lnTo>
                    <a:pt x="495151" y="114102"/>
                  </a:lnTo>
                  <a:lnTo>
                    <a:pt x="464642" y="112762"/>
                  </a:lnTo>
                  <a:lnTo>
                    <a:pt x="467271" y="33189"/>
                  </a:lnTo>
                  <a:lnTo>
                    <a:pt x="485825" y="33189"/>
                  </a:lnTo>
                  <a:lnTo>
                    <a:pt x="501749" y="14586"/>
                  </a:lnTo>
                  <a:close/>
                  <a:moveTo>
                    <a:pt x="521642" y="221555"/>
                  </a:moveTo>
                  <a:lnTo>
                    <a:pt x="570756" y="221555"/>
                  </a:lnTo>
                  <a:lnTo>
                    <a:pt x="570756" y="306437"/>
                  </a:lnTo>
                  <a:lnTo>
                    <a:pt x="521642" y="306437"/>
                  </a:lnTo>
                  <a:close/>
                  <a:moveTo>
                    <a:pt x="1506639" y="3084958"/>
                  </a:moveTo>
                  <a:lnTo>
                    <a:pt x="1513040" y="3295804"/>
                  </a:lnTo>
                  <a:cubicBezTo>
                    <a:pt x="1513040" y="3295804"/>
                    <a:pt x="1412227" y="3289847"/>
                    <a:pt x="1394473" y="3349969"/>
                  </a:cubicBezTo>
                  <a:cubicBezTo>
                    <a:pt x="1385837" y="3372550"/>
                    <a:pt x="1391247" y="3573807"/>
                    <a:pt x="1391247" y="3573807"/>
                  </a:cubicBezTo>
                  <a:lnTo>
                    <a:pt x="1251941" y="3572473"/>
                  </a:lnTo>
                  <a:cubicBezTo>
                    <a:pt x="1251941" y="3572473"/>
                    <a:pt x="1257249" y="3463037"/>
                    <a:pt x="1266533" y="3376169"/>
                  </a:cubicBezTo>
                  <a:cubicBezTo>
                    <a:pt x="1275804" y="3289251"/>
                    <a:pt x="1299020" y="3136063"/>
                    <a:pt x="1506639" y="3084958"/>
                  </a:cubicBezTo>
                  <a:close/>
                  <a:moveTo>
                    <a:pt x="2131467" y="3376169"/>
                  </a:moveTo>
                  <a:cubicBezTo>
                    <a:pt x="2140750" y="3463037"/>
                    <a:pt x="2148383" y="3578468"/>
                    <a:pt x="2148383" y="3578468"/>
                  </a:cubicBezTo>
                  <a:lnTo>
                    <a:pt x="1998421" y="3577833"/>
                  </a:lnTo>
                  <a:cubicBezTo>
                    <a:pt x="1998421" y="3577833"/>
                    <a:pt x="2001444" y="3405481"/>
                    <a:pt x="1998815" y="3381478"/>
                  </a:cubicBezTo>
                  <a:cubicBezTo>
                    <a:pt x="1994992" y="3346604"/>
                    <a:pt x="1982584" y="3322791"/>
                    <a:pt x="1961947" y="3309342"/>
                  </a:cubicBezTo>
                  <a:cubicBezTo>
                    <a:pt x="1932686" y="3290190"/>
                    <a:pt x="1887385" y="3296642"/>
                    <a:pt x="1887385" y="3296642"/>
                  </a:cubicBezTo>
                  <a:lnTo>
                    <a:pt x="1891360" y="3084958"/>
                  </a:lnTo>
                  <a:cubicBezTo>
                    <a:pt x="2098967" y="3136063"/>
                    <a:pt x="2122196" y="3289251"/>
                    <a:pt x="2131467" y="3376169"/>
                  </a:cubicBezTo>
                  <a:close/>
                </a:path>
              </a:pathLst>
            </a:custGeom>
            <a:solidFill>
              <a:srgbClr val="FFD54B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BE3F1BE-54A4-BDD0-294A-46D81359E503}"/>
                </a:ext>
              </a:extLst>
            </p:cNvPr>
            <p:cNvSpPr/>
            <p:nvPr/>
          </p:nvSpPr>
          <p:spPr>
            <a:xfrm>
              <a:off x="7027254" y="5766173"/>
              <a:ext cx="3991150" cy="4129679"/>
            </a:xfrm>
            <a:custGeom>
              <a:avLst/>
              <a:gdLst>
                <a:gd name="connsiteX0" fmla="*/ 3832520 w 3991150"/>
                <a:gd name="connsiteY0" fmla="*/ 1290188 h 4129679"/>
                <a:gd name="connsiteX1" fmla="*/ 3498205 w 3991150"/>
                <a:gd name="connsiteY1" fmla="*/ 1188144 h 4129679"/>
                <a:gd name="connsiteX2" fmla="*/ 3498205 w 3991150"/>
                <a:gd name="connsiteY2" fmla="*/ 1064915 h 4129679"/>
                <a:gd name="connsiteX3" fmla="*/ 3498103 w 3991150"/>
                <a:gd name="connsiteY3" fmla="*/ 1064661 h 4129679"/>
                <a:gd name="connsiteX4" fmla="*/ 3562848 w 3991150"/>
                <a:gd name="connsiteY4" fmla="*/ 1025330 h 4129679"/>
                <a:gd name="connsiteX5" fmla="*/ 3663953 w 3991150"/>
                <a:gd name="connsiteY5" fmla="*/ 858540 h 4129679"/>
                <a:gd name="connsiteX6" fmla="*/ 3664448 w 3991150"/>
                <a:gd name="connsiteY6" fmla="*/ 826592 h 4129679"/>
                <a:gd name="connsiteX7" fmla="*/ 3379041 w 3991150"/>
                <a:gd name="connsiteY7" fmla="*/ 480120 h 4129679"/>
                <a:gd name="connsiteX8" fmla="*/ 3093596 w 3991150"/>
                <a:gd name="connsiteY8" fmla="*/ 544166 h 4129679"/>
                <a:gd name="connsiteX9" fmla="*/ 3038719 w 3991150"/>
                <a:gd name="connsiteY9" fmla="*/ 696764 h 4129679"/>
                <a:gd name="connsiteX10" fmla="*/ 3076730 w 3991150"/>
                <a:gd name="connsiteY10" fmla="*/ 787053 h 4129679"/>
                <a:gd name="connsiteX11" fmla="*/ 3038528 w 3991150"/>
                <a:gd name="connsiteY11" fmla="*/ 844848 h 4129679"/>
                <a:gd name="connsiteX12" fmla="*/ 3078114 w 3991150"/>
                <a:gd name="connsiteY12" fmla="*/ 888604 h 4129679"/>
                <a:gd name="connsiteX13" fmla="*/ 3118843 w 3991150"/>
                <a:gd name="connsiteY13" fmla="*/ 1010293 h 4129679"/>
                <a:gd name="connsiteX14" fmla="*/ 3183778 w 3991150"/>
                <a:gd name="connsiteY14" fmla="*/ 1033813 h 4129679"/>
                <a:gd name="connsiteX15" fmla="*/ 3183778 w 3991150"/>
                <a:gd name="connsiteY15" fmla="*/ 1124644 h 4129679"/>
                <a:gd name="connsiteX16" fmla="*/ 3186267 w 3991150"/>
                <a:gd name="connsiteY16" fmla="*/ 1128911 h 4129679"/>
                <a:gd name="connsiteX17" fmla="*/ 3188795 w 3991150"/>
                <a:gd name="connsiteY17" fmla="*/ 1129609 h 4129679"/>
                <a:gd name="connsiteX18" fmla="*/ 3191271 w 3991150"/>
                <a:gd name="connsiteY18" fmla="*/ 1128961 h 4129679"/>
                <a:gd name="connsiteX19" fmla="*/ 3284388 w 3991150"/>
                <a:gd name="connsiteY19" fmla="*/ 1075533 h 4129679"/>
                <a:gd name="connsiteX20" fmla="*/ 3284388 w 3991150"/>
                <a:gd name="connsiteY20" fmla="*/ 1151974 h 4129679"/>
                <a:gd name="connsiteX21" fmla="*/ 3284185 w 3991150"/>
                <a:gd name="connsiteY21" fmla="*/ 1153168 h 4129679"/>
                <a:gd name="connsiteX22" fmla="*/ 3284388 w 3991150"/>
                <a:gd name="connsiteY22" fmla="*/ 1154311 h 4129679"/>
                <a:gd name="connsiteX23" fmla="*/ 3284388 w 3991150"/>
                <a:gd name="connsiteY23" fmla="*/ 1188093 h 4129679"/>
                <a:gd name="connsiteX24" fmla="*/ 3017091 w 3991150"/>
                <a:gd name="connsiteY24" fmla="*/ 1290594 h 4129679"/>
                <a:gd name="connsiteX25" fmla="*/ 2984109 w 3991150"/>
                <a:gd name="connsiteY25" fmla="*/ 1360584 h 4129679"/>
                <a:gd name="connsiteX26" fmla="*/ 2820139 w 3991150"/>
                <a:gd name="connsiteY26" fmla="*/ 1360584 h 4129679"/>
                <a:gd name="connsiteX27" fmla="*/ 2815186 w 3991150"/>
                <a:gd name="connsiteY27" fmla="*/ 1365601 h 4129679"/>
                <a:gd name="connsiteX28" fmla="*/ 2815186 w 3991150"/>
                <a:gd name="connsiteY28" fmla="*/ 1635615 h 4129679"/>
                <a:gd name="connsiteX29" fmla="*/ 2674292 w 3991150"/>
                <a:gd name="connsiteY29" fmla="*/ 1426319 h 4129679"/>
                <a:gd name="connsiteX30" fmla="*/ 2672464 w 3991150"/>
                <a:gd name="connsiteY30" fmla="*/ 1424935 h 4129679"/>
                <a:gd name="connsiteX31" fmla="*/ 2672464 w 3991150"/>
                <a:gd name="connsiteY31" fmla="*/ 940892 h 4129679"/>
                <a:gd name="connsiteX32" fmla="*/ 2609103 w 3991150"/>
                <a:gd name="connsiteY32" fmla="*/ 877541 h 4129679"/>
                <a:gd name="connsiteX33" fmla="*/ 1087288 w 3991150"/>
                <a:gd name="connsiteY33" fmla="*/ 877541 h 4129679"/>
                <a:gd name="connsiteX34" fmla="*/ 1165469 w 3991150"/>
                <a:gd name="connsiteY34" fmla="*/ 657870 h 4129679"/>
                <a:gd name="connsiteX35" fmla="*/ 816917 w 3991150"/>
                <a:gd name="connsiteY35" fmla="*/ 309315 h 4129679"/>
                <a:gd name="connsiteX36" fmla="*/ 468362 w 3991150"/>
                <a:gd name="connsiteY36" fmla="*/ 657870 h 4129679"/>
                <a:gd name="connsiteX37" fmla="*/ 789385 w 3991150"/>
                <a:gd name="connsiteY37" fmla="*/ 1005238 h 4129679"/>
                <a:gd name="connsiteX38" fmla="*/ 789385 w 3991150"/>
                <a:gd name="connsiteY38" fmla="*/ 2612385 h 4129679"/>
                <a:gd name="connsiteX39" fmla="*/ 852735 w 3991150"/>
                <a:gd name="connsiteY39" fmla="*/ 2675733 h 4129679"/>
                <a:gd name="connsiteX40" fmla="*/ 1832079 w 3991150"/>
                <a:gd name="connsiteY40" fmla="*/ 2675733 h 4129679"/>
                <a:gd name="connsiteX41" fmla="*/ 1832079 w 3991150"/>
                <a:gd name="connsiteY41" fmla="*/ 2857800 h 4129679"/>
                <a:gd name="connsiteX42" fmla="*/ 1837032 w 3991150"/>
                <a:gd name="connsiteY42" fmla="*/ 2862804 h 4129679"/>
                <a:gd name="connsiteX43" fmla="*/ 2453922 w 3991150"/>
                <a:gd name="connsiteY43" fmla="*/ 2862804 h 4129679"/>
                <a:gd name="connsiteX44" fmla="*/ 2458888 w 3991150"/>
                <a:gd name="connsiteY44" fmla="*/ 2857800 h 4129679"/>
                <a:gd name="connsiteX45" fmla="*/ 2458888 w 3991150"/>
                <a:gd name="connsiteY45" fmla="*/ 2675733 h 4129679"/>
                <a:gd name="connsiteX46" fmla="*/ 2609103 w 3991150"/>
                <a:gd name="connsiteY46" fmla="*/ 2675733 h 4129679"/>
                <a:gd name="connsiteX47" fmla="*/ 2672464 w 3991150"/>
                <a:gd name="connsiteY47" fmla="*/ 2612385 h 4129679"/>
                <a:gd name="connsiteX48" fmla="*/ 2672464 w 3991150"/>
                <a:gd name="connsiteY48" fmla="*/ 1855541 h 4129679"/>
                <a:gd name="connsiteX49" fmla="*/ 2729309 w 3991150"/>
                <a:gd name="connsiteY49" fmla="*/ 1969841 h 4129679"/>
                <a:gd name="connsiteX50" fmla="*/ 2905128 w 3991150"/>
                <a:gd name="connsiteY50" fmla="*/ 2096790 h 4129679"/>
                <a:gd name="connsiteX51" fmla="*/ 2915097 w 3991150"/>
                <a:gd name="connsiteY51" fmla="*/ 2097044 h 4129679"/>
                <a:gd name="connsiteX52" fmla="*/ 3096123 w 3991150"/>
                <a:gd name="connsiteY52" fmla="*/ 2007395 h 4129679"/>
                <a:gd name="connsiteX53" fmla="*/ 3096123 w 3991150"/>
                <a:gd name="connsiteY53" fmla="*/ 2237532 h 4129679"/>
                <a:gd name="connsiteX54" fmla="*/ 3098752 w 3991150"/>
                <a:gd name="connsiteY54" fmla="*/ 2241850 h 4129679"/>
                <a:gd name="connsiteX55" fmla="*/ 3032864 w 3991150"/>
                <a:gd name="connsiteY55" fmla="*/ 2943715 h 4129679"/>
                <a:gd name="connsiteX56" fmla="*/ 2822476 w 3991150"/>
                <a:gd name="connsiteY56" fmla="*/ 2994820 h 4129679"/>
                <a:gd name="connsiteX57" fmla="*/ 2725588 w 3991150"/>
                <a:gd name="connsiteY57" fmla="*/ 3143651 h 4129679"/>
                <a:gd name="connsiteX58" fmla="*/ 2725092 w 3991150"/>
                <a:gd name="connsiteY58" fmla="*/ 3334837 h 4129679"/>
                <a:gd name="connsiteX59" fmla="*/ 2703160 w 3991150"/>
                <a:gd name="connsiteY59" fmla="*/ 3624308 h 4129679"/>
                <a:gd name="connsiteX60" fmla="*/ 2701725 w 3991150"/>
                <a:gd name="connsiteY60" fmla="*/ 3627344 h 4129679"/>
                <a:gd name="connsiteX61" fmla="*/ 2697318 w 3991150"/>
                <a:gd name="connsiteY61" fmla="*/ 3632195 h 4129679"/>
                <a:gd name="connsiteX62" fmla="*/ 2702321 w 3991150"/>
                <a:gd name="connsiteY62" fmla="*/ 3637161 h 4129679"/>
                <a:gd name="connsiteX63" fmla="*/ 2734567 w 3991150"/>
                <a:gd name="connsiteY63" fmla="*/ 3637161 h 4129679"/>
                <a:gd name="connsiteX64" fmla="*/ 2555382 w 3991150"/>
                <a:gd name="connsiteY64" fmla="*/ 3788621 h 4129679"/>
                <a:gd name="connsiteX65" fmla="*/ 2507313 w 3991150"/>
                <a:gd name="connsiteY65" fmla="*/ 4124676 h 4129679"/>
                <a:gd name="connsiteX66" fmla="*/ 2512266 w 3991150"/>
                <a:gd name="connsiteY66" fmla="*/ 4129680 h 4129679"/>
                <a:gd name="connsiteX67" fmla="*/ 3410397 w 3991150"/>
                <a:gd name="connsiteY67" fmla="*/ 4129680 h 4129679"/>
                <a:gd name="connsiteX68" fmla="*/ 3415363 w 3991150"/>
                <a:gd name="connsiteY68" fmla="*/ 4124676 h 4129679"/>
                <a:gd name="connsiteX69" fmla="*/ 3367242 w 3991150"/>
                <a:gd name="connsiteY69" fmla="*/ 3788621 h 4129679"/>
                <a:gd name="connsiteX70" fmla="*/ 3155597 w 3991150"/>
                <a:gd name="connsiteY70" fmla="*/ 3627687 h 4129679"/>
                <a:gd name="connsiteX71" fmla="*/ 3097164 w 3991150"/>
                <a:gd name="connsiteY71" fmla="*/ 3615977 h 4129679"/>
                <a:gd name="connsiteX72" fmla="*/ 3097812 w 3991150"/>
                <a:gd name="connsiteY72" fmla="*/ 3612561 h 4129679"/>
                <a:gd name="connsiteX73" fmla="*/ 3117599 w 3991150"/>
                <a:gd name="connsiteY73" fmla="*/ 3522213 h 4129679"/>
                <a:gd name="connsiteX74" fmla="*/ 3190928 w 3991150"/>
                <a:gd name="connsiteY74" fmla="*/ 3499099 h 4129679"/>
                <a:gd name="connsiteX75" fmla="*/ 3220342 w 3991150"/>
                <a:gd name="connsiteY75" fmla="*/ 3454598 h 4129679"/>
                <a:gd name="connsiteX76" fmla="*/ 3878062 w 3991150"/>
                <a:gd name="connsiteY76" fmla="*/ 3446458 h 4129679"/>
                <a:gd name="connsiteX77" fmla="*/ 3882977 w 3991150"/>
                <a:gd name="connsiteY77" fmla="*/ 3441454 h 4129679"/>
                <a:gd name="connsiteX78" fmla="*/ 3877910 w 3991150"/>
                <a:gd name="connsiteY78" fmla="*/ 3436539 h 4129679"/>
                <a:gd name="connsiteX79" fmla="*/ 3833371 w 3991150"/>
                <a:gd name="connsiteY79" fmla="*/ 3437085 h 4129679"/>
                <a:gd name="connsiteX80" fmla="*/ 3748433 w 3991150"/>
                <a:gd name="connsiteY80" fmla="*/ 2237189 h 4129679"/>
                <a:gd name="connsiteX81" fmla="*/ 3748433 w 3991150"/>
                <a:gd name="connsiteY81" fmla="*/ 2188967 h 4129679"/>
                <a:gd name="connsiteX82" fmla="*/ 3772449 w 3991150"/>
                <a:gd name="connsiteY82" fmla="*/ 2189907 h 4129679"/>
                <a:gd name="connsiteX83" fmla="*/ 3878316 w 3991150"/>
                <a:gd name="connsiteY83" fmla="*/ 2167339 h 4129679"/>
                <a:gd name="connsiteX84" fmla="*/ 3978227 w 3991150"/>
                <a:gd name="connsiteY84" fmla="*/ 2016526 h 4129679"/>
                <a:gd name="connsiteX85" fmla="*/ 3832520 w 3991150"/>
                <a:gd name="connsiteY85" fmla="*/ 1290188 h 4129679"/>
                <a:gd name="connsiteX86" fmla="*/ 3127124 w 3991150"/>
                <a:gd name="connsiteY86" fmla="*/ 1004794 h 4129679"/>
                <a:gd name="connsiteX87" fmla="*/ 3087741 w 3991150"/>
                <a:gd name="connsiteY87" fmla="*/ 884883 h 4129679"/>
                <a:gd name="connsiteX88" fmla="*/ 3084960 w 3991150"/>
                <a:gd name="connsiteY88" fmla="*/ 880864 h 4129679"/>
                <a:gd name="connsiteX89" fmla="*/ 3048346 w 3991150"/>
                <a:gd name="connsiteY89" fmla="*/ 846386 h 4129679"/>
                <a:gd name="connsiteX90" fmla="*/ 3087436 w 3991150"/>
                <a:gd name="connsiteY90" fmla="*/ 790080 h 4129679"/>
                <a:gd name="connsiteX91" fmla="*/ 3088833 w 3991150"/>
                <a:gd name="connsiteY91" fmla="*/ 786557 h 4129679"/>
                <a:gd name="connsiteX92" fmla="*/ 3143596 w 3991150"/>
                <a:gd name="connsiteY92" fmla="*/ 583556 h 4129679"/>
                <a:gd name="connsiteX93" fmla="*/ 3403349 w 3991150"/>
                <a:gd name="connsiteY93" fmla="*/ 792857 h 4129679"/>
                <a:gd name="connsiteX94" fmla="*/ 3405533 w 3991150"/>
                <a:gd name="connsiteY94" fmla="*/ 792163 h 4129679"/>
                <a:gd name="connsiteX95" fmla="*/ 3500339 w 3991150"/>
                <a:gd name="connsiteY95" fmla="*/ 807194 h 4129679"/>
                <a:gd name="connsiteX96" fmla="*/ 3504212 w 3991150"/>
                <a:gd name="connsiteY96" fmla="*/ 880120 h 4129679"/>
                <a:gd name="connsiteX97" fmla="*/ 3404149 w 3991150"/>
                <a:gd name="connsiteY97" fmla="*/ 910481 h 4129679"/>
                <a:gd name="connsiteX98" fmla="*/ 3399882 w 3991150"/>
                <a:gd name="connsiteY98" fmla="*/ 911375 h 4129679"/>
                <a:gd name="connsiteX99" fmla="*/ 3397939 w 3991150"/>
                <a:gd name="connsiteY99" fmla="*/ 915294 h 4129679"/>
                <a:gd name="connsiteX100" fmla="*/ 3397939 w 3991150"/>
                <a:gd name="connsiteY100" fmla="*/ 1116655 h 4129679"/>
                <a:gd name="connsiteX101" fmla="*/ 3400478 w 3991150"/>
                <a:gd name="connsiteY101" fmla="*/ 1121024 h 4129679"/>
                <a:gd name="connsiteX102" fmla="*/ 3405482 w 3991150"/>
                <a:gd name="connsiteY102" fmla="*/ 1120922 h 4129679"/>
                <a:gd name="connsiteX103" fmla="*/ 3488235 w 3991150"/>
                <a:gd name="connsiteY103" fmla="*/ 1070669 h 4129679"/>
                <a:gd name="connsiteX104" fmla="*/ 3488235 w 3991150"/>
                <a:gd name="connsiteY104" fmla="*/ 1148164 h 4129679"/>
                <a:gd name="connsiteX105" fmla="*/ 3294357 w 3991150"/>
                <a:gd name="connsiteY105" fmla="*/ 1148164 h 4129679"/>
                <a:gd name="connsiteX106" fmla="*/ 3294357 w 3991150"/>
                <a:gd name="connsiteY106" fmla="*/ 1034600 h 4129679"/>
                <a:gd name="connsiteX107" fmla="*/ 3292871 w 3991150"/>
                <a:gd name="connsiteY107" fmla="*/ 1031083 h 4129679"/>
                <a:gd name="connsiteX108" fmla="*/ 3289404 w 3991150"/>
                <a:gd name="connsiteY108" fmla="*/ 1029647 h 4129679"/>
                <a:gd name="connsiteX109" fmla="*/ 3289303 w 3991150"/>
                <a:gd name="connsiteY109" fmla="*/ 1029647 h 4129679"/>
                <a:gd name="connsiteX110" fmla="*/ 3127124 w 3991150"/>
                <a:gd name="connsiteY110" fmla="*/ 1004794 h 4129679"/>
                <a:gd name="connsiteX111" fmla="*/ 2825105 w 3991150"/>
                <a:gd name="connsiteY111" fmla="*/ 1370554 h 4129679"/>
                <a:gd name="connsiteX112" fmla="*/ 3183778 w 3991150"/>
                <a:gd name="connsiteY112" fmla="*/ 1370554 h 4129679"/>
                <a:gd name="connsiteX113" fmla="*/ 3183778 w 3991150"/>
                <a:gd name="connsiteY113" fmla="*/ 1686822 h 4129679"/>
                <a:gd name="connsiteX114" fmla="*/ 3175396 w 3991150"/>
                <a:gd name="connsiteY114" fmla="*/ 1684536 h 4129679"/>
                <a:gd name="connsiteX115" fmla="*/ 3131340 w 3991150"/>
                <a:gd name="connsiteY115" fmla="*/ 1649509 h 4129679"/>
                <a:gd name="connsiteX116" fmla="*/ 3058175 w 3991150"/>
                <a:gd name="connsiteY116" fmla="*/ 1588244 h 4129679"/>
                <a:gd name="connsiteX117" fmla="*/ 3002257 w 3991150"/>
                <a:gd name="connsiteY117" fmla="*/ 1576687 h 4129679"/>
                <a:gd name="connsiteX118" fmla="*/ 2999882 w 3991150"/>
                <a:gd name="connsiteY118" fmla="*/ 1588536 h 4129679"/>
                <a:gd name="connsiteX119" fmla="*/ 2972349 w 3991150"/>
                <a:gd name="connsiteY119" fmla="*/ 1591127 h 4129679"/>
                <a:gd name="connsiteX120" fmla="*/ 2975028 w 3991150"/>
                <a:gd name="connsiteY120" fmla="*/ 1629862 h 4129679"/>
                <a:gd name="connsiteX121" fmla="*/ 2962570 w 3991150"/>
                <a:gd name="connsiteY121" fmla="*/ 1639044 h 4129679"/>
                <a:gd name="connsiteX122" fmla="*/ 2968374 w 3991150"/>
                <a:gd name="connsiteY122" fmla="*/ 1673969 h 4129679"/>
                <a:gd name="connsiteX123" fmla="*/ 2981023 w 3991150"/>
                <a:gd name="connsiteY123" fmla="*/ 1691584 h 4129679"/>
                <a:gd name="connsiteX124" fmla="*/ 2968475 w 3991150"/>
                <a:gd name="connsiteY124" fmla="*/ 1709783 h 4129679"/>
                <a:gd name="connsiteX125" fmla="*/ 3114728 w 3991150"/>
                <a:gd name="connsiteY125" fmla="*/ 1860850 h 4129679"/>
                <a:gd name="connsiteX126" fmla="*/ 3183778 w 3991150"/>
                <a:gd name="connsiteY126" fmla="*/ 1908919 h 4129679"/>
                <a:gd name="connsiteX127" fmla="*/ 3183778 w 3991150"/>
                <a:gd name="connsiteY127" fmla="*/ 1930395 h 4129679"/>
                <a:gd name="connsiteX128" fmla="*/ 2825105 w 3991150"/>
                <a:gd name="connsiteY128" fmla="*/ 1930395 h 4129679"/>
                <a:gd name="connsiteX129" fmla="*/ 3239150 w 3991150"/>
                <a:gd name="connsiteY129" fmla="*/ 1931538 h 4129679"/>
                <a:gd name="connsiteX130" fmla="*/ 3192313 w 3991150"/>
                <a:gd name="connsiteY130" fmla="*/ 1902569 h 4129679"/>
                <a:gd name="connsiteX131" fmla="*/ 3190675 w 3991150"/>
                <a:gd name="connsiteY131" fmla="*/ 1901477 h 4129679"/>
                <a:gd name="connsiteX132" fmla="*/ 3120532 w 3991150"/>
                <a:gd name="connsiteY132" fmla="*/ 1852709 h 4129679"/>
                <a:gd name="connsiteX133" fmla="*/ 2978394 w 3991150"/>
                <a:gd name="connsiteY133" fmla="*/ 1710583 h 4129679"/>
                <a:gd name="connsiteX134" fmla="*/ 2987132 w 3991150"/>
                <a:gd name="connsiteY134" fmla="*/ 1699522 h 4129679"/>
                <a:gd name="connsiteX135" fmla="*/ 2987475 w 3991150"/>
                <a:gd name="connsiteY135" fmla="*/ 1699268 h 4129679"/>
                <a:gd name="connsiteX136" fmla="*/ 3061795 w 3991150"/>
                <a:gd name="connsiteY136" fmla="*/ 1769511 h 4129679"/>
                <a:gd name="connsiteX137" fmla="*/ 3064970 w 3991150"/>
                <a:gd name="connsiteY137" fmla="*/ 1770654 h 4129679"/>
                <a:gd name="connsiteX138" fmla="*/ 3068792 w 3991150"/>
                <a:gd name="connsiteY138" fmla="*/ 1768826 h 4129679"/>
                <a:gd name="connsiteX139" fmla="*/ 3068094 w 3991150"/>
                <a:gd name="connsiteY139" fmla="*/ 1761828 h 4129679"/>
                <a:gd name="connsiteX140" fmla="*/ 2977010 w 3991150"/>
                <a:gd name="connsiteY140" fmla="*/ 1668966 h 4129679"/>
                <a:gd name="connsiteX141" fmla="*/ 2971206 w 3991150"/>
                <a:gd name="connsiteY141" fmla="*/ 1644061 h 4129679"/>
                <a:gd name="connsiteX142" fmla="*/ 2982712 w 3991150"/>
                <a:gd name="connsiteY142" fmla="*/ 1638600 h 4129679"/>
                <a:gd name="connsiteX143" fmla="*/ 2983309 w 3991150"/>
                <a:gd name="connsiteY143" fmla="*/ 1638447 h 4129679"/>
                <a:gd name="connsiteX144" fmla="*/ 3090065 w 3991150"/>
                <a:gd name="connsiteY144" fmla="*/ 1737076 h 4129679"/>
                <a:gd name="connsiteX145" fmla="*/ 3093342 w 3991150"/>
                <a:gd name="connsiteY145" fmla="*/ 1738307 h 4129679"/>
                <a:gd name="connsiteX146" fmla="*/ 3097114 w 3991150"/>
                <a:gd name="connsiteY146" fmla="*/ 1736580 h 4129679"/>
                <a:gd name="connsiteX147" fmla="*/ 3096618 w 3991150"/>
                <a:gd name="connsiteY147" fmla="*/ 1729583 h 4129679"/>
                <a:gd name="connsiteX148" fmla="*/ 2983068 w 3991150"/>
                <a:gd name="connsiteY148" fmla="*/ 1624109 h 4129679"/>
                <a:gd name="connsiteX149" fmla="*/ 2979791 w 3991150"/>
                <a:gd name="connsiteY149" fmla="*/ 1597719 h 4129679"/>
                <a:gd name="connsiteX150" fmla="*/ 3010741 w 3991150"/>
                <a:gd name="connsiteY150" fmla="*/ 1606901 h 4129679"/>
                <a:gd name="connsiteX151" fmla="*/ 3016748 w 3991150"/>
                <a:gd name="connsiteY151" fmla="*/ 1611955 h 4129679"/>
                <a:gd name="connsiteX152" fmla="*/ 3017446 w 3991150"/>
                <a:gd name="connsiteY152" fmla="*/ 1612311 h 4129679"/>
                <a:gd name="connsiteX153" fmla="*/ 3116417 w 3991150"/>
                <a:gd name="connsiteY153" fmla="*/ 1705618 h 4129679"/>
                <a:gd name="connsiteX154" fmla="*/ 3123403 w 3991150"/>
                <a:gd name="connsiteY154" fmla="*/ 1705669 h 4129679"/>
                <a:gd name="connsiteX155" fmla="*/ 3123504 w 3991150"/>
                <a:gd name="connsiteY155" fmla="*/ 1698620 h 4129679"/>
                <a:gd name="connsiteX156" fmla="*/ 3017446 w 3991150"/>
                <a:gd name="connsiteY156" fmla="*/ 1599509 h 4129679"/>
                <a:gd name="connsiteX157" fmla="*/ 3010296 w 3991150"/>
                <a:gd name="connsiteY157" fmla="*/ 1582593 h 4129679"/>
                <a:gd name="connsiteX158" fmla="*/ 3052321 w 3991150"/>
                <a:gd name="connsiteY158" fmla="*/ 1596283 h 4129679"/>
                <a:gd name="connsiteX159" fmla="*/ 3124546 w 3991150"/>
                <a:gd name="connsiteY159" fmla="*/ 1656799 h 4129679"/>
                <a:gd name="connsiteX160" fmla="*/ 3170837 w 3991150"/>
                <a:gd name="connsiteY160" fmla="*/ 1693362 h 4129679"/>
                <a:gd name="connsiteX161" fmla="*/ 3184820 w 3991150"/>
                <a:gd name="connsiteY161" fmla="*/ 1696893 h 4129679"/>
                <a:gd name="connsiteX162" fmla="*/ 3187804 w 3991150"/>
                <a:gd name="connsiteY162" fmla="*/ 1696690 h 4129679"/>
                <a:gd name="connsiteX163" fmla="*/ 3188795 w 3991150"/>
                <a:gd name="connsiteY163" fmla="*/ 1696893 h 4129679"/>
                <a:gd name="connsiteX164" fmla="*/ 3192313 w 3991150"/>
                <a:gd name="connsiteY164" fmla="*/ 1695407 h 4129679"/>
                <a:gd name="connsiteX165" fmla="*/ 3197025 w 3991150"/>
                <a:gd name="connsiteY165" fmla="*/ 1692473 h 4129679"/>
                <a:gd name="connsiteX166" fmla="*/ 3194053 w 3991150"/>
                <a:gd name="connsiteY166" fmla="*/ 1644251 h 4129679"/>
                <a:gd name="connsiteX167" fmla="*/ 3193748 w 3991150"/>
                <a:gd name="connsiteY167" fmla="*/ 1643807 h 4129679"/>
                <a:gd name="connsiteX168" fmla="*/ 3193748 w 3991150"/>
                <a:gd name="connsiteY168" fmla="*/ 1580104 h 4129679"/>
                <a:gd name="connsiteX169" fmla="*/ 3241081 w 3991150"/>
                <a:gd name="connsiteY169" fmla="*/ 1650449 h 4129679"/>
                <a:gd name="connsiteX170" fmla="*/ 3279727 w 3991150"/>
                <a:gd name="connsiteY170" fmla="*/ 1711371 h 4129679"/>
                <a:gd name="connsiteX171" fmla="*/ 3338160 w 3991150"/>
                <a:gd name="connsiteY171" fmla="*/ 1777208 h 4129679"/>
                <a:gd name="connsiteX172" fmla="*/ 478285 w 3991150"/>
                <a:gd name="connsiteY172" fmla="*/ 657870 h 4129679"/>
                <a:gd name="connsiteX173" fmla="*/ 816917 w 3991150"/>
                <a:gd name="connsiteY173" fmla="*/ 319287 h 4129679"/>
                <a:gd name="connsiteX174" fmla="*/ 1155499 w 3991150"/>
                <a:gd name="connsiteY174" fmla="*/ 657870 h 4129679"/>
                <a:gd name="connsiteX175" fmla="*/ 1073991 w 3991150"/>
                <a:gd name="connsiteY175" fmla="*/ 877888 h 4129679"/>
                <a:gd name="connsiteX176" fmla="*/ 1070816 w 3991150"/>
                <a:gd name="connsiteY176" fmla="*/ 881510 h 4129679"/>
                <a:gd name="connsiteX177" fmla="*/ 816917 w 3991150"/>
                <a:gd name="connsiteY177" fmla="*/ 996450 h 4129679"/>
                <a:gd name="connsiteX178" fmla="*/ 478285 w 3991150"/>
                <a:gd name="connsiteY178" fmla="*/ 657870 h 4129679"/>
                <a:gd name="connsiteX179" fmla="*/ 2448918 w 3991150"/>
                <a:gd name="connsiteY179" fmla="*/ 2852834 h 4129679"/>
                <a:gd name="connsiteX180" fmla="*/ 1842049 w 3991150"/>
                <a:gd name="connsiteY180" fmla="*/ 2852834 h 4129679"/>
                <a:gd name="connsiteX181" fmla="*/ 1842049 w 3991150"/>
                <a:gd name="connsiteY181" fmla="*/ 2293691 h 4129679"/>
                <a:gd name="connsiteX182" fmla="*/ 2448918 w 3991150"/>
                <a:gd name="connsiteY182" fmla="*/ 2293691 h 4129679"/>
                <a:gd name="connsiteX183" fmla="*/ 2662481 w 3991150"/>
                <a:gd name="connsiteY183" fmla="*/ 2612385 h 4129679"/>
                <a:gd name="connsiteX184" fmla="*/ 2609103 w 3991150"/>
                <a:gd name="connsiteY184" fmla="*/ 2665763 h 4129679"/>
                <a:gd name="connsiteX185" fmla="*/ 2458888 w 3991150"/>
                <a:gd name="connsiteY185" fmla="*/ 2665763 h 4129679"/>
                <a:gd name="connsiteX186" fmla="*/ 2458888 w 3991150"/>
                <a:gd name="connsiteY186" fmla="*/ 2288675 h 4129679"/>
                <a:gd name="connsiteX187" fmla="*/ 2453922 w 3991150"/>
                <a:gd name="connsiteY187" fmla="*/ 2283722 h 4129679"/>
                <a:gd name="connsiteX188" fmla="*/ 1837032 w 3991150"/>
                <a:gd name="connsiteY188" fmla="*/ 2283722 h 4129679"/>
                <a:gd name="connsiteX189" fmla="*/ 1832079 w 3991150"/>
                <a:gd name="connsiteY189" fmla="*/ 2288675 h 4129679"/>
                <a:gd name="connsiteX190" fmla="*/ 1832079 w 3991150"/>
                <a:gd name="connsiteY190" fmla="*/ 2665763 h 4129679"/>
                <a:gd name="connsiteX191" fmla="*/ 852735 w 3991150"/>
                <a:gd name="connsiteY191" fmla="*/ 2665763 h 4129679"/>
                <a:gd name="connsiteX192" fmla="*/ 799356 w 3991150"/>
                <a:gd name="connsiteY192" fmla="*/ 2612385 h 4129679"/>
                <a:gd name="connsiteX193" fmla="*/ 799356 w 3991150"/>
                <a:gd name="connsiteY193" fmla="*/ 1005975 h 4129679"/>
                <a:gd name="connsiteX194" fmla="*/ 816917 w 3991150"/>
                <a:gd name="connsiteY194" fmla="*/ 1006432 h 4129679"/>
                <a:gd name="connsiteX195" fmla="*/ 1078804 w 3991150"/>
                <a:gd name="connsiteY195" fmla="*/ 887512 h 4129679"/>
                <a:gd name="connsiteX196" fmla="*/ 2609103 w 3991150"/>
                <a:gd name="connsiteY196" fmla="*/ 887512 h 4129679"/>
                <a:gd name="connsiteX197" fmla="*/ 2662481 w 3991150"/>
                <a:gd name="connsiteY197" fmla="*/ 940892 h 4129679"/>
                <a:gd name="connsiteX198" fmla="*/ 2905623 w 3991150"/>
                <a:gd name="connsiteY198" fmla="*/ 2086872 h 4129679"/>
                <a:gd name="connsiteX199" fmla="*/ 2738288 w 3991150"/>
                <a:gd name="connsiteY199" fmla="*/ 1965523 h 4129679"/>
                <a:gd name="connsiteX200" fmla="*/ 2672464 w 3991150"/>
                <a:gd name="connsiteY200" fmla="*/ 1833811 h 4129679"/>
                <a:gd name="connsiteX201" fmla="*/ 2672464 w 3991150"/>
                <a:gd name="connsiteY201" fmla="*/ 1441445 h 4129679"/>
                <a:gd name="connsiteX202" fmla="*/ 2815186 w 3991150"/>
                <a:gd name="connsiteY202" fmla="*/ 1653484 h 4129679"/>
                <a:gd name="connsiteX203" fmla="*/ 2815186 w 3991150"/>
                <a:gd name="connsiteY203" fmla="*/ 1935361 h 4129679"/>
                <a:gd name="connsiteX204" fmla="*/ 2820139 w 3991150"/>
                <a:gd name="connsiteY204" fmla="*/ 1940326 h 4129679"/>
                <a:gd name="connsiteX205" fmla="*/ 3096123 w 3991150"/>
                <a:gd name="connsiteY205" fmla="*/ 1940326 h 4129679"/>
                <a:gd name="connsiteX206" fmla="*/ 3096123 w 3991150"/>
                <a:gd name="connsiteY206" fmla="*/ 1989679 h 4129679"/>
                <a:gd name="connsiteX207" fmla="*/ 2905623 w 3991150"/>
                <a:gd name="connsiteY207" fmla="*/ 2086872 h 4129679"/>
                <a:gd name="connsiteX208" fmla="*/ 2735011 w 3991150"/>
                <a:gd name="connsiteY208" fmla="*/ 3334444 h 4129679"/>
                <a:gd name="connsiteX209" fmla="*/ 2735418 w 3991150"/>
                <a:gd name="connsiteY209" fmla="*/ 3145036 h 4129679"/>
                <a:gd name="connsiteX210" fmla="*/ 2827835 w 3991150"/>
                <a:gd name="connsiteY210" fmla="*/ 3003202 h 4129679"/>
                <a:gd name="connsiteX211" fmla="*/ 3105153 w 3991150"/>
                <a:gd name="connsiteY211" fmla="*/ 2964061 h 4129679"/>
                <a:gd name="connsiteX212" fmla="*/ 3235074 w 3991150"/>
                <a:gd name="connsiteY212" fmla="*/ 3095874 h 4129679"/>
                <a:gd name="connsiteX213" fmla="*/ 3231657 w 3991150"/>
                <a:gd name="connsiteY213" fmla="*/ 3233885 h 4129679"/>
                <a:gd name="connsiteX214" fmla="*/ 3207985 w 3991150"/>
                <a:gd name="connsiteY214" fmla="*/ 3119788 h 4129679"/>
                <a:gd name="connsiteX215" fmla="*/ 3202778 w 3991150"/>
                <a:gd name="connsiteY215" fmla="*/ 3116855 h 4129679"/>
                <a:gd name="connsiteX216" fmla="*/ 3198561 w 3991150"/>
                <a:gd name="connsiteY216" fmla="*/ 3121020 h 4129679"/>
                <a:gd name="connsiteX217" fmla="*/ 3130603 w 3991150"/>
                <a:gd name="connsiteY217" fmla="*/ 3315647 h 4129679"/>
                <a:gd name="connsiteX218" fmla="*/ 3117053 w 3991150"/>
                <a:gd name="connsiteY218" fmla="*/ 3314657 h 4129679"/>
                <a:gd name="connsiteX219" fmla="*/ 3102219 w 3991150"/>
                <a:gd name="connsiteY219" fmla="*/ 3304624 h 4129679"/>
                <a:gd name="connsiteX220" fmla="*/ 3102168 w 3991150"/>
                <a:gd name="connsiteY220" fmla="*/ 3304624 h 4129679"/>
                <a:gd name="connsiteX221" fmla="*/ 3073847 w 3991150"/>
                <a:gd name="connsiteY221" fmla="*/ 3329732 h 4129679"/>
                <a:gd name="connsiteX222" fmla="*/ 3089519 w 3991150"/>
                <a:gd name="connsiteY222" fmla="*/ 3428500 h 4129679"/>
                <a:gd name="connsiteX223" fmla="*/ 3070228 w 3991150"/>
                <a:gd name="connsiteY223" fmla="*/ 3565177 h 4129679"/>
                <a:gd name="connsiteX224" fmla="*/ 3009103 w 3991150"/>
                <a:gd name="connsiteY224" fmla="*/ 3627242 h 4129679"/>
                <a:gd name="connsiteX225" fmla="*/ 2713828 w 3991150"/>
                <a:gd name="connsiteY225" fmla="*/ 3627242 h 4129679"/>
                <a:gd name="connsiteX226" fmla="*/ 2735011 w 3991150"/>
                <a:gd name="connsiteY226" fmla="*/ 3334444 h 4129679"/>
                <a:gd name="connsiteX227" fmla="*/ 3248523 w 3991150"/>
                <a:gd name="connsiteY227" fmla="*/ 4119710 h 4129679"/>
                <a:gd name="connsiteX228" fmla="*/ 2676426 w 3991150"/>
                <a:gd name="connsiteY228" fmla="*/ 4119710 h 4129679"/>
                <a:gd name="connsiteX229" fmla="*/ 2676426 w 3991150"/>
                <a:gd name="connsiteY229" fmla="*/ 3921374 h 4129679"/>
                <a:gd name="connsiteX230" fmla="*/ 2749400 w 3991150"/>
                <a:gd name="connsiteY230" fmla="*/ 3848451 h 4129679"/>
                <a:gd name="connsiteX231" fmla="*/ 3198460 w 3991150"/>
                <a:gd name="connsiteY231" fmla="*/ 3848451 h 4129679"/>
                <a:gd name="connsiteX232" fmla="*/ 3271446 w 3991150"/>
                <a:gd name="connsiteY232" fmla="*/ 3921374 h 4129679"/>
                <a:gd name="connsiteX233" fmla="*/ 3271446 w 3991150"/>
                <a:gd name="connsiteY233" fmla="*/ 4119710 h 4129679"/>
                <a:gd name="connsiteX234" fmla="*/ 3184172 w 3991150"/>
                <a:gd name="connsiteY234" fmla="*/ 3491860 h 4129679"/>
                <a:gd name="connsiteX235" fmla="*/ 3116608 w 3991150"/>
                <a:gd name="connsiteY235" fmla="*/ 3512142 h 4129679"/>
                <a:gd name="connsiteX236" fmla="*/ 3087982 w 3991150"/>
                <a:gd name="connsiteY236" fmla="*/ 3610770 h 4129679"/>
                <a:gd name="connsiteX237" fmla="*/ 3087296 w 3991150"/>
                <a:gd name="connsiteY237" fmla="*/ 3614542 h 4129679"/>
                <a:gd name="connsiteX238" fmla="*/ 3062684 w 3991150"/>
                <a:gd name="connsiteY238" fmla="*/ 3611608 h 4129679"/>
                <a:gd name="connsiteX239" fmla="*/ 3079943 w 3991150"/>
                <a:gd name="connsiteY239" fmla="*/ 3567209 h 4129679"/>
                <a:gd name="connsiteX240" fmla="*/ 3099641 w 3991150"/>
                <a:gd name="connsiteY240" fmla="*/ 3427369 h 4129679"/>
                <a:gd name="connsiteX241" fmla="*/ 3098498 w 3991150"/>
                <a:gd name="connsiteY241" fmla="*/ 3423687 h 4129679"/>
                <a:gd name="connsiteX242" fmla="*/ 3082877 w 3991150"/>
                <a:gd name="connsiteY242" fmla="*/ 3333948 h 4129679"/>
                <a:gd name="connsiteX243" fmla="*/ 3102168 w 3991150"/>
                <a:gd name="connsiteY243" fmla="*/ 3314606 h 4129679"/>
                <a:gd name="connsiteX244" fmla="*/ 3108721 w 3991150"/>
                <a:gd name="connsiteY244" fmla="*/ 3320207 h 4129679"/>
                <a:gd name="connsiteX245" fmla="*/ 3110512 w 3991150"/>
                <a:gd name="connsiteY245" fmla="*/ 3322290 h 4129679"/>
                <a:gd name="connsiteX246" fmla="*/ 3134617 w 3991150"/>
                <a:gd name="connsiteY246" fmla="*/ 3324766 h 4129679"/>
                <a:gd name="connsiteX247" fmla="*/ 3205317 w 3991150"/>
                <a:gd name="connsiteY247" fmla="*/ 3141264 h 4129679"/>
                <a:gd name="connsiteX248" fmla="*/ 3219745 w 3991150"/>
                <a:gd name="connsiteY248" fmla="*/ 3280367 h 4129679"/>
                <a:gd name="connsiteX249" fmla="*/ 3222132 w 3991150"/>
                <a:gd name="connsiteY249" fmla="*/ 3285282 h 4129679"/>
                <a:gd name="connsiteX250" fmla="*/ 3243214 w 3991150"/>
                <a:gd name="connsiteY250" fmla="*/ 3305970 h 4129679"/>
                <a:gd name="connsiteX251" fmla="*/ 3227492 w 3991150"/>
                <a:gd name="connsiteY251" fmla="*/ 3361685 h 4129679"/>
                <a:gd name="connsiteX252" fmla="*/ 3226996 w 3991150"/>
                <a:gd name="connsiteY252" fmla="*/ 3364009 h 4129679"/>
                <a:gd name="connsiteX253" fmla="*/ 3184172 w 3991150"/>
                <a:gd name="connsiteY253" fmla="*/ 3491860 h 4129679"/>
                <a:gd name="connsiteX254" fmla="*/ 3404149 w 3991150"/>
                <a:gd name="connsiteY254" fmla="*/ 3442394 h 4129679"/>
                <a:gd name="connsiteX255" fmla="*/ 3404746 w 3991150"/>
                <a:gd name="connsiteY255" fmla="*/ 3440158 h 4129679"/>
                <a:gd name="connsiteX256" fmla="*/ 3404746 w 3991150"/>
                <a:gd name="connsiteY256" fmla="*/ 2673396 h 4129679"/>
                <a:gd name="connsiteX257" fmla="*/ 3399780 w 3991150"/>
                <a:gd name="connsiteY257" fmla="*/ 2668443 h 4129679"/>
                <a:gd name="connsiteX258" fmla="*/ 3394764 w 3991150"/>
                <a:gd name="connsiteY258" fmla="*/ 2673396 h 4129679"/>
                <a:gd name="connsiteX259" fmla="*/ 3394764 w 3991150"/>
                <a:gd name="connsiteY259" fmla="*/ 3440158 h 4129679"/>
                <a:gd name="connsiteX260" fmla="*/ 3395411 w 3991150"/>
                <a:gd name="connsiteY260" fmla="*/ 3442495 h 4129679"/>
                <a:gd name="connsiteX261" fmla="*/ 3224114 w 3991150"/>
                <a:gd name="connsiteY261" fmla="*/ 3444629 h 4129679"/>
                <a:gd name="connsiteX262" fmla="*/ 3236915 w 3991150"/>
                <a:gd name="connsiteY262" fmla="*/ 3365051 h 4129679"/>
                <a:gd name="connsiteX263" fmla="*/ 3252536 w 3991150"/>
                <a:gd name="connsiteY263" fmla="*/ 3302452 h 4129679"/>
                <a:gd name="connsiteX264" fmla="*/ 3229968 w 3991150"/>
                <a:gd name="connsiteY264" fmla="*/ 3278487 h 4129679"/>
                <a:gd name="connsiteX265" fmla="*/ 3231848 w 3991150"/>
                <a:gd name="connsiteY265" fmla="*/ 3246788 h 4129679"/>
                <a:gd name="connsiteX266" fmla="*/ 3235480 w 3991150"/>
                <a:gd name="connsiteY266" fmla="*/ 3245341 h 4129679"/>
                <a:gd name="connsiteX267" fmla="*/ 3244700 w 3991150"/>
                <a:gd name="connsiteY267" fmla="*/ 3093296 h 4129679"/>
                <a:gd name="connsiteX268" fmla="*/ 3107972 w 3991150"/>
                <a:gd name="connsiteY268" fmla="*/ 2954536 h 4129679"/>
                <a:gd name="connsiteX269" fmla="*/ 3042796 w 3991150"/>
                <a:gd name="connsiteY269" fmla="*/ 2944261 h 4129679"/>
                <a:gd name="connsiteX270" fmla="*/ 3108671 w 3991150"/>
                <a:gd name="connsiteY270" fmla="*/ 2242548 h 4129679"/>
                <a:gd name="connsiteX271" fmla="*/ 3739162 w 3991150"/>
                <a:gd name="connsiteY271" fmla="*/ 2242548 h 4129679"/>
                <a:gd name="connsiteX272" fmla="*/ 3823439 w 3991150"/>
                <a:gd name="connsiteY272" fmla="*/ 3437187 h 4129679"/>
                <a:gd name="connsiteX273" fmla="*/ 3738514 w 3991150"/>
                <a:gd name="connsiteY273" fmla="*/ 2232566 h 4129679"/>
                <a:gd name="connsiteX274" fmla="*/ 3106092 w 3991150"/>
                <a:gd name="connsiteY274" fmla="*/ 2232566 h 4129679"/>
                <a:gd name="connsiteX275" fmla="*/ 3106092 w 3991150"/>
                <a:gd name="connsiteY275" fmla="*/ 1940326 h 4129679"/>
                <a:gd name="connsiteX276" fmla="*/ 3188795 w 3991150"/>
                <a:gd name="connsiteY276" fmla="*/ 1940326 h 4129679"/>
                <a:gd name="connsiteX277" fmla="*/ 3193748 w 3991150"/>
                <a:gd name="connsiteY277" fmla="*/ 1935361 h 4129679"/>
                <a:gd name="connsiteX278" fmla="*/ 3193748 w 3991150"/>
                <a:gd name="connsiteY278" fmla="*/ 1915473 h 4129679"/>
                <a:gd name="connsiteX279" fmla="*/ 3234185 w 3991150"/>
                <a:gd name="connsiteY279" fmla="*/ 1940174 h 4129679"/>
                <a:gd name="connsiteX280" fmla="*/ 3235975 w 3991150"/>
                <a:gd name="connsiteY280" fmla="*/ 1944733 h 4129679"/>
                <a:gd name="connsiteX281" fmla="*/ 3738514 w 3991150"/>
                <a:gd name="connsiteY281" fmla="*/ 2188065 h 4129679"/>
                <a:gd name="connsiteX282" fmla="*/ 3968550 w 3991150"/>
                <a:gd name="connsiteY282" fmla="*/ 2014342 h 4129679"/>
                <a:gd name="connsiteX283" fmla="*/ 3873896 w 3991150"/>
                <a:gd name="connsiteY283" fmla="*/ 2158411 h 4129679"/>
                <a:gd name="connsiteX284" fmla="*/ 3245742 w 3991150"/>
                <a:gd name="connsiteY284" fmla="*/ 1939729 h 4129679"/>
                <a:gd name="connsiteX285" fmla="*/ 3349374 w 3991150"/>
                <a:gd name="connsiteY285" fmla="*/ 1778198 h 4129679"/>
                <a:gd name="connsiteX286" fmla="*/ 3347888 w 3991150"/>
                <a:gd name="connsiteY286" fmla="*/ 1771302 h 4129679"/>
                <a:gd name="connsiteX287" fmla="*/ 3345907 w 3991150"/>
                <a:gd name="connsiteY287" fmla="*/ 1770604 h 4129679"/>
                <a:gd name="connsiteX288" fmla="*/ 3287664 w 3991150"/>
                <a:gd name="connsiteY288" fmla="*/ 1705376 h 4129679"/>
                <a:gd name="connsiteX289" fmla="*/ 3249717 w 3991150"/>
                <a:gd name="connsiteY289" fmla="*/ 1645496 h 4129679"/>
                <a:gd name="connsiteX290" fmla="*/ 3193748 w 3991150"/>
                <a:gd name="connsiteY290" fmla="*/ 1565969 h 4129679"/>
                <a:gd name="connsiteX291" fmla="*/ 3193748 w 3991150"/>
                <a:gd name="connsiteY291" fmla="*/ 1365601 h 4129679"/>
                <a:gd name="connsiteX292" fmla="*/ 3188795 w 3991150"/>
                <a:gd name="connsiteY292" fmla="*/ 1360584 h 4129679"/>
                <a:gd name="connsiteX293" fmla="*/ 2994764 w 3991150"/>
                <a:gd name="connsiteY293" fmla="*/ 1360584 h 4129679"/>
                <a:gd name="connsiteX294" fmla="*/ 3025524 w 3991150"/>
                <a:gd name="connsiteY294" fmla="*/ 1295941 h 4129679"/>
                <a:gd name="connsiteX295" fmla="*/ 3289493 w 3991150"/>
                <a:gd name="connsiteY295" fmla="*/ 1198265 h 4129679"/>
                <a:gd name="connsiteX296" fmla="*/ 3294713 w 3991150"/>
                <a:gd name="connsiteY296" fmla="*/ 1193554 h 4129679"/>
                <a:gd name="connsiteX297" fmla="*/ 3294357 w 3991150"/>
                <a:gd name="connsiteY297" fmla="*/ 1191471 h 4129679"/>
                <a:gd name="connsiteX298" fmla="*/ 3294357 w 3991150"/>
                <a:gd name="connsiteY298" fmla="*/ 1158133 h 4129679"/>
                <a:gd name="connsiteX299" fmla="*/ 3488235 w 3991150"/>
                <a:gd name="connsiteY299" fmla="*/ 1158133 h 4129679"/>
                <a:gd name="connsiteX300" fmla="*/ 3488235 w 3991150"/>
                <a:gd name="connsiteY300" fmla="*/ 1193300 h 4129679"/>
                <a:gd name="connsiteX301" fmla="*/ 3488235 w 3991150"/>
                <a:gd name="connsiteY301" fmla="*/ 1193401 h 4129679"/>
                <a:gd name="connsiteX302" fmla="*/ 3488235 w 3991150"/>
                <a:gd name="connsiteY302" fmla="*/ 1193503 h 4129679"/>
                <a:gd name="connsiteX303" fmla="*/ 3492744 w 3991150"/>
                <a:gd name="connsiteY303" fmla="*/ 1198164 h 4129679"/>
                <a:gd name="connsiteX304" fmla="*/ 3493189 w 3991150"/>
                <a:gd name="connsiteY304" fmla="*/ 1198265 h 4129679"/>
                <a:gd name="connsiteX305" fmla="*/ 3493290 w 3991150"/>
                <a:gd name="connsiteY305" fmla="*/ 1198265 h 4129679"/>
                <a:gd name="connsiteX306" fmla="*/ 3493442 w 3991150"/>
                <a:gd name="connsiteY306" fmla="*/ 1198265 h 4129679"/>
                <a:gd name="connsiteX307" fmla="*/ 3824735 w 3991150"/>
                <a:gd name="connsiteY307" fmla="*/ 1296347 h 4129679"/>
                <a:gd name="connsiteX308" fmla="*/ 3968550 w 3991150"/>
                <a:gd name="connsiteY308" fmla="*/ 2014342 h 4129679"/>
                <a:gd name="connsiteX309" fmla="*/ 3255419 w 3991150"/>
                <a:gd name="connsiteY309" fmla="*/ 881460 h 4129679"/>
                <a:gd name="connsiteX310" fmla="*/ 3140522 w 3991150"/>
                <a:gd name="connsiteY310" fmla="*/ 910928 h 4129679"/>
                <a:gd name="connsiteX311" fmla="*/ 3130896 w 3991150"/>
                <a:gd name="connsiteY311" fmla="*/ 922735 h 4129679"/>
                <a:gd name="connsiteX312" fmla="*/ 3136255 w 3991150"/>
                <a:gd name="connsiteY312" fmla="*/ 937320 h 4129679"/>
                <a:gd name="connsiteX313" fmla="*/ 3200200 w 3991150"/>
                <a:gd name="connsiteY313" fmla="*/ 965741 h 4129679"/>
                <a:gd name="connsiteX314" fmla="*/ 3235518 w 3991150"/>
                <a:gd name="connsiteY314" fmla="*/ 953790 h 4129679"/>
                <a:gd name="connsiteX315" fmla="*/ 3260575 w 3991150"/>
                <a:gd name="connsiteY315" fmla="*/ 884337 h 4129679"/>
                <a:gd name="connsiteX316" fmla="*/ 3255419 w 3991150"/>
                <a:gd name="connsiteY316" fmla="*/ 881460 h 4129679"/>
                <a:gd name="connsiteX317" fmla="*/ 3229473 w 3991150"/>
                <a:gd name="connsiteY317" fmla="*/ 945902 h 4129679"/>
                <a:gd name="connsiteX318" fmla="*/ 3142656 w 3991150"/>
                <a:gd name="connsiteY318" fmla="*/ 929681 h 4129679"/>
                <a:gd name="connsiteX319" fmla="*/ 3140725 w 3991150"/>
                <a:gd name="connsiteY319" fmla="*/ 924372 h 4129679"/>
                <a:gd name="connsiteX320" fmla="*/ 3144091 w 3991150"/>
                <a:gd name="connsiteY320" fmla="*/ 920255 h 4129679"/>
                <a:gd name="connsiteX321" fmla="*/ 3252689 w 3991150"/>
                <a:gd name="connsiteY321" fmla="*/ 891878 h 4129679"/>
                <a:gd name="connsiteX322" fmla="*/ 3229473 w 3991150"/>
                <a:gd name="connsiteY322" fmla="*/ 945902 h 4129679"/>
                <a:gd name="connsiteX323" fmla="*/ 1629171 w 3991150"/>
                <a:gd name="connsiteY323" fmla="*/ 262832 h 4129679"/>
                <a:gd name="connsiteX324" fmla="*/ 2349744 w 3991150"/>
                <a:gd name="connsiteY324" fmla="*/ 262832 h 4129679"/>
                <a:gd name="connsiteX325" fmla="*/ 2548728 w 3991150"/>
                <a:gd name="connsiteY325" fmla="*/ 524718 h 4129679"/>
                <a:gd name="connsiteX326" fmla="*/ 2552703 w 3991150"/>
                <a:gd name="connsiteY326" fmla="*/ 526654 h 4129679"/>
                <a:gd name="connsiteX327" fmla="*/ 2554290 w 3991150"/>
                <a:gd name="connsiteY327" fmla="*/ 526406 h 4129679"/>
                <a:gd name="connsiteX328" fmla="*/ 2557656 w 3991150"/>
                <a:gd name="connsiteY328" fmla="*/ 521693 h 4129679"/>
                <a:gd name="connsiteX329" fmla="*/ 2557656 w 3991150"/>
                <a:gd name="connsiteY329" fmla="*/ 262832 h 4129679"/>
                <a:gd name="connsiteX330" fmla="*/ 2981480 w 3991150"/>
                <a:gd name="connsiteY330" fmla="*/ 262832 h 4129679"/>
                <a:gd name="connsiteX331" fmla="*/ 3112887 w 3991150"/>
                <a:gd name="connsiteY331" fmla="*/ 131416 h 4129679"/>
                <a:gd name="connsiteX332" fmla="*/ 2981480 w 3991150"/>
                <a:gd name="connsiteY332" fmla="*/ 0 h 4129679"/>
                <a:gd name="connsiteX333" fmla="*/ 1629171 w 3991150"/>
                <a:gd name="connsiteY333" fmla="*/ 0 h 4129679"/>
                <a:gd name="connsiteX334" fmla="*/ 1497752 w 3991150"/>
                <a:gd name="connsiteY334" fmla="*/ 131416 h 4129679"/>
                <a:gd name="connsiteX335" fmla="*/ 1629171 w 3991150"/>
                <a:gd name="connsiteY335" fmla="*/ 262832 h 4129679"/>
                <a:gd name="connsiteX336" fmla="*/ 1629171 w 3991150"/>
                <a:gd name="connsiteY336" fmla="*/ 9923 h 4129679"/>
                <a:gd name="connsiteX337" fmla="*/ 2981480 w 3991150"/>
                <a:gd name="connsiteY337" fmla="*/ 9923 h 4129679"/>
                <a:gd name="connsiteX338" fmla="*/ 3102917 w 3991150"/>
                <a:gd name="connsiteY338" fmla="*/ 131416 h 4129679"/>
                <a:gd name="connsiteX339" fmla="*/ 2981480 w 3991150"/>
                <a:gd name="connsiteY339" fmla="*/ 252860 h 4129679"/>
                <a:gd name="connsiteX340" fmla="*/ 2552703 w 3991150"/>
                <a:gd name="connsiteY340" fmla="*/ 252860 h 4129679"/>
                <a:gd name="connsiteX341" fmla="*/ 2547737 w 3991150"/>
                <a:gd name="connsiteY341" fmla="*/ 257820 h 4129679"/>
                <a:gd name="connsiteX342" fmla="*/ 2547737 w 3991150"/>
                <a:gd name="connsiteY342" fmla="*/ 506909 h 4129679"/>
                <a:gd name="connsiteX343" fmla="*/ 2356145 w 3991150"/>
                <a:gd name="connsiteY343" fmla="*/ 254794 h 4129679"/>
                <a:gd name="connsiteX344" fmla="*/ 2352182 w 3991150"/>
                <a:gd name="connsiteY344" fmla="*/ 252860 h 4129679"/>
                <a:gd name="connsiteX345" fmla="*/ 1629171 w 3991150"/>
                <a:gd name="connsiteY345" fmla="*/ 252860 h 4129679"/>
                <a:gd name="connsiteX346" fmla="*/ 1507734 w 3991150"/>
                <a:gd name="connsiteY346" fmla="*/ 131416 h 4129679"/>
                <a:gd name="connsiteX347" fmla="*/ 1629171 w 3991150"/>
                <a:gd name="connsiteY347" fmla="*/ 9923 h 4129679"/>
                <a:gd name="connsiteX348" fmla="*/ 1712217 w 3991150"/>
                <a:gd name="connsiteY348" fmla="*/ 175369 h 4129679"/>
                <a:gd name="connsiteX349" fmla="*/ 1716039 w 3991150"/>
                <a:gd name="connsiteY349" fmla="*/ 169417 h 4129679"/>
                <a:gd name="connsiteX350" fmla="*/ 1724078 w 3991150"/>
                <a:gd name="connsiteY350" fmla="*/ 120452 h 4129679"/>
                <a:gd name="connsiteX351" fmla="*/ 1776568 w 3991150"/>
                <a:gd name="connsiteY351" fmla="*/ 98524 h 4129679"/>
                <a:gd name="connsiteX352" fmla="*/ 1810540 w 3991150"/>
                <a:gd name="connsiteY352" fmla="*/ 105818 h 4129679"/>
                <a:gd name="connsiteX353" fmla="*/ 1793827 w 3991150"/>
                <a:gd name="connsiteY353" fmla="*/ 126356 h 4129679"/>
                <a:gd name="connsiteX354" fmla="*/ 1792341 w 3991150"/>
                <a:gd name="connsiteY354" fmla="*/ 164059 h 4129679"/>
                <a:gd name="connsiteX355" fmla="*/ 1817144 w 3991150"/>
                <a:gd name="connsiteY355" fmla="*/ 175468 h 4129679"/>
                <a:gd name="connsiteX356" fmla="*/ 1842442 w 3991150"/>
                <a:gd name="connsiteY356" fmla="*/ 160387 h 4129679"/>
                <a:gd name="connsiteX357" fmla="*/ 1837235 w 3991150"/>
                <a:gd name="connsiteY357" fmla="*/ 117525 h 4129679"/>
                <a:gd name="connsiteX358" fmla="*/ 1827609 w 3991150"/>
                <a:gd name="connsiteY358" fmla="*/ 105966 h 4129679"/>
                <a:gd name="connsiteX359" fmla="*/ 1878803 w 3991150"/>
                <a:gd name="connsiteY359" fmla="*/ 92473 h 4129679"/>
                <a:gd name="connsiteX360" fmla="*/ 1924345 w 3991150"/>
                <a:gd name="connsiteY360" fmla="*/ 101799 h 4129679"/>
                <a:gd name="connsiteX361" fmla="*/ 1904012 w 3991150"/>
                <a:gd name="connsiteY361" fmla="*/ 121742 h 4129679"/>
                <a:gd name="connsiteX362" fmla="*/ 1898208 w 3991150"/>
                <a:gd name="connsiteY362" fmla="*/ 162372 h 4129679"/>
                <a:gd name="connsiteX363" fmla="*/ 1921068 w 3991150"/>
                <a:gd name="connsiteY363" fmla="*/ 175519 h 4129679"/>
                <a:gd name="connsiteX364" fmla="*/ 1922021 w 3991150"/>
                <a:gd name="connsiteY364" fmla="*/ 175519 h 4129679"/>
                <a:gd name="connsiteX365" fmla="*/ 1950342 w 3991150"/>
                <a:gd name="connsiteY365" fmla="*/ 158949 h 4129679"/>
                <a:gd name="connsiteX366" fmla="*/ 1949008 w 3991150"/>
                <a:gd name="connsiteY366" fmla="*/ 112316 h 4129679"/>
                <a:gd name="connsiteX367" fmla="*/ 1942506 w 3991150"/>
                <a:gd name="connsiteY367" fmla="*/ 103635 h 4129679"/>
                <a:gd name="connsiteX368" fmla="*/ 1986156 w 3991150"/>
                <a:gd name="connsiteY368" fmla="*/ 97880 h 4129679"/>
                <a:gd name="connsiteX369" fmla="*/ 2027393 w 3991150"/>
                <a:gd name="connsiteY369" fmla="*/ 117674 h 4129679"/>
                <a:gd name="connsiteX370" fmla="*/ 2031063 w 3991150"/>
                <a:gd name="connsiteY370" fmla="*/ 168970 h 4129679"/>
                <a:gd name="connsiteX371" fmla="*/ 2031749 w 3991150"/>
                <a:gd name="connsiteY371" fmla="*/ 173435 h 4129679"/>
                <a:gd name="connsiteX372" fmla="*/ 2035774 w 3991150"/>
                <a:gd name="connsiteY372" fmla="*/ 175519 h 4129679"/>
                <a:gd name="connsiteX373" fmla="*/ 2140105 w 3991150"/>
                <a:gd name="connsiteY373" fmla="*/ 175519 h 4129679"/>
                <a:gd name="connsiteX374" fmla="*/ 2145058 w 3991150"/>
                <a:gd name="connsiteY374" fmla="*/ 170557 h 4129679"/>
                <a:gd name="connsiteX375" fmla="*/ 2140105 w 3991150"/>
                <a:gd name="connsiteY375" fmla="*/ 165547 h 4129679"/>
                <a:gd name="connsiteX376" fmla="*/ 2042264 w 3991150"/>
                <a:gd name="connsiteY376" fmla="*/ 165547 h 4129679"/>
                <a:gd name="connsiteX377" fmla="*/ 2035724 w 3991150"/>
                <a:gd name="connsiteY377" fmla="*/ 112217 h 4129679"/>
                <a:gd name="connsiteX378" fmla="*/ 1986956 w 3991150"/>
                <a:gd name="connsiteY378" fmla="*/ 87958 h 4129679"/>
                <a:gd name="connsiteX379" fmla="*/ 1934225 w 3991150"/>
                <a:gd name="connsiteY379" fmla="*/ 96392 h 4129679"/>
                <a:gd name="connsiteX380" fmla="*/ 1878460 w 3991150"/>
                <a:gd name="connsiteY380" fmla="*/ 82550 h 4129679"/>
                <a:gd name="connsiteX381" fmla="*/ 1819227 w 3991150"/>
                <a:gd name="connsiteY381" fmla="*/ 99418 h 4129679"/>
                <a:gd name="connsiteX382" fmla="*/ 1776059 w 3991150"/>
                <a:gd name="connsiteY382" fmla="*/ 88603 h 4129679"/>
                <a:gd name="connsiteX383" fmla="*/ 1716192 w 3991150"/>
                <a:gd name="connsiteY383" fmla="*/ 114450 h 4129679"/>
                <a:gd name="connsiteX384" fmla="*/ 1706311 w 3991150"/>
                <a:gd name="connsiteY384" fmla="*/ 171549 h 4129679"/>
                <a:gd name="connsiteX385" fmla="*/ 1712217 w 3991150"/>
                <a:gd name="connsiteY385" fmla="*/ 175369 h 4129679"/>
                <a:gd name="connsiteX386" fmla="*/ 1940474 w 3991150"/>
                <a:gd name="connsiteY386" fmla="*/ 117425 h 4129679"/>
                <a:gd name="connsiteX387" fmla="*/ 1941706 w 3991150"/>
                <a:gd name="connsiteY387" fmla="*/ 153938 h 4129679"/>
                <a:gd name="connsiteX388" fmla="*/ 1921322 w 3991150"/>
                <a:gd name="connsiteY388" fmla="*/ 165547 h 4129679"/>
                <a:gd name="connsiteX389" fmla="*/ 1907035 w 3991150"/>
                <a:gd name="connsiteY389" fmla="*/ 157808 h 4129679"/>
                <a:gd name="connsiteX390" fmla="*/ 1912292 w 3991150"/>
                <a:gd name="connsiteY390" fmla="*/ 127249 h 4129679"/>
                <a:gd name="connsiteX391" fmla="*/ 1932981 w 3991150"/>
                <a:gd name="connsiteY391" fmla="*/ 108199 h 4129679"/>
                <a:gd name="connsiteX392" fmla="*/ 1940474 w 3991150"/>
                <a:gd name="connsiteY392" fmla="*/ 117425 h 4129679"/>
                <a:gd name="connsiteX393" fmla="*/ 1819125 w 3991150"/>
                <a:gd name="connsiteY393" fmla="*/ 111820 h 4129679"/>
                <a:gd name="connsiteX394" fmla="*/ 1828904 w 3991150"/>
                <a:gd name="connsiteY394" fmla="*/ 122932 h 4129679"/>
                <a:gd name="connsiteX395" fmla="*/ 1833565 w 3991150"/>
                <a:gd name="connsiteY395" fmla="*/ 155873 h 4129679"/>
                <a:gd name="connsiteX396" fmla="*/ 1816699 w 3991150"/>
                <a:gd name="connsiteY396" fmla="*/ 165498 h 4129679"/>
                <a:gd name="connsiteX397" fmla="*/ 1800723 w 3991150"/>
                <a:gd name="connsiteY397" fmla="*/ 158700 h 4129679"/>
                <a:gd name="connsiteX398" fmla="*/ 1802653 w 3991150"/>
                <a:gd name="connsiteY398" fmla="*/ 130969 h 4129679"/>
                <a:gd name="connsiteX399" fmla="*/ 1819125 w 3991150"/>
                <a:gd name="connsiteY399" fmla="*/ 111820 h 4129679"/>
                <a:gd name="connsiteX400" fmla="*/ 2282282 w 3991150"/>
                <a:gd name="connsiteY400" fmla="*/ 175519 h 4129679"/>
                <a:gd name="connsiteX401" fmla="*/ 2926908 w 3991150"/>
                <a:gd name="connsiteY401" fmla="*/ 175519 h 4129679"/>
                <a:gd name="connsiteX402" fmla="*/ 2936624 w 3991150"/>
                <a:gd name="connsiteY402" fmla="*/ 165795 h 4129679"/>
                <a:gd name="connsiteX403" fmla="*/ 2936624 w 3991150"/>
                <a:gd name="connsiteY403" fmla="*/ 103833 h 4129679"/>
                <a:gd name="connsiteX404" fmla="*/ 2926908 w 3991150"/>
                <a:gd name="connsiteY404" fmla="*/ 94110 h 4129679"/>
                <a:gd name="connsiteX405" fmla="*/ 2282282 w 3991150"/>
                <a:gd name="connsiteY405" fmla="*/ 94110 h 4129679"/>
                <a:gd name="connsiteX406" fmla="*/ 2272503 w 3991150"/>
                <a:gd name="connsiteY406" fmla="*/ 103833 h 4129679"/>
                <a:gd name="connsiteX407" fmla="*/ 2272503 w 3991150"/>
                <a:gd name="connsiteY407" fmla="*/ 165795 h 4129679"/>
                <a:gd name="connsiteX408" fmla="*/ 2282282 w 3991150"/>
                <a:gd name="connsiteY408" fmla="*/ 175519 h 4129679"/>
                <a:gd name="connsiteX409" fmla="*/ 2926705 w 3991150"/>
                <a:gd name="connsiteY409" fmla="*/ 103833 h 4129679"/>
                <a:gd name="connsiteX410" fmla="*/ 2926705 w 3991150"/>
                <a:gd name="connsiteY410" fmla="*/ 165547 h 4129679"/>
                <a:gd name="connsiteX411" fmla="*/ 2282472 w 3991150"/>
                <a:gd name="connsiteY411" fmla="*/ 165795 h 4129679"/>
                <a:gd name="connsiteX412" fmla="*/ 2282282 w 3991150"/>
                <a:gd name="connsiteY412" fmla="*/ 104082 h 4129679"/>
                <a:gd name="connsiteX413" fmla="*/ 867816 w 3991150"/>
                <a:gd name="connsiteY413" fmla="*/ 716707 h 4129679"/>
                <a:gd name="connsiteX414" fmla="*/ 956469 w 3991150"/>
                <a:gd name="connsiteY414" fmla="*/ 773807 h 4129679"/>
                <a:gd name="connsiteX415" fmla="*/ 959198 w 3991150"/>
                <a:gd name="connsiteY415" fmla="*/ 774601 h 4129679"/>
                <a:gd name="connsiteX416" fmla="*/ 961579 w 3991150"/>
                <a:gd name="connsiteY416" fmla="*/ 774007 h 4129679"/>
                <a:gd name="connsiteX417" fmla="*/ 964159 w 3991150"/>
                <a:gd name="connsiteY417" fmla="*/ 769640 h 4129679"/>
                <a:gd name="connsiteX418" fmla="*/ 964159 w 3991150"/>
                <a:gd name="connsiteY418" fmla="*/ 660847 h 4129679"/>
                <a:gd name="connsiteX419" fmla="*/ 999976 w 3991150"/>
                <a:gd name="connsiteY419" fmla="*/ 622399 h 4129679"/>
                <a:gd name="connsiteX420" fmla="*/ 964159 w 3991150"/>
                <a:gd name="connsiteY420" fmla="*/ 583903 h 4129679"/>
                <a:gd name="connsiteX421" fmla="*/ 964159 w 3991150"/>
                <a:gd name="connsiteY421" fmla="*/ 475110 h 4129679"/>
                <a:gd name="connsiteX422" fmla="*/ 961579 w 3991150"/>
                <a:gd name="connsiteY422" fmla="*/ 470743 h 4129679"/>
                <a:gd name="connsiteX423" fmla="*/ 956469 w 3991150"/>
                <a:gd name="connsiteY423" fmla="*/ 470943 h 4129679"/>
                <a:gd name="connsiteX424" fmla="*/ 867816 w 3991150"/>
                <a:gd name="connsiteY424" fmla="*/ 528093 h 4129679"/>
                <a:gd name="connsiteX425" fmla="*/ 665610 w 3991150"/>
                <a:gd name="connsiteY425" fmla="*/ 559098 h 4129679"/>
                <a:gd name="connsiteX426" fmla="*/ 661342 w 3991150"/>
                <a:gd name="connsiteY426" fmla="*/ 564010 h 4129679"/>
                <a:gd name="connsiteX427" fmla="*/ 661342 w 3991150"/>
                <a:gd name="connsiteY427" fmla="*/ 577602 h 4129679"/>
                <a:gd name="connsiteX428" fmla="*/ 632520 w 3991150"/>
                <a:gd name="connsiteY428" fmla="*/ 577602 h 4129679"/>
                <a:gd name="connsiteX429" fmla="*/ 627559 w 3991150"/>
                <a:gd name="connsiteY429" fmla="*/ 582563 h 4129679"/>
                <a:gd name="connsiteX430" fmla="*/ 627559 w 3991150"/>
                <a:gd name="connsiteY430" fmla="*/ 662187 h 4129679"/>
                <a:gd name="connsiteX431" fmla="*/ 632520 w 3991150"/>
                <a:gd name="connsiteY431" fmla="*/ 667148 h 4129679"/>
                <a:gd name="connsiteX432" fmla="*/ 661342 w 3991150"/>
                <a:gd name="connsiteY432" fmla="*/ 667148 h 4129679"/>
                <a:gd name="connsiteX433" fmla="*/ 661342 w 3991150"/>
                <a:gd name="connsiteY433" fmla="*/ 680740 h 4129679"/>
                <a:gd name="connsiteX434" fmla="*/ 665610 w 3991150"/>
                <a:gd name="connsiteY434" fmla="*/ 685651 h 4129679"/>
                <a:gd name="connsiteX435" fmla="*/ 685552 w 3991150"/>
                <a:gd name="connsiteY435" fmla="*/ 688727 h 4129679"/>
                <a:gd name="connsiteX436" fmla="*/ 685552 w 3991150"/>
                <a:gd name="connsiteY436" fmla="*/ 858987 h 4129679"/>
                <a:gd name="connsiteX437" fmla="*/ 690563 w 3991150"/>
                <a:gd name="connsiteY437" fmla="*/ 863948 h 4129679"/>
                <a:gd name="connsiteX438" fmla="*/ 744935 w 3991150"/>
                <a:gd name="connsiteY438" fmla="*/ 863948 h 4129679"/>
                <a:gd name="connsiteX439" fmla="*/ 749896 w 3991150"/>
                <a:gd name="connsiteY439" fmla="*/ 858987 h 4129679"/>
                <a:gd name="connsiteX440" fmla="*/ 749896 w 3991150"/>
                <a:gd name="connsiteY440" fmla="*/ 698599 h 4129679"/>
                <a:gd name="connsiteX441" fmla="*/ 870397 w 3991150"/>
                <a:gd name="connsiteY441" fmla="*/ 537766 h 4129679"/>
                <a:gd name="connsiteX442" fmla="*/ 872331 w 3991150"/>
                <a:gd name="connsiteY442" fmla="*/ 537022 h 4129679"/>
                <a:gd name="connsiteX443" fmla="*/ 954187 w 3991150"/>
                <a:gd name="connsiteY443" fmla="*/ 484237 h 4129679"/>
                <a:gd name="connsiteX444" fmla="*/ 954187 w 3991150"/>
                <a:gd name="connsiteY444" fmla="*/ 760512 h 4129679"/>
                <a:gd name="connsiteX445" fmla="*/ 872331 w 3991150"/>
                <a:gd name="connsiteY445" fmla="*/ 707728 h 4129679"/>
                <a:gd name="connsiteX446" fmla="*/ 870397 w 3991150"/>
                <a:gd name="connsiteY446" fmla="*/ 707033 h 4129679"/>
                <a:gd name="connsiteX447" fmla="*/ 771129 w 3991150"/>
                <a:gd name="connsiteY447" fmla="*/ 691803 h 4129679"/>
                <a:gd name="connsiteX448" fmla="*/ 771129 w 3991150"/>
                <a:gd name="connsiteY448" fmla="*/ 552996 h 4129679"/>
                <a:gd name="connsiteX449" fmla="*/ 637480 w 3991150"/>
                <a:gd name="connsiteY449" fmla="*/ 657225 h 4129679"/>
                <a:gd name="connsiteX450" fmla="*/ 637480 w 3991150"/>
                <a:gd name="connsiteY450" fmla="*/ 587574 h 4129679"/>
                <a:gd name="connsiteX451" fmla="*/ 661342 w 3991150"/>
                <a:gd name="connsiteY451" fmla="*/ 587574 h 4129679"/>
                <a:gd name="connsiteX452" fmla="*/ 661342 w 3991150"/>
                <a:gd name="connsiteY452" fmla="*/ 657225 h 4129679"/>
                <a:gd name="connsiteX453" fmla="*/ 671314 w 3991150"/>
                <a:gd name="connsiteY453" fmla="*/ 663824 h 4129679"/>
                <a:gd name="connsiteX454" fmla="*/ 671661 w 3991150"/>
                <a:gd name="connsiteY454" fmla="*/ 662187 h 4129679"/>
                <a:gd name="connsiteX455" fmla="*/ 671314 w 3991150"/>
                <a:gd name="connsiteY455" fmla="*/ 660550 h 4129679"/>
                <a:gd name="connsiteX456" fmla="*/ 671314 w 3991150"/>
                <a:gd name="connsiteY456" fmla="*/ 584250 h 4129679"/>
                <a:gd name="connsiteX457" fmla="*/ 671661 w 3991150"/>
                <a:gd name="connsiteY457" fmla="*/ 582563 h 4129679"/>
                <a:gd name="connsiteX458" fmla="*/ 671314 w 3991150"/>
                <a:gd name="connsiteY458" fmla="*/ 580926 h 4129679"/>
                <a:gd name="connsiteX459" fmla="*/ 671314 w 3991150"/>
                <a:gd name="connsiteY459" fmla="*/ 568276 h 4129679"/>
                <a:gd name="connsiteX460" fmla="*/ 761206 w 3991150"/>
                <a:gd name="connsiteY460" fmla="*/ 554485 h 4129679"/>
                <a:gd name="connsiteX461" fmla="*/ 761206 w 3991150"/>
                <a:gd name="connsiteY461" fmla="*/ 690265 h 4129679"/>
                <a:gd name="connsiteX462" fmla="*/ 671314 w 3991150"/>
                <a:gd name="connsiteY462" fmla="*/ 676474 h 4129679"/>
                <a:gd name="connsiteX463" fmla="*/ 739973 w 3991150"/>
                <a:gd name="connsiteY463" fmla="*/ 697062 h 4129679"/>
                <a:gd name="connsiteX464" fmla="*/ 739973 w 3991150"/>
                <a:gd name="connsiteY464" fmla="*/ 762944 h 4129679"/>
                <a:gd name="connsiteX465" fmla="*/ 736004 w 3991150"/>
                <a:gd name="connsiteY465" fmla="*/ 760810 h 4129679"/>
                <a:gd name="connsiteX466" fmla="*/ 695523 w 3991150"/>
                <a:gd name="connsiteY466" fmla="*/ 760810 h 4129679"/>
                <a:gd name="connsiteX467" fmla="*/ 695523 w 3991150"/>
                <a:gd name="connsiteY467" fmla="*/ 690265 h 4129679"/>
                <a:gd name="connsiteX468" fmla="*/ 1207493 w 3991150"/>
                <a:gd name="connsiteY468" fmla="*/ 3913589 h 4129679"/>
                <a:gd name="connsiteX469" fmla="*/ 1166510 w 3991150"/>
                <a:gd name="connsiteY469" fmla="*/ 3835052 h 4129679"/>
                <a:gd name="connsiteX470" fmla="*/ 1074435 w 3991150"/>
                <a:gd name="connsiteY470" fmla="*/ 3616625 h 4129679"/>
                <a:gd name="connsiteX471" fmla="*/ 1019870 w 3991150"/>
                <a:gd name="connsiteY471" fmla="*/ 3412929 h 4129679"/>
                <a:gd name="connsiteX472" fmla="*/ 1023343 w 3991150"/>
                <a:gd name="connsiteY472" fmla="*/ 3302198 h 4129679"/>
                <a:gd name="connsiteX473" fmla="*/ 736004 w 3991150"/>
                <a:gd name="connsiteY473" fmla="*/ 3005387 h 4129679"/>
                <a:gd name="connsiteX474" fmla="*/ 449759 w 3991150"/>
                <a:gd name="connsiteY474" fmla="*/ 3302198 h 4129679"/>
                <a:gd name="connsiteX475" fmla="*/ 453231 w 3991150"/>
                <a:gd name="connsiteY475" fmla="*/ 3412929 h 4129679"/>
                <a:gd name="connsiteX476" fmla="*/ 398661 w 3991150"/>
                <a:gd name="connsiteY476" fmla="*/ 3616625 h 4129679"/>
                <a:gd name="connsiteX477" fmla="*/ 312539 w 3991150"/>
                <a:gd name="connsiteY477" fmla="*/ 3838481 h 4129679"/>
                <a:gd name="connsiteX478" fmla="*/ 296912 w 3991150"/>
                <a:gd name="connsiteY478" fmla="*/ 3903861 h 4129679"/>
                <a:gd name="connsiteX479" fmla="*/ 180579 w 3991150"/>
                <a:gd name="connsiteY479" fmla="*/ 4051651 h 4129679"/>
                <a:gd name="connsiteX480" fmla="*/ 224483 w 3991150"/>
                <a:gd name="connsiteY480" fmla="*/ 4129184 h 4129679"/>
                <a:gd name="connsiteX481" fmla="*/ 226567 w 3991150"/>
                <a:gd name="connsiteY481" fmla="*/ 4129680 h 4129679"/>
                <a:gd name="connsiteX482" fmla="*/ 1038418 w 3991150"/>
                <a:gd name="connsiteY482" fmla="*/ 4129680 h 4129679"/>
                <a:gd name="connsiteX483" fmla="*/ 1039015 w 3991150"/>
                <a:gd name="connsiteY483" fmla="*/ 4129540 h 4129679"/>
                <a:gd name="connsiteX484" fmla="*/ 1039561 w 3991150"/>
                <a:gd name="connsiteY484" fmla="*/ 4129680 h 4129679"/>
                <a:gd name="connsiteX485" fmla="*/ 1247130 w 3991150"/>
                <a:gd name="connsiteY485" fmla="*/ 4129629 h 4129679"/>
                <a:gd name="connsiteX486" fmla="*/ 1309538 w 3991150"/>
                <a:gd name="connsiteY486" fmla="*/ 4046240 h 4129679"/>
                <a:gd name="connsiteX487" fmla="*/ 1207493 w 3991150"/>
                <a:gd name="connsiteY487" fmla="*/ 3913589 h 4129679"/>
                <a:gd name="connsiteX488" fmla="*/ 1299568 w 3991150"/>
                <a:gd name="connsiteY488" fmla="*/ 4045593 h 4129679"/>
                <a:gd name="connsiteX489" fmla="*/ 1246533 w 3991150"/>
                <a:gd name="connsiteY489" fmla="*/ 4119710 h 4129679"/>
                <a:gd name="connsiteX490" fmla="*/ 1043435 w 3991150"/>
                <a:gd name="connsiteY490" fmla="*/ 4119710 h 4129679"/>
                <a:gd name="connsiteX491" fmla="*/ 1043435 w 3991150"/>
                <a:gd name="connsiteY491" fmla="*/ 3921374 h 4129679"/>
                <a:gd name="connsiteX492" fmla="*/ 960537 w 3991150"/>
                <a:gd name="connsiteY492" fmla="*/ 3838481 h 4129679"/>
                <a:gd name="connsiteX493" fmla="*/ 511472 w 3991150"/>
                <a:gd name="connsiteY493" fmla="*/ 3838481 h 4129679"/>
                <a:gd name="connsiteX494" fmla="*/ 428526 w 3991150"/>
                <a:gd name="connsiteY494" fmla="*/ 3921374 h 4129679"/>
                <a:gd name="connsiteX495" fmla="*/ 428526 w 3991150"/>
                <a:gd name="connsiteY495" fmla="*/ 4119710 h 4129679"/>
                <a:gd name="connsiteX496" fmla="*/ 227707 w 3991150"/>
                <a:gd name="connsiteY496" fmla="*/ 4119710 h 4129679"/>
                <a:gd name="connsiteX497" fmla="*/ 190500 w 3991150"/>
                <a:gd name="connsiteY497" fmla="*/ 4051791 h 4129679"/>
                <a:gd name="connsiteX498" fmla="*/ 300831 w 3991150"/>
                <a:gd name="connsiteY498" fmla="*/ 3913043 h 4129679"/>
                <a:gd name="connsiteX499" fmla="*/ 321965 w 3991150"/>
                <a:gd name="connsiteY499" fmla="*/ 3835357 h 4129679"/>
                <a:gd name="connsiteX500" fmla="*/ 404713 w 3991150"/>
                <a:gd name="connsiteY500" fmla="*/ 3624512 h 4129679"/>
                <a:gd name="connsiteX501" fmla="*/ 463154 w 3991150"/>
                <a:gd name="connsiteY501" fmla="*/ 3412434 h 4129679"/>
                <a:gd name="connsiteX502" fmla="*/ 459730 w 3991150"/>
                <a:gd name="connsiteY502" fmla="*/ 3302198 h 4129679"/>
                <a:gd name="connsiteX503" fmla="*/ 736004 w 3991150"/>
                <a:gd name="connsiteY503" fmla="*/ 3015356 h 4129679"/>
                <a:gd name="connsiteX504" fmla="*/ 1013371 w 3991150"/>
                <a:gd name="connsiteY504" fmla="*/ 3302198 h 4129679"/>
                <a:gd name="connsiteX505" fmla="*/ 1009947 w 3991150"/>
                <a:gd name="connsiteY505" fmla="*/ 3412434 h 4129679"/>
                <a:gd name="connsiteX506" fmla="*/ 1068390 w 3991150"/>
                <a:gd name="connsiteY506" fmla="*/ 3624512 h 4129679"/>
                <a:gd name="connsiteX507" fmla="*/ 1156744 w 3991150"/>
                <a:gd name="connsiteY507" fmla="*/ 3833122 h 4129679"/>
                <a:gd name="connsiteX508" fmla="*/ 1205017 w 3991150"/>
                <a:gd name="connsiteY508" fmla="*/ 3923215 h 4129679"/>
                <a:gd name="connsiteX509" fmla="*/ 1299568 w 3991150"/>
                <a:gd name="connsiteY509" fmla="*/ 4045593 h 4129679"/>
                <a:gd name="connsiteX510" fmla="*/ 2065835 w 3991150"/>
                <a:gd name="connsiteY510" fmla="*/ 3628474 h 4129679"/>
                <a:gd name="connsiteX511" fmla="*/ 2064896 w 3991150"/>
                <a:gd name="connsiteY511" fmla="*/ 3193359 h 4129679"/>
                <a:gd name="connsiteX512" fmla="*/ 1914375 w 3991150"/>
                <a:gd name="connsiteY512" fmla="*/ 2987226 h 4129679"/>
                <a:gd name="connsiteX513" fmla="*/ 1541757 w 3991150"/>
                <a:gd name="connsiteY513" fmla="*/ 3041251 h 4129679"/>
                <a:gd name="connsiteX514" fmla="*/ 1471171 w 3991150"/>
                <a:gd name="connsiteY514" fmla="*/ 3186806 h 4129679"/>
                <a:gd name="connsiteX515" fmla="*/ 1539128 w 3991150"/>
                <a:gd name="connsiteY515" fmla="*/ 3281662 h 4129679"/>
                <a:gd name="connsiteX516" fmla="*/ 1503213 w 3991150"/>
                <a:gd name="connsiteY516" fmla="*/ 3356466 h 4129679"/>
                <a:gd name="connsiteX517" fmla="*/ 1537592 w 3991150"/>
                <a:gd name="connsiteY517" fmla="*/ 3376760 h 4129679"/>
                <a:gd name="connsiteX518" fmla="*/ 1580264 w 3991150"/>
                <a:gd name="connsiteY518" fmla="*/ 3489320 h 4129679"/>
                <a:gd name="connsiteX519" fmla="*/ 1672872 w 3991150"/>
                <a:gd name="connsiteY519" fmla="*/ 3522518 h 4129679"/>
                <a:gd name="connsiteX520" fmla="*/ 1672872 w 3991150"/>
                <a:gd name="connsiteY520" fmla="*/ 3627940 h 4129679"/>
                <a:gd name="connsiteX521" fmla="*/ 1610871 w 3991150"/>
                <a:gd name="connsiteY521" fmla="*/ 3649073 h 4129679"/>
                <a:gd name="connsiteX522" fmla="*/ 1610464 w 3991150"/>
                <a:gd name="connsiteY522" fmla="*/ 3644158 h 4129679"/>
                <a:gd name="connsiteX523" fmla="*/ 1592557 w 3991150"/>
                <a:gd name="connsiteY523" fmla="*/ 3605906 h 4129679"/>
                <a:gd name="connsiteX524" fmla="*/ 1592214 w 3991150"/>
                <a:gd name="connsiteY524" fmla="*/ 3603772 h 4129679"/>
                <a:gd name="connsiteX525" fmla="*/ 1567754 w 3991150"/>
                <a:gd name="connsiteY525" fmla="*/ 3539777 h 4129679"/>
                <a:gd name="connsiteX526" fmla="*/ 1554356 w 3991150"/>
                <a:gd name="connsiteY526" fmla="*/ 3541314 h 4129679"/>
                <a:gd name="connsiteX527" fmla="*/ 1537249 w 3991150"/>
                <a:gd name="connsiteY527" fmla="*/ 3595835 h 4129679"/>
                <a:gd name="connsiteX528" fmla="*/ 1537592 w 3991150"/>
                <a:gd name="connsiteY528" fmla="*/ 3599213 h 4129679"/>
                <a:gd name="connsiteX529" fmla="*/ 1539522 w 3991150"/>
                <a:gd name="connsiteY529" fmla="*/ 3612065 h 4129679"/>
                <a:gd name="connsiteX530" fmla="*/ 1501181 w 3991150"/>
                <a:gd name="connsiteY530" fmla="*/ 3571578 h 4129679"/>
                <a:gd name="connsiteX531" fmla="*/ 1461188 w 3991150"/>
                <a:gd name="connsiteY531" fmla="*/ 3513983 h 4129679"/>
                <a:gd name="connsiteX532" fmla="*/ 1416002 w 3991150"/>
                <a:gd name="connsiteY532" fmla="*/ 3478957 h 4129679"/>
                <a:gd name="connsiteX533" fmla="*/ 1404584 w 3991150"/>
                <a:gd name="connsiteY533" fmla="*/ 3490869 h 4129679"/>
                <a:gd name="connsiteX534" fmla="*/ 1374625 w 3991150"/>
                <a:gd name="connsiteY534" fmla="*/ 3461990 h 4129679"/>
                <a:gd name="connsiteX535" fmla="*/ 1361087 w 3991150"/>
                <a:gd name="connsiteY535" fmla="*/ 3464123 h 4129679"/>
                <a:gd name="connsiteX536" fmla="*/ 1351067 w 3991150"/>
                <a:gd name="connsiteY536" fmla="*/ 3488825 h 4129679"/>
                <a:gd name="connsiteX537" fmla="*/ 1340297 w 3991150"/>
                <a:gd name="connsiteY537" fmla="*/ 3489028 h 4129679"/>
                <a:gd name="connsiteX538" fmla="*/ 1327203 w 3991150"/>
                <a:gd name="connsiteY538" fmla="*/ 3509716 h 4129679"/>
                <a:gd name="connsiteX539" fmla="*/ 1340043 w 3991150"/>
                <a:gd name="connsiteY539" fmla="*/ 3550991 h 4129679"/>
                <a:gd name="connsiteX540" fmla="*/ 1335738 w 3991150"/>
                <a:gd name="connsiteY540" fmla="*/ 3556897 h 4129679"/>
                <a:gd name="connsiteX541" fmla="*/ 1352006 w 3991150"/>
                <a:gd name="connsiteY541" fmla="*/ 3619851 h 4129679"/>
                <a:gd name="connsiteX542" fmla="*/ 1386182 w 3991150"/>
                <a:gd name="connsiteY542" fmla="*/ 3672835 h 4129679"/>
                <a:gd name="connsiteX543" fmla="*/ 1470472 w 3991150"/>
                <a:gd name="connsiteY543" fmla="*/ 3770409 h 4129679"/>
                <a:gd name="connsiteX544" fmla="*/ 1462281 w 3991150"/>
                <a:gd name="connsiteY544" fmla="*/ 3788621 h 4129679"/>
                <a:gd name="connsiteX545" fmla="*/ 1414211 w 3991150"/>
                <a:gd name="connsiteY545" fmla="*/ 4124676 h 4129679"/>
                <a:gd name="connsiteX546" fmla="*/ 1419177 w 3991150"/>
                <a:gd name="connsiteY546" fmla="*/ 4129680 h 4129679"/>
                <a:gd name="connsiteX547" fmla="*/ 2317257 w 3991150"/>
                <a:gd name="connsiteY547" fmla="*/ 4129680 h 4129679"/>
                <a:gd name="connsiteX548" fmla="*/ 2322261 w 3991150"/>
                <a:gd name="connsiteY548" fmla="*/ 4124676 h 4129679"/>
                <a:gd name="connsiteX549" fmla="*/ 2274141 w 3991150"/>
                <a:gd name="connsiteY549" fmla="*/ 3788621 h 4129679"/>
                <a:gd name="connsiteX550" fmla="*/ 2065835 w 3991150"/>
                <a:gd name="connsiteY550" fmla="*/ 3628474 h 4129679"/>
                <a:gd name="connsiteX551" fmla="*/ 1587299 w 3991150"/>
                <a:gd name="connsiteY551" fmla="*/ 3482335 h 4129679"/>
                <a:gd name="connsiteX552" fmla="*/ 1547510 w 3991150"/>
                <a:gd name="connsiteY552" fmla="*/ 3371350 h 4129679"/>
                <a:gd name="connsiteX553" fmla="*/ 1545783 w 3991150"/>
                <a:gd name="connsiteY553" fmla="*/ 3367438 h 4129679"/>
                <a:gd name="connsiteX554" fmla="*/ 1542557 w 3991150"/>
                <a:gd name="connsiteY554" fmla="*/ 3366194 h 4129679"/>
                <a:gd name="connsiteX555" fmla="*/ 1541656 w 3991150"/>
                <a:gd name="connsiteY555" fmla="*/ 3366295 h 4129679"/>
                <a:gd name="connsiteX556" fmla="*/ 1512890 w 3991150"/>
                <a:gd name="connsiteY556" fmla="*/ 3354090 h 4129679"/>
                <a:gd name="connsiteX557" fmla="*/ 1550787 w 3991150"/>
                <a:gd name="connsiteY557" fmla="*/ 3285040 h 4129679"/>
                <a:gd name="connsiteX558" fmla="*/ 1550838 w 3991150"/>
                <a:gd name="connsiteY558" fmla="*/ 3284939 h 4129679"/>
                <a:gd name="connsiteX559" fmla="*/ 1552273 w 3991150"/>
                <a:gd name="connsiteY559" fmla="*/ 3283301 h 4129679"/>
                <a:gd name="connsiteX560" fmla="*/ 1552324 w 3991150"/>
                <a:gd name="connsiteY560" fmla="*/ 3283097 h 4129679"/>
                <a:gd name="connsiteX561" fmla="*/ 1552476 w 3991150"/>
                <a:gd name="connsiteY561" fmla="*/ 3282551 h 4129679"/>
                <a:gd name="connsiteX562" fmla="*/ 1552730 w 3991150"/>
                <a:gd name="connsiteY562" fmla="*/ 3280773 h 4129679"/>
                <a:gd name="connsiteX563" fmla="*/ 1552819 w 3991150"/>
                <a:gd name="connsiteY563" fmla="*/ 3280367 h 4129679"/>
                <a:gd name="connsiteX564" fmla="*/ 1567259 w 3991150"/>
                <a:gd name="connsiteY564" fmla="*/ 3141264 h 4129679"/>
                <a:gd name="connsiteX565" fmla="*/ 1637909 w 3991150"/>
                <a:gd name="connsiteY565" fmla="*/ 3324766 h 4129679"/>
                <a:gd name="connsiteX566" fmla="*/ 1662014 w 3991150"/>
                <a:gd name="connsiteY566" fmla="*/ 3322290 h 4129679"/>
                <a:gd name="connsiteX567" fmla="*/ 1663804 w 3991150"/>
                <a:gd name="connsiteY567" fmla="*/ 3320207 h 4129679"/>
                <a:gd name="connsiteX568" fmla="*/ 1670345 w 3991150"/>
                <a:gd name="connsiteY568" fmla="*/ 3314606 h 4129679"/>
                <a:gd name="connsiteX569" fmla="*/ 1670396 w 3991150"/>
                <a:gd name="connsiteY569" fmla="*/ 3314606 h 4129679"/>
                <a:gd name="connsiteX570" fmla="*/ 1689649 w 3991150"/>
                <a:gd name="connsiteY570" fmla="*/ 3333948 h 4129679"/>
                <a:gd name="connsiteX571" fmla="*/ 1674066 w 3991150"/>
                <a:gd name="connsiteY571" fmla="*/ 3423687 h 4129679"/>
                <a:gd name="connsiteX572" fmla="*/ 1672872 w 3991150"/>
                <a:gd name="connsiteY572" fmla="*/ 3426912 h 4129679"/>
                <a:gd name="connsiteX573" fmla="*/ 1672872 w 3991150"/>
                <a:gd name="connsiteY573" fmla="*/ 3512548 h 4129679"/>
                <a:gd name="connsiteX574" fmla="*/ 1587299 w 3991150"/>
                <a:gd name="connsiteY574" fmla="*/ 3482335 h 4129679"/>
                <a:gd name="connsiteX575" fmla="*/ 1394171 w 3991150"/>
                <a:gd name="connsiteY575" fmla="*/ 3666828 h 4129679"/>
                <a:gd name="connsiteX576" fmla="*/ 1361087 w 3991150"/>
                <a:gd name="connsiteY576" fmla="*/ 3615685 h 4129679"/>
                <a:gd name="connsiteX577" fmla="*/ 1345009 w 3991150"/>
                <a:gd name="connsiteY577" fmla="*/ 3560516 h 4129679"/>
                <a:gd name="connsiteX578" fmla="*/ 1348489 w 3991150"/>
                <a:gd name="connsiteY578" fmla="*/ 3557138 h 4129679"/>
                <a:gd name="connsiteX579" fmla="*/ 1383998 w 3991150"/>
                <a:gd name="connsiteY579" fmla="*/ 3593803 h 4129679"/>
                <a:gd name="connsiteX580" fmla="*/ 1389764 w 3991150"/>
                <a:gd name="connsiteY580" fmla="*/ 3602439 h 4129679"/>
                <a:gd name="connsiteX581" fmla="*/ 1431229 w 3991150"/>
                <a:gd name="connsiteY581" fmla="*/ 3654077 h 4129679"/>
                <a:gd name="connsiteX582" fmla="*/ 1438227 w 3991150"/>
                <a:gd name="connsiteY582" fmla="*/ 3654572 h 4129679"/>
                <a:gd name="connsiteX583" fmla="*/ 1438773 w 3991150"/>
                <a:gd name="connsiteY583" fmla="*/ 3647575 h 4129679"/>
                <a:gd name="connsiteX584" fmla="*/ 1397993 w 3991150"/>
                <a:gd name="connsiteY584" fmla="*/ 3596775 h 4129679"/>
                <a:gd name="connsiteX585" fmla="*/ 1392240 w 3991150"/>
                <a:gd name="connsiteY585" fmla="*/ 3588291 h 4129679"/>
                <a:gd name="connsiteX586" fmla="*/ 1349174 w 3991150"/>
                <a:gd name="connsiteY586" fmla="*/ 3546876 h 4129679"/>
                <a:gd name="connsiteX587" fmla="*/ 1337122 w 3991150"/>
                <a:gd name="connsiteY587" fmla="*/ 3509958 h 4129679"/>
                <a:gd name="connsiteX588" fmla="*/ 1343523 w 3991150"/>
                <a:gd name="connsiteY588" fmla="*/ 3498451 h 4129679"/>
                <a:gd name="connsiteX589" fmla="*/ 1359195 w 3991150"/>
                <a:gd name="connsiteY589" fmla="*/ 3506338 h 4129679"/>
                <a:gd name="connsiteX590" fmla="*/ 1376657 w 3991150"/>
                <a:gd name="connsiteY590" fmla="*/ 3532437 h 4129679"/>
                <a:gd name="connsiteX591" fmla="*/ 1405042 w 3991150"/>
                <a:gd name="connsiteY591" fmla="*/ 3574308 h 4129679"/>
                <a:gd name="connsiteX592" fmla="*/ 1455893 w 3991150"/>
                <a:gd name="connsiteY592" fmla="*/ 3635967 h 4129679"/>
                <a:gd name="connsiteX593" fmla="*/ 1459703 w 3991150"/>
                <a:gd name="connsiteY593" fmla="*/ 3637758 h 4129679"/>
                <a:gd name="connsiteX594" fmla="*/ 1462878 w 3991150"/>
                <a:gd name="connsiteY594" fmla="*/ 3636615 h 4129679"/>
                <a:gd name="connsiteX595" fmla="*/ 1463525 w 3991150"/>
                <a:gd name="connsiteY595" fmla="*/ 3629617 h 4129679"/>
                <a:gd name="connsiteX596" fmla="*/ 1412878 w 3991150"/>
                <a:gd name="connsiteY596" fmla="*/ 3568149 h 4129679"/>
                <a:gd name="connsiteX597" fmla="*/ 1385090 w 3991150"/>
                <a:gd name="connsiteY597" fmla="*/ 3527179 h 4129679"/>
                <a:gd name="connsiteX598" fmla="*/ 1366942 w 3991150"/>
                <a:gd name="connsiteY598" fmla="*/ 3500090 h 4129679"/>
                <a:gd name="connsiteX599" fmla="*/ 1362268 w 3991150"/>
                <a:gd name="connsiteY599" fmla="*/ 3495276 h 4129679"/>
                <a:gd name="connsiteX600" fmla="*/ 1366446 w 3991150"/>
                <a:gd name="connsiteY600" fmla="*/ 3472505 h 4129679"/>
                <a:gd name="connsiteX601" fmla="*/ 1372200 w 3991150"/>
                <a:gd name="connsiteY601" fmla="*/ 3471616 h 4129679"/>
                <a:gd name="connsiteX602" fmla="*/ 1402997 w 3991150"/>
                <a:gd name="connsiteY602" fmla="*/ 3507481 h 4129679"/>
                <a:gd name="connsiteX603" fmla="*/ 1403048 w 3991150"/>
                <a:gd name="connsiteY603" fmla="*/ 3507532 h 4129679"/>
                <a:gd name="connsiteX604" fmla="*/ 1404546 w 3991150"/>
                <a:gd name="connsiteY604" fmla="*/ 3510110 h 4129679"/>
                <a:gd name="connsiteX605" fmla="*/ 1405181 w 3991150"/>
                <a:gd name="connsiteY605" fmla="*/ 3511151 h 4129679"/>
                <a:gd name="connsiteX606" fmla="*/ 1485153 w 3991150"/>
                <a:gd name="connsiteY606" fmla="*/ 3618809 h 4129679"/>
                <a:gd name="connsiteX607" fmla="*/ 1488874 w 3991150"/>
                <a:gd name="connsiteY607" fmla="*/ 3620498 h 4129679"/>
                <a:gd name="connsiteX608" fmla="*/ 1492202 w 3991150"/>
                <a:gd name="connsiteY608" fmla="*/ 3619254 h 4129679"/>
                <a:gd name="connsiteX609" fmla="*/ 1492596 w 3991150"/>
                <a:gd name="connsiteY609" fmla="*/ 3612205 h 4129679"/>
                <a:gd name="connsiteX610" fmla="*/ 1413868 w 3991150"/>
                <a:gd name="connsiteY610" fmla="*/ 3506338 h 4129679"/>
                <a:gd name="connsiteX611" fmla="*/ 1412624 w 3991150"/>
                <a:gd name="connsiteY611" fmla="*/ 3504205 h 4129679"/>
                <a:gd name="connsiteX612" fmla="*/ 1419824 w 3991150"/>
                <a:gd name="connsiteY612" fmla="*/ 3488139 h 4129679"/>
                <a:gd name="connsiteX613" fmla="*/ 1452806 w 3991150"/>
                <a:gd name="connsiteY613" fmla="*/ 3519343 h 4129679"/>
                <a:gd name="connsiteX614" fmla="*/ 1493396 w 3991150"/>
                <a:gd name="connsiteY614" fmla="*/ 3577776 h 4129679"/>
                <a:gd name="connsiteX615" fmla="*/ 1546126 w 3991150"/>
                <a:gd name="connsiteY615" fmla="*/ 3631115 h 4129679"/>
                <a:gd name="connsiteX616" fmla="*/ 1546621 w 3991150"/>
                <a:gd name="connsiteY616" fmla="*/ 3631509 h 4129679"/>
                <a:gd name="connsiteX617" fmla="*/ 1563538 w 3991150"/>
                <a:gd name="connsiteY617" fmla="*/ 3644501 h 4129679"/>
                <a:gd name="connsiteX618" fmla="*/ 1566421 w 3991150"/>
                <a:gd name="connsiteY618" fmla="*/ 3645441 h 4129679"/>
                <a:gd name="connsiteX619" fmla="*/ 1570485 w 3991150"/>
                <a:gd name="connsiteY619" fmla="*/ 3643358 h 4129679"/>
                <a:gd name="connsiteX620" fmla="*/ 1569342 w 3991150"/>
                <a:gd name="connsiteY620" fmla="*/ 3636412 h 4129679"/>
                <a:gd name="connsiteX621" fmla="*/ 1553568 w 3991150"/>
                <a:gd name="connsiteY621" fmla="*/ 3624258 h 4129679"/>
                <a:gd name="connsiteX622" fmla="*/ 1547459 w 3991150"/>
                <a:gd name="connsiteY622" fmla="*/ 3598312 h 4129679"/>
                <a:gd name="connsiteX623" fmla="*/ 1547117 w 3991150"/>
                <a:gd name="connsiteY623" fmla="*/ 3594794 h 4129679"/>
                <a:gd name="connsiteX624" fmla="*/ 1559664 w 3991150"/>
                <a:gd name="connsiteY624" fmla="*/ 3549696 h 4129679"/>
                <a:gd name="connsiteX625" fmla="*/ 1563792 w 3991150"/>
                <a:gd name="connsiteY625" fmla="*/ 3548908 h 4129679"/>
                <a:gd name="connsiteX626" fmla="*/ 1582384 w 3991150"/>
                <a:gd name="connsiteY626" fmla="*/ 3605563 h 4129679"/>
                <a:gd name="connsiteX627" fmla="*/ 1582842 w 3991150"/>
                <a:gd name="connsiteY627" fmla="*/ 3607989 h 4129679"/>
                <a:gd name="connsiteX628" fmla="*/ 1602336 w 3991150"/>
                <a:gd name="connsiteY628" fmla="*/ 3649861 h 4129679"/>
                <a:gd name="connsiteX629" fmla="*/ 1605067 w 3991150"/>
                <a:gd name="connsiteY629" fmla="*/ 3651651 h 4129679"/>
                <a:gd name="connsiteX630" fmla="*/ 1530594 w 3991150"/>
                <a:gd name="connsiteY630" fmla="*/ 3697143 h 4129679"/>
                <a:gd name="connsiteX631" fmla="*/ 1501384 w 3991150"/>
                <a:gd name="connsiteY631" fmla="*/ 3685129 h 4129679"/>
                <a:gd name="connsiteX632" fmla="*/ 1481140 w 3991150"/>
                <a:gd name="connsiteY632" fmla="*/ 3678436 h 4129679"/>
                <a:gd name="connsiteX633" fmla="*/ 1474689 w 3991150"/>
                <a:gd name="connsiteY633" fmla="*/ 3681319 h 4129679"/>
                <a:gd name="connsiteX634" fmla="*/ 1477609 w 3991150"/>
                <a:gd name="connsiteY634" fmla="*/ 3687758 h 4129679"/>
                <a:gd name="connsiteX635" fmla="*/ 1498501 w 3991150"/>
                <a:gd name="connsiteY635" fmla="*/ 3694654 h 4129679"/>
                <a:gd name="connsiteX636" fmla="*/ 1522656 w 3991150"/>
                <a:gd name="connsiteY636" fmla="*/ 3703887 h 4129679"/>
                <a:gd name="connsiteX637" fmla="*/ 1475438 w 3991150"/>
                <a:gd name="connsiteY637" fmla="*/ 3761138 h 4129679"/>
                <a:gd name="connsiteX638" fmla="*/ 1394171 w 3991150"/>
                <a:gd name="connsiteY638" fmla="*/ 3666828 h 4129679"/>
                <a:gd name="connsiteX639" fmla="*/ 1471564 w 3991150"/>
                <a:gd name="connsiteY639" fmla="*/ 3792190 h 4129679"/>
                <a:gd name="connsiteX640" fmla="*/ 1672872 w 3991150"/>
                <a:gd name="connsiteY640" fmla="*/ 3638151 h 4129679"/>
                <a:gd name="connsiteX641" fmla="*/ 1672872 w 3991150"/>
                <a:gd name="connsiteY641" fmla="*/ 3838481 h 4129679"/>
                <a:gd name="connsiteX642" fmla="*/ 1639039 w 3991150"/>
                <a:gd name="connsiteY642" fmla="*/ 3838481 h 4129679"/>
                <a:gd name="connsiteX643" fmla="*/ 1556146 w 3991150"/>
                <a:gd name="connsiteY643" fmla="*/ 3921374 h 4129679"/>
                <a:gd name="connsiteX644" fmla="*/ 1556146 w 3991150"/>
                <a:gd name="connsiteY644" fmla="*/ 4119710 h 4129679"/>
                <a:gd name="connsiteX645" fmla="*/ 1424181 w 3991150"/>
                <a:gd name="connsiteY645" fmla="*/ 4119710 h 4129679"/>
                <a:gd name="connsiteX646" fmla="*/ 1471564 w 3991150"/>
                <a:gd name="connsiteY646" fmla="*/ 3792190 h 4129679"/>
                <a:gd name="connsiteX647" fmla="*/ 2088111 w 3991150"/>
                <a:gd name="connsiteY647" fmla="*/ 3848451 h 4129679"/>
                <a:gd name="connsiteX648" fmla="*/ 2161085 w 3991150"/>
                <a:gd name="connsiteY648" fmla="*/ 3921374 h 4129679"/>
                <a:gd name="connsiteX649" fmla="*/ 2161085 w 3991150"/>
                <a:gd name="connsiteY649" fmla="*/ 4119710 h 4129679"/>
                <a:gd name="connsiteX650" fmla="*/ 1566116 w 3991150"/>
                <a:gd name="connsiteY650" fmla="*/ 4119710 h 4129679"/>
                <a:gd name="connsiteX651" fmla="*/ 1566116 w 3991150"/>
                <a:gd name="connsiteY651" fmla="*/ 3921374 h 4129679"/>
                <a:gd name="connsiteX652" fmla="*/ 1639039 w 3991150"/>
                <a:gd name="connsiteY652" fmla="*/ 3848451 h 4129679"/>
                <a:gd name="connsiteX653" fmla="*/ 2171004 w 3991150"/>
                <a:gd name="connsiteY653" fmla="*/ 4119710 h 4129679"/>
                <a:gd name="connsiteX654" fmla="*/ 2171004 w 3991150"/>
                <a:gd name="connsiteY654" fmla="*/ 3921374 h 4129679"/>
                <a:gd name="connsiteX655" fmla="*/ 2088111 w 3991150"/>
                <a:gd name="connsiteY655" fmla="*/ 3838481 h 4129679"/>
                <a:gd name="connsiteX656" fmla="*/ 2064896 w 3991150"/>
                <a:gd name="connsiteY656" fmla="*/ 3838481 h 4129679"/>
                <a:gd name="connsiteX657" fmla="*/ 2065785 w 3991150"/>
                <a:gd name="connsiteY657" fmla="*/ 3638748 h 4129679"/>
                <a:gd name="connsiteX658" fmla="*/ 2264870 w 3991150"/>
                <a:gd name="connsiteY658" fmla="*/ 3792190 h 4129679"/>
                <a:gd name="connsiteX659" fmla="*/ 2312241 w 3991150"/>
                <a:gd name="connsiteY659" fmla="*/ 4119710 h 4129679"/>
                <a:gd name="connsiteX660" fmla="*/ 998339 w 3991150"/>
                <a:gd name="connsiteY660" fmla="*/ 1200894 h 4129679"/>
                <a:gd name="connsiteX661" fmla="*/ 1018134 w 3991150"/>
                <a:gd name="connsiteY661" fmla="*/ 1200894 h 4129679"/>
                <a:gd name="connsiteX662" fmla="*/ 1018134 w 3991150"/>
                <a:gd name="connsiteY662" fmla="*/ 1088626 h 4129679"/>
                <a:gd name="connsiteX663" fmla="*/ 1039866 w 3991150"/>
                <a:gd name="connsiteY663" fmla="*/ 1088626 h 4129679"/>
                <a:gd name="connsiteX664" fmla="*/ 1039866 w 3991150"/>
                <a:gd name="connsiteY664" fmla="*/ 1069932 h 4129679"/>
                <a:gd name="connsiteX665" fmla="*/ 976610 w 3991150"/>
                <a:gd name="connsiteY665" fmla="*/ 1069932 h 4129679"/>
                <a:gd name="connsiteX666" fmla="*/ 976610 w 3991150"/>
                <a:gd name="connsiteY666" fmla="*/ 1088626 h 4129679"/>
                <a:gd name="connsiteX667" fmla="*/ 998339 w 3991150"/>
                <a:gd name="connsiteY667" fmla="*/ 1088626 h 4129679"/>
                <a:gd name="connsiteX668" fmla="*/ 1065114 w 3991150"/>
                <a:gd name="connsiteY668" fmla="*/ 1171926 h 4129679"/>
                <a:gd name="connsiteX669" fmla="*/ 1086450 w 3991150"/>
                <a:gd name="connsiteY669" fmla="*/ 1171926 h 4129679"/>
                <a:gd name="connsiteX670" fmla="*/ 1090717 w 3991150"/>
                <a:gd name="connsiteY670" fmla="*/ 1200894 h 4129679"/>
                <a:gd name="connsiteX671" fmla="*/ 1110948 w 3991150"/>
                <a:gd name="connsiteY671" fmla="*/ 1200894 h 4129679"/>
                <a:gd name="connsiteX672" fmla="*/ 1089218 w 3991150"/>
                <a:gd name="connsiteY672" fmla="*/ 1069932 h 4129679"/>
                <a:gd name="connsiteX673" fmla="*/ 1062688 w 3991150"/>
                <a:gd name="connsiteY673" fmla="*/ 1069932 h 4129679"/>
                <a:gd name="connsiteX674" fmla="*/ 1040958 w 3991150"/>
                <a:gd name="connsiteY674" fmla="*/ 1200894 h 4129679"/>
                <a:gd name="connsiteX675" fmla="*/ 1060796 w 3991150"/>
                <a:gd name="connsiteY675" fmla="*/ 1200894 h 4129679"/>
                <a:gd name="connsiteX676" fmla="*/ 1075781 w 3991150"/>
                <a:gd name="connsiteY676" fmla="*/ 1097999 h 4129679"/>
                <a:gd name="connsiteX677" fmla="*/ 1083821 w 3991150"/>
                <a:gd name="connsiteY677" fmla="*/ 1152825 h 4129679"/>
                <a:gd name="connsiteX678" fmla="*/ 1067742 w 3991150"/>
                <a:gd name="connsiteY678" fmla="*/ 1152825 h 4129679"/>
                <a:gd name="connsiteX679" fmla="*/ 1146076 w 3991150"/>
                <a:gd name="connsiteY679" fmla="*/ 1146818 h 4129679"/>
                <a:gd name="connsiteX680" fmla="*/ 1156388 w 3991150"/>
                <a:gd name="connsiteY680" fmla="*/ 1146818 h 4129679"/>
                <a:gd name="connsiteX681" fmla="*/ 1170778 w 3991150"/>
                <a:gd name="connsiteY681" fmla="*/ 1200894 h 4129679"/>
                <a:gd name="connsiteX682" fmla="*/ 1191364 w 3991150"/>
                <a:gd name="connsiteY682" fmla="*/ 1200894 h 4129679"/>
                <a:gd name="connsiteX683" fmla="*/ 1174702 w 3991150"/>
                <a:gd name="connsiteY683" fmla="*/ 1142360 h 4129679"/>
                <a:gd name="connsiteX684" fmla="*/ 1188392 w 3991150"/>
                <a:gd name="connsiteY684" fmla="*/ 1115563 h 4129679"/>
                <a:gd name="connsiteX685" fmla="*/ 1188392 w 3991150"/>
                <a:gd name="connsiteY685" fmla="*/ 1101174 h 4129679"/>
                <a:gd name="connsiteX686" fmla="*/ 1157341 w 3991150"/>
                <a:gd name="connsiteY686" fmla="*/ 1069932 h 4129679"/>
                <a:gd name="connsiteX687" fmla="*/ 1126277 w 3991150"/>
                <a:gd name="connsiteY687" fmla="*/ 1069932 h 4129679"/>
                <a:gd name="connsiteX688" fmla="*/ 1126277 w 3991150"/>
                <a:gd name="connsiteY688" fmla="*/ 1200894 h 4129679"/>
                <a:gd name="connsiteX689" fmla="*/ 1146076 w 3991150"/>
                <a:gd name="connsiteY689" fmla="*/ 1200894 h 4129679"/>
                <a:gd name="connsiteX690" fmla="*/ 1146076 w 3991150"/>
                <a:gd name="connsiteY690" fmla="*/ 1088626 h 4129679"/>
                <a:gd name="connsiteX691" fmla="*/ 1156388 w 3991150"/>
                <a:gd name="connsiteY691" fmla="*/ 1088626 h 4129679"/>
                <a:gd name="connsiteX692" fmla="*/ 1168555 w 3991150"/>
                <a:gd name="connsiteY692" fmla="*/ 1100780 h 4129679"/>
                <a:gd name="connsiteX693" fmla="*/ 1168555 w 3991150"/>
                <a:gd name="connsiteY693" fmla="*/ 1115969 h 4129679"/>
                <a:gd name="connsiteX694" fmla="*/ 1156388 w 3991150"/>
                <a:gd name="connsiteY694" fmla="*/ 1128123 h 4129679"/>
                <a:gd name="connsiteX695" fmla="*/ 1146076 w 3991150"/>
                <a:gd name="connsiteY695" fmla="*/ 1128123 h 4129679"/>
                <a:gd name="connsiteX696" fmla="*/ 1237757 w 3991150"/>
                <a:gd name="connsiteY696" fmla="*/ 1202774 h 4129679"/>
                <a:gd name="connsiteX697" fmla="*/ 1269558 w 3991150"/>
                <a:gd name="connsiteY697" fmla="*/ 1171125 h 4129679"/>
                <a:gd name="connsiteX698" fmla="*/ 1269558 w 3991150"/>
                <a:gd name="connsiteY698" fmla="*/ 1129254 h 4129679"/>
                <a:gd name="connsiteX699" fmla="*/ 1237757 w 3991150"/>
                <a:gd name="connsiteY699" fmla="*/ 1129254 h 4129679"/>
                <a:gd name="connsiteX700" fmla="*/ 1237757 w 3991150"/>
                <a:gd name="connsiteY700" fmla="*/ 1147961 h 4129679"/>
                <a:gd name="connsiteX701" fmla="*/ 1249708 w 3991150"/>
                <a:gd name="connsiteY701" fmla="*/ 1147961 h 4129679"/>
                <a:gd name="connsiteX702" fmla="*/ 1249708 w 3991150"/>
                <a:gd name="connsiteY702" fmla="*/ 1171125 h 4129679"/>
                <a:gd name="connsiteX703" fmla="*/ 1237757 w 3991150"/>
                <a:gd name="connsiteY703" fmla="*/ 1184080 h 4129679"/>
                <a:gd name="connsiteX704" fmla="*/ 1225743 w 3991150"/>
                <a:gd name="connsiteY704" fmla="*/ 1171125 h 4129679"/>
                <a:gd name="connsiteX705" fmla="*/ 1225743 w 3991150"/>
                <a:gd name="connsiteY705" fmla="*/ 1099688 h 4129679"/>
                <a:gd name="connsiteX706" fmla="*/ 1237757 w 3991150"/>
                <a:gd name="connsiteY706" fmla="*/ 1086797 h 4129679"/>
                <a:gd name="connsiteX707" fmla="*/ 1249708 w 3991150"/>
                <a:gd name="connsiteY707" fmla="*/ 1099688 h 4129679"/>
                <a:gd name="connsiteX708" fmla="*/ 1249708 w 3991150"/>
                <a:gd name="connsiteY708" fmla="*/ 1110699 h 4129679"/>
                <a:gd name="connsiteX709" fmla="*/ 1269558 w 3991150"/>
                <a:gd name="connsiteY709" fmla="*/ 1110699 h 4129679"/>
                <a:gd name="connsiteX710" fmla="*/ 1269558 w 3991150"/>
                <a:gd name="connsiteY710" fmla="*/ 1099688 h 4129679"/>
                <a:gd name="connsiteX711" fmla="*/ 1237757 w 3991150"/>
                <a:gd name="connsiteY711" fmla="*/ 1068040 h 4129679"/>
                <a:gd name="connsiteX712" fmla="*/ 1205956 w 3991150"/>
                <a:gd name="connsiteY712" fmla="*/ 1099688 h 4129679"/>
                <a:gd name="connsiteX713" fmla="*/ 1205956 w 3991150"/>
                <a:gd name="connsiteY713" fmla="*/ 1171125 h 4129679"/>
                <a:gd name="connsiteX714" fmla="*/ 1237757 w 3991150"/>
                <a:gd name="connsiteY714" fmla="*/ 1202774 h 4129679"/>
                <a:gd name="connsiteX715" fmla="*/ 1345110 w 3991150"/>
                <a:gd name="connsiteY715" fmla="*/ 1182187 h 4129679"/>
                <a:gd name="connsiteX716" fmla="*/ 1308649 w 3991150"/>
                <a:gd name="connsiteY716" fmla="*/ 1182187 h 4129679"/>
                <a:gd name="connsiteX717" fmla="*/ 1308649 w 3991150"/>
                <a:gd name="connsiteY717" fmla="*/ 1143846 h 4129679"/>
                <a:gd name="connsiteX718" fmla="*/ 1337617 w 3991150"/>
                <a:gd name="connsiteY718" fmla="*/ 1143846 h 4129679"/>
                <a:gd name="connsiteX719" fmla="*/ 1337617 w 3991150"/>
                <a:gd name="connsiteY719" fmla="*/ 1125139 h 4129679"/>
                <a:gd name="connsiteX720" fmla="*/ 1308649 w 3991150"/>
                <a:gd name="connsiteY720" fmla="*/ 1125139 h 4129679"/>
                <a:gd name="connsiteX721" fmla="*/ 1308649 w 3991150"/>
                <a:gd name="connsiteY721" fmla="*/ 1088626 h 4129679"/>
                <a:gd name="connsiteX722" fmla="*/ 1345110 w 3991150"/>
                <a:gd name="connsiteY722" fmla="*/ 1088626 h 4129679"/>
                <a:gd name="connsiteX723" fmla="*/ 1345110 w 3991150"/>
                <a:gd name="connsiteY723" fmla="*/ 1069932 h 4129679"/>
                <a:gd name="connsiteX724" fmla="*/ 1288799 w 3991150"/>
                <a:gd name="connsiteY724" fmla="*/ 1069932 h 4129679"/>
                <a:gd name="connsiteX725" fmla="*/ 1288799 w 3991150"/>
                <a:gd name="connsiteY725" fmla="*/ 1200894 h 4129679"/>
                <a:gd name="connsiteX726" fmla="*/ 1345110 w 3991150"/>
                <a:gd name="connsiteY726" fmla="*/ 1200894 h 4129679"/>
                <a:gd name="connsiteX727" fmla="*/ 1377102 w 3991150"/>
                <a:gd name="connsiteY727" fmla="*/ 1200894 h 4129679"/>
                <a:gd name="connsiteX728" fmla="*/ 1396901 w 3991150"/>
                <a:gd name="connsiteY728" fmla="*/ 1200894 h 4129679"/>
                <a:gd name="connsiteX729" fmla="*/ 1396901 w 3991150"/>
                <a:gd name="connsiteY729" fmla="*/ 1088626 h 4129679"/>
                <a:gd name="connsiteX730" fmla="*/ 1418631 w 3991150"/>
                <a:gd name="connsiteY730" fmla="*/ 1088626 h 4129679"/>
                <a:gd name="connsiteX731" fmla="*/ 1418631 w 3991150"/>
                <a:gd name="connsiteY731" fmla="*/ 1069932 h 4129679"/>
                <a:gd name="connsiteX732" fmla="*/ 1355372 w 3991150"/>
                <a:gd name="connsiteY732" fmla="*/ 1069932 h 4129679"/>
                <a:gd name="connsiteX733" fmla="*/ 1355372 w 3991150"/>
                <a:gd name="connsiteY733" fmla="*/ 1088626 h 4129679"/>
                <a:gd name="connsiteX734" fmla="*/ 1377102 w 3991150"/>
                <a:gd name="connsiteY734" fmla="*/ 1088626 h 4129679"/>
                <a:gd name="connsiteX735" fmla="*/ 1489128 w 3991150"/>
                <a:gd name="connsiteY735" fmla="*/ 1171926 h 4129679"/>
                <a:gd name="connsiteX736" fmla="*/ 1510452 w 3991150"/>
                <a:gd name="connsiteY736" fmla="*/ 1171926 h 4129679"/>
                <a:gd name="connsiteX737" fmla="*/ 1514770 w 3991150"/>
                <a:gd name="connsiteY737" fmla="*/ 1200894 h 4129679"/>
                <a:gd name="connsiteX738" fmla="*/ 1534963 w 3991150"/>
                <a:gd name="connsiteY738" fmla="*/ 1200894 h 4129679"/>
                <a:gd name="connsiteX739" fmla="*/ 1513284 w 3991150"/>
                <a:gd name="connsiteY739" fmla="*/ 1069932 h 4129679"/>
                <a:gd name="connsiteX740" fmla="*/ 1486690 w 3991150"/>
                <a:gd name="connsiteY740" fmla="*/ 1069932 h 4129679"/>
                <a:gd name="connsiteX741" fmla="*/ 1465011 w 3991150"/>
                <a:gd name="connsiteY741" fmla="*/ 1200894 h 4129679"/>
                <a:gd name="connsiteX742" fmla="*/ 1484810 w 3991150"/>
                <a:gd name="connsiteY742" fmla="*/ 1200894 h 4129679"/>
                <a:gd name="connsiteX743" fmla="*/ 1499796 w 3991150"/>
                <a:gd name="connsiteY743" fmla="*/ 1097999 h 4129679"/>
                <a:gd name="connsiteX744" fmla="*/ 1507823 w 3991150"/>
                <a:gd name="connsiteY744" fmla="*/ 1152825 h 4129679"/>
                <a:gd name="connsiteX745" fmla="*/ 1491757 w 3991150"/>
                <a:gd name="connsiteY745" fmla="*/ 1152825 h 4129679"/>
                <a:gd name="connsiteX746" fmla="*/ 1579667 w 3991150"/>
                <a:gd name="connsiteY746" fmla="*/ 1202774 h 4129679"/>
                <a:gd name="connsiteX747" fmla="*/ 1610172 w 3991150"/>
                <a:gd name="connsiteY747" fmla="*/ 1172065 h 4129679"/>
                <a:gd name="connsiteX748" fmla="*/ 1610172 w 3991150"/>
                <a:gd name="connsiteY748" fmla="*/ 1069932 h 4129679"/>
                <a:gd name="connsiteX749" fmla="*/ 1590728 w 3991150"/>
                <a:gd name="connsiteY749" fmla="*/ 1069932 h 4129679"/>
                <a:gd name="connsiteX750" fmla="*/ 1590728 w 3991150"/>
                <a:gd name="connsiteY750" fmla="*/ 1172065 h 4129679"/>
                <a:gd name="connsiteX751" fmla="*/ 1579667 w 3991150"/>
                <a:gd name="connsiteY751" fmla="*/ 1184080 h 4129679"/>
                <a:gd name="connsiteX752" fmla="*/ 1568643 w 3991150"/>
                <a:gd name="connsiteY752" fmla="*/ 1172065 h 4129679"/>
                <a:gd name="connsiteX753" fmla="*/ 1568643 w 3991150"/>
                <a:gd name="connsiteY753" fmla="*/ 1069932 h 4129679"/>
                <a:gd name="connsiteX754" fmla="*/ 1548806 w 3991150"/>
                <a:gd name="connsiteY754" fmla="*/ 1069932 h 4129679"/>
                <a:gd name="connsiteX755" fmla="*/ 1548806 w 3991150"/>
                <a:gd name="connsiteY755" fmla="*/ 1172065 h 4129679"/>
                <a:gd name="connsiteX756" fmla="*/ 1579667 w 3991150"/>
                <a:gd name="connsiteY756" fmla="*/ 1202774 h 4129679"/>
                <a:gd name="connsiteX757" fmla="*/ 1693217 w 3991150"/>
                <a:gd name="connsiteY757" fmla="*/ 1169640 h 4129679"/>
                <a:gd name="connsiteX758" fmla="*/ 1693217 w 3991150"/>
                <a:gd name="connsiteY758" fmla="*/ 1101174 h 4129679"/>
                <a:gd name="connsiteX759" fmla="*/ 1662166 w 3991150"/>
                <a:gd name="connsiteY759" fmla="*/ 1069932 h 4129679"/>
                <a:gd name="connsiteX760" fmla="*/ 1631102 w 3991150"/>
                <a:gd name="connsiteY760" fmla="*/ 1069932 h 4129679"/>
                <a:gd name="connsiteX761" fmla="*/ 1631102 w 3991150"/>
                <a:gd name="connsiteY761" fmla="*/ 1200894 h 4129679"/>
                <a:gd name="connsiteX762" fmla="*/ 1662166 w 3991150"/>
                <a:gd name="connsiteY762" fmla="*/ 1200894 h 4129679"/>
                <a:gd name="connsiteX763" fmla="*/ 1693217 w 3991150"/>
                <a:gd name="connsiteY763" fmla="*/ 1169640 h 4129679"/>
                <a:gd name="connsiteX764" fmla="*/ 1650901 w 3991150"/>
                <a:gd name="connsiteY764" fmla="*/ 1182187 h 4129679"/>
                <a:gd name="connsiteX765" fmla="*/ 1650901 w 3991150"/>
                <a:gd name="connsiteY765" fmla="*/ 1088626 h 4129679"/>
                <a:gd name="connsiteX766" fmla="*/ 1661213 w 3991150"/>
                <a:gd name="connsiteY766" fmla="*/ 1088626 h 4129679"/>
                <a:gd name="connsiteX767" fmla="*/ 1673380 w 3991150"/>
                <a:gd name="connsiteY767" fmla="*/ 1100780 h 4129679"/>
                <a:gd name="connsiteX768" fmla="*/ 1673380 w 3991150"/>
                <a:gd name="connsiteY768" fmla="*/ 1170033 h 4129679"/>
                <a:gd name="connsiteX769" fmla="*/ 1661213 w 3991150"/>
                <a:gd name="connsiteY769" fmla="*/ 1182187 h 4129679"/>
                <a:gd name="connsiteX770" fmla="*/ 1732854 w 3991150"/>
                <a:gd name="connsiteY770" fmla="*/ 1069932 h 4129679"/>
                <a:gd name="connsiteX771" fmla="*/ 1713017 w 3991150"/>
                <a:gd name="connsiteY771" fmla="*/ 1069932 h 4129679"/>
                <a:gd name="connsiteX772" fmla="*/ 1713017 w 3991150"/>
                <a:gd name="connsiteY772" fmla="*/ 1200894 h 4129679"/>
                <a:gd name="connsiteX773" fmla="*/ 1732854 w 3991150"/>
                <a:gd name="connsiteY773" fmla="*/ 1200894 h 4129679"/>
                <a:gd name="connsiteX774" fmla="*/ 1810845 w 3991150"/>
                <a:gd name="connsiteY774" fmla="*/ 1182187 h 4129679"/>
                <a:gd name="connsiteX775" fmla="*/ 1774383 w 3991150"/>
                <a:gd name="connsiteY775" fmla="*/ 1182187 h 4129679"/>
                <a:gd name="connsiteX776" fmla="*/ 1774383 w 3991150"/>
                <a:gd name="connsiteY776" fmla="*/ 1143846 h 4129679"/>
                <a:gd name="connsiteX777" fmla="*/ 1803352 w 3991150"/>
                <a:gd name="connsiteY777" fmla="*/ 1143846 h 4129679"/>
                <a:gd name="connsiteX778" fmla="*/ 1803352 w 3991150"/>
                <a:gd name="connsiteY778" fmla="*/ 1125139 h 4129679"/>
                <a:gd name="connsiteX779" fmla="*/ 1774383 w 3991150"/>
                <a:gd name="connsiteY779" fmla="*/ 1125139 h 4129679"/>
                <a:gd name="connsiteX780" fmla="*/ 1774383 w 3991150"/>
                <a:gd name="connsiteY780" fmla="*/ 1088626 h 4129679"/>
                <a:gd name="connsiteX781" fmla="*/ 1810845 w 3991150"/>
                <a:gd name="connsiteY781" fmla="*/ 1088626 h 4129679"/>
                <a:gd name="connsiteX782" fmla="*/ 1810845 w 3991150"/>
                <a:gd name="connsiteY782" fmla="*/ 1069932 h 4129679"/>
                <a:gd name="connsiteX783" fmla="*/ 1754533 w 3991150"/>
                <a:gd name="connsiteY783" fmla="*/ 1069932 h 4129679"/>
                <a:gd name="connsiteX784" fmla="*/ 1754533 w 3991150"/>
                <a:gd name="connsiteY784" fmla="*/ 1200894 h 4129679"/>
                <a:gd name="connsiteX785" fmla="*/ 1810845 w 3991150"/>
                <a:gd name="connsiteY785" fmla="*/ 1200894 h 4129679"/>
                <a:gd name="connsiteX786" fmla="*/ 1846964 w 3991150"/>
                <a:gd name="connsiteY786" fmla="*/ 1117100 h 4129679"/>
                <a:gd name="connsiteX787" fmla="*/ 1873151 w 3991150"/>
                <a:gd name="connsiteY787" fmla="*/ 1200894 h 4129679"/>
                <a:gd name="connsiteX788" fmla="*/ 1894081 w 3991150"/>
                <a:gd name="connsiteY788" fmla="*/ 1200894 h 4129679"/>
                <a:gd name="connsiteX789" fmla="*/ 1894081 w 3991150"/>
                <a:gd name="connsiteY789" fmla="*/ 1069932 h 4129679"/>
                <a:gd name="connsiteX790" fmla="*/ 1874637 w 3991150"/>
                <a:gd name="connsiteY790" fmla="*/ 1069932 h 4129679"/>
                <a:gd name="connsiteX791" fmla="*/ 1874637 w 3991150"/>
                <a:gd name="connsiteY791" fmla="*/ 1157879 h 4129679"/>
                <a:gd name="connsiteX792" fmla="*/ 1849389 w 3991150"/>
                <a:gd name="connsiteY792" fmla="*/ 1069932 h 4129679"/>
                <a:gd name="connsiteX793" fmla="*/ 1827456 w 3991150"/>
                <a:gd name="connsiteY793" fmla="*/ 1069932 h 4129679"/>
                <a:gd name="connsiteX794" fmla="*/ 1827456 w 3991150"/>
                <a:gd name="connsiteY794" fmla="*/ 1200894 h 4129679"/>
                <a:gd name="connsiteX795" fmla="*/ 1846964 w 3991150"/>
                <a:gd name="connsiteY795" fmla="*/ 1200894 h 4129679"/>
                <a:gd name="connsiteX796" fmla="*/ 1945135 w 3991150"/>
                <a:gd name="connsiteY796" fmla="*/ 1202774 h 4129679"/>
                <a:gd name="connsiteX797" fmla="*/ 1976186 w 3991150"/>
                <a:gd name="connsiteY797" fmla="*/ 1171722 h 4129679"/>
                <a:gd name="connsiteX798" fmla="*/ 1976186 w 3991150"/>
                <a:gd name="connsiteY798" fmla="*/ 1153015 h 4129679"/>
                <a:gd name="connsiteX799" fmla="*/ 1956742 w 3991150"/>
                <a:gd name="connsiteY799" fmla="*/ 1153015 h 4129679"/>
                <a:gd name="connsiteX800" fmla="*/ 1956742 w 3991150"/>
                <a:gd name="connsiteY800" fmla="*/ 1171722 h 4129679"/>
                <a:gd name="connsiteX801" fmla="*/ 1945338 w 3991150"/>
                <a:gd name="connsiteY801" fmla="*/ 1184080 h 4129679"/>
                <a:gd name="connsiteX802" fmla="*/ 1933921 w 3991150"/>
                <a:gd name="connsiteY802" fmla="*/ 1171722 h 4129679"/>
                <a:gd name="connsiteX803" fmla="*/ 1933921 w 3991150"/>
                <a:gd name="connsiteY803" fmla="*/ 1099091 h 4129679"/>
                <a:gd name="connsiteX804" fmla="*/ 1945338 w 3991150"/>
                <a:gd name="connsiteY804" fmla="*/ 1086797 h 4129679"/>
                <a:gd name="connsiteX805" fmla="*/ 1956742 w 3991150"/>
                <a:gd name="connsiteY805" fmla="*/ 1099091 h 4129679"/>
                <a:gd name="connsiteX806" fmla="*/ 1956742 w 3991150"/>
                <a:gd name="connsiteY806" fmla="*/ 1114471 h 4129679"/>
                <a:gd name="connsiteX807" fmla="*/ 1976186 w 3991150"/>
                <a:gd name="connsiteY807" fmla="*/ 1114471 h 4129679"/>
                <a:gd name="connsiteX808" fmla="*/ 1976186 w 3991150"/>
                <a:gd name="connsiteY808" fmla="*/ 1099091 h 4129679"/>
                <a:gd name="connsiteX809" fmla="*/ 1945135 w 3991150"/>
                <a:gd name="connsiteY809" fmla="*/ 1068040 h 4129679"/>
                <a:gd name="connsiteX810" fmla="*/ 1914083 w 3991150"/>
                <a:gd name="connsiteY810" fmla="*/ 1099091 h 4129679"/>
                <a:gd name="connsiteX811" fmla="*/ 1914083 w 3991150"/>
                <a:gd name="connsiteY811" fmla="*/ 1171722 h 4129679"/>
                <a:gd name="connsiteX812" fmla="*/ 1945135 w 3991150"/>
                <a:gd name="connsiteY812" fmla="*/ 1202774 h 4129679"/>
                <a:gd name="connsiteX813" fmla="*/ 2050659 w 3991150"/>
                <a:gd name="connsiteY813" fmla="*/ 1182187 h 4129679"/>
                <a:gd name="connsiteX814" fmla="*/ 2014146 w 3991150"/>
                <a:gd name="connsiteY814" fmla="*/ 1182187 h 4129679"/>
                <a:gd name="connsiteX815" fmla="*/ 2014146 w 3991150"/>
                <a:gd name="connsiteY815" fmla="*/ 1143846 h 4129679"/>
                <a:gd name="connsiteX816" fmla="*/ 2043166 w 3991150"/>
                <a:gd name="connsiteY816" fmla="*/ 1143846 h 4129679"/>
                <a:gd name="connsiteX817" fmla="*/ 2043166 w 3991150"/>
                <a:gd name="connsiteY817" fmla="*/ 1125139 h 4129679"/>
                <a:gd name="connsiteX818" fmla="*/ 2014146 w 3991150"/>
                <a:gd name="connsiteY818" fmla="*/ 1125139 h 4129679"/>
                <a:gd name="connsiteX819" fmla="*/ 2014146 w 3991150"/>
                <a:gd name="connsiteY819" fmla="*/ 1088626 h 4129679"/>
                <a:gd name="connsiteX820" fmla="*/ 2050659 w 3991150"/>
                <a:gd name="connsiteY820" fmla="*/ 1088626 h 4129679"/>
                <a:gd name="connsiteX821" fmla="*/ 2050659 w 3991150"/>
                <a:gd name="connsiteY821" fmla="*/ 1069932 h 4129679"/>
                <a:gd name="connsiteX822" fmla="*/ 1994347 w 3991150"/>
                <a:gd name="connsiteY822" fmla="*/ 1069932 h 4129679"/>
                <a:gd name="connsiteX823" fmla="*/ 1994347 w 3991150"/>
                <a:gd name="connsiteY823" fmla="*/ 1200894 h 4129679"/>
                <a:gd name="connsiteX824" fmla="*/ 2050659 w 3991150"/>
                <a:gd name="connsiteY824" fmla="*/ 1200894 h 4129679"/>
                <a:gd name="connsiteX825" fmla="*/ 993329 w 3991150"/>
                <a:gd name="connsiteY825" fmla="*/ 1281311 h 4129679"/>
                <a:gd name="connsiteX826" fmla="*/ 988367 w 3991150"/>
                <a:gd name="connsiteY826" fmla="*/ 1286327 h 4129679"/>
                <a:gd name="connsiteX827" fmla="*/ 988367 w 3991150"/>
                <a:gd name="connsiteY827" fmla="*/ 1681615 h 4129679"/>
                <a:gd name="connsiteX828" fmla="*/ 993329 w 3991150"/>
                <a:gd name="connsiteY828" fmla="*/ 1686619 h 4129679"/>
                <a:gd name="connsiteX829" fmla="*/ 1531940 w 3991150"/>
                <a:gd name="connsiteY829" fmla="*/ 1686619 h 4129679"/>
                <a:gd name="connsiteX830" fmla="*/ 1536893 w 3991150"/>
                <a:gd name="connsiteY830" fmla="*/ 1681615 h 4129679"/>
                <a:gd name="connsiteX831" fmla="*/ 1536893 w 3991150"/>
                <a:gd name="connsiteY831" fmla="*/ 1286327 h 4129679"/>
                <a:gd name="connsiteX832" fmla="*/ 1531940 w 3991150"/>
                <a:gd name="connsiteY832" fmla="*/ 1281311 h 4129679"/>
                <a:gd name="connsiteX833" fmla="*/ 1526974 w 3991150"/>
                <a:gd name="connsiteY833" fmla="*/ 1291280 h 4129679"/>
                <a:gd name="connsiteX834" fmla="*/ 1526974 w 3991150"/>
                <a:gd name="connsiteY834" fmla="*/ 1595534 h 4129679"/>
                <a:gd name="connsiteX835" fmla="*/ 1394767 w 3991150"/>
                <a:gd name="connsiteY835" fmla="*/ 1483177 h 4129679"/>
                <a:gd name="connsiteX836" fmla="*/ 1318225 w 3991150"/>
                <a:gd name="connsiteY836" fmla="*/ 1478466 h 4129679"/>
                <a:gd name="connsiteX837" fmla="*/ 1314059 w 3991150"/>
                <a:gd name="connsiteY837" fmla="*/ 1462438 h 4129679"/>
                <a:gd name="connsiteX838" fmla="*/ 1214681 w 3991150"/>
                <a:gd name="connsiteY838" fmla="*/ 1395458 h 4129679"/>
                <a:gd name="connsiteX839" fmla="*/ 998339 w 3991150"/>
                <a:gd name="connsiteY839" fmla="*/ 1520274 h 4129679"/>
                <a:gd name="connsiteX840" fmla="*/ 998339 w 3991150"/>
                <a:gd name="connsiteY840" fmla="*/ 1291280 h 4129679"/>
                <a:gd name="connsiteX841" fmla="*/ 1275908 w 3991150"/>
                <a:gd name="connsiteY841" fmla="*/ 1588448 h 4129679"/>
                <a:gd name="connsiteX842" fmla="*/ 1243904 w 3991150"/>
                <a:gd name="connsiteY842" fmla="*/ 1598760 h 4129679"/>
                <a:gd name="connsiteX843" fmla="*/ 1230556 w 3991150"/>
                <a:gd name="connsiteY843" fmla="*/ 1557879 h 4129679"/>
                <a:gd name="connsiteX844" fmla="*/ 1309741 w 3991150"/>
                <a:gd name="connsiteY844" fmla="*/ 1490657 h 4129679"/>
                <a:gd name="connsiteX845" fmla="*/ 1275908 w 3991150"/>
                <a:gd name="connsiteY845" fmla="*/ 1588448 h 4129679"/>
                <a:gd name="connsiteX846" fmla="*/ 998339 w 3991150"/>
                <a:gd name="connsiteY846" fmla="*/ 1676649 h 4129679"/>
                <a:gd name="connsiteX847" fmla="*/ 998339 w 3991150"/>
                <a:gd name="connsiteY847" fmla="*/ 1542753 h 4129679"/>
                <a:gd name="connsiteX848" fmla="*/ 1000721 w 3991150"/>
                <a:gd name="connsiteY848" fmla="*/ 1539921 h 4129679"/>
                <a:gd name="connsiteX849" fmla="*/ 1213742 w 3991150"/>
                <a:gd name="connsiteY849" fmla="*/ 1405339 h 4129679"/>
                <a:gd name="connsiteX850" fmla="*/ 1304623 w 3991150"/>
                <a:gd name="connsiteY850" fmla="*/ 1465664 h 4129679"/>
                <a:gd name="connsiteX851" fmla="*/ 1308496 w 3991150"/>
                <a:gd name="connsiteY851" fmla="*/ 1480739 h 4129679"/>
                <a:gd name="connsiteX852" fmla="*/ 1221184 w 3991150"/>
                <a:gd name="connsiteY852" fmla="*/ 1554564 h 4129679"/>
                <a:gd name="connsiteX853" fmla="*/ 1240234 w 3991150"/>
                <a:gd name="connsiteY853" fmla="*/ 1607993 h 4129679"/>
                <a:gd name="connsiteX854" fmla="*/ 1282753 w 3991150"/>
                <a:gd name="connsiteY854" fmla="*/ 1595636 h 4129679"/>
                <a:gd name="connsiteX855" fmla="*/ 1319558 w 3991150"/>
                <a:gd name="connsiteY855" fmla="*/ 1488283 h 4129679"/>
                <a:gd name="connsiteX856" fmla="*/ 1391846 w 3991150"/>
                <a:gd name="connsiteY856" fmla="*/ 1492702 h 4129679"/>
                <a:gd name="connsiteX857" fmla="*/ 1525692 w 3991150"/>
                <a:gd name="connsiteY857" fmla="*/ 1622826 h 4129679"/>
                <a:gd name="connsiteX858" fmla="*/ 1526974 w 3991150"/>
                <a:gd name="connsiteY858" fmla="*/ 1625201 h 4129679"/>
                <a:gd name="connsiteX859" fmla="*/ 1526974 w 3991150"/>
                <a:gd name="connsiteY859" fmla="*/ 1676649 h 4129679"/>
                <a:gd name="connsiteX860" fmla="*/ 1412878 w 3991150"/>
                <a:gd name="connsiteY860" fmla="*/ 1417290 h 4129679"/>
                <a:gd name="connsiteX861" fmla="*/ 1446710 w 3991150"/>
                <a:gd name="connsiteY861" fmla="*/ 1383457 h 4129679"/>
                <a:gd name="connsiteX862" fmla="*/ 1412878 w 3991150"/>
                <a:gd name="connsiteY862" fmla="*/ 1349624 h 4129679"/>
                <a:gd name="connsiteX863" fmla="*/ 1379045 w 3991150"/>
                <a:gd name="connsiteY863" fmla="*/ 1383457 h 4129679"/>
                <a:gd name="connsiteX864" fmla="*/ 1412878 w 3991150"/>
                <a:gd name="connsiteY864" fmla="*/ 1417290 h 4129679"/>
                <a:gd name="connsiteX865" fmla="*/ 1412878 w 3991150"/>
                <a:gd name="connsiteY865" fmla="*/ 1359594 h 4129679"/>
                <a:gd name="connsiteX866" fmla="*/ 1436741 w 3991150"/>
                <a:gd name="connsiteY866" fmla="*/ 1383457 h 4129679"/>
                <a:gd name="connsiteX867" fmla="*/ 1412878 w 3991150"/>
                <a:gd name="connsiteY867" fmla="*/ 1407371 h 4129679"/>
                <a:gd name="connsiteX868" fmla="*/ 1389014 w 3991150"/>
                <a:gd name="connsiteY868" fmla="*/ 1383457 h 4129679"/>
                <a:gd name="connsiteX869" fmla="*/ 1412878 w 3991150"/>
                <a:gd name="connsiteY869" fmla="*/ 1359594 h 4129679"/>
                <a:gd name="connsiteX870" fmla="*/ 1842341 w 3991150"/>
                <a:gd name="connsiteY870" fmla="*/ 1653776 h 4129679"/>
                <a:gd name="connsiteX871" fmla="*/ 1993255 w 3991150"/>
                <a:gd name="connsiteY871" fmla="*/ 1502862 h 4129679"/>
                <a:gd name="connsiteX872" fmla="*/ 1988289 w 3991150"/>
                <a:gd name="connsiteY872" fmla="*/ 1497909 h 4129679"/>
                <a:gd name="connsiteX873" fmla="*/ 1847357 w 3991150"/>
                <a:gd name="connsiteY873" fmla="*/ 1497909 h 4129679"/>
                <a:gd name="connsiteX874" fmla="*/ 1847357 w 3991150"/>
                <a:gd name="connsiteY874" fmla="*/ 1356965 h 4129679"/>
                <a:gd name="connsiteX875" fmla="*/ 1842341 w 3991150"/>
                <a:gd name="connsiteY875" fmla="*/ 1351961 h 4129679"/>
                <a:gd name="connsiteX876" fmla="*/ 1691427 w 3991150"/>
                <a:gd name="connsiteY876" fmla="*/ 1502862 h 4129679"/>
                <a:gd name="connsiteX877" fmla="*/ 1842341 w 3991150"/>
                <a:gd name="connsiteY877" fmla="*/ 1653776 h 4129679"/>
                <a:gd name="connsiteX878" fmla="*/ 1837388 w 3991150"/>
                <a:gd name="connsiteY878" fmla="*/ 1362032 h 4129679"/>
                <a:gd name="connsiteX879" fmla="*/ 1837388 w 3991150"/>
                <a:gd name="connsiteY879" fmla="*/ 1502862 h 4129679"/>
                <a:gd name="connsiteX880" fmla="*/ 1842341 w 3991150"/>
                <a:gd name="connsiteY880" fmla="*/ 1507828 h 4129679"/>
                <a:gd name="connsiteX881" fmla="*/ 1983235 w 3991150"/>
                <a:gd name="connsiteY881" fmla="*/ 1507828 h 4129679"/>
                <a:gd name="connsiteX882" fmla="*/ 1842341 w 3991150"/>
                <a:gd name="connsiteY882" fmla="*/ 1643807 h 4129679"/>
                <a:gd name="connsiteX883" fmla="*/ 1701409 w 3991150"/>
                <a:gd name="connsiteY883" fmla="*/ 1502862 h 4129679"/>
                <a:gd name="connsiteX884" fmla="*/ 1837388 w 3991150"/>
                <a:gd name="connsiteY884" fmla="*/ 1362032 h 4129679"/>
                <a:gd name="connsiteX885" fmla="*/ 1875183 w 3991150"/>
                <a:gd name="connsiteY885" fmla="*/ 1319119 h 4129679"/>
                <a:gd name="connsiteX886" fmla="*/ 1875183 w 3991150"/>
                <a:gd name="connsiteY886" fmla="*/ 1465067 h 4129679"/>
                <a:gd name="connsiteX887" fmla="*/ 1880149 w 3991150"/>
                <a:gd name="connsiteY887" fmla="*/ 1470020 h 4129679"/>
                <a:gd name="connsiteX888" fmla="*/ 2026097 w 3991150"/>
                <a:gd name="connsiteY888" fmla="*/ 1470020 h 4129679"/>
                <a:gd name="connsiteX889" fmla="*/ 2031063 w 3991150"/>
                <a:gd name="connsiteY889" fmla="*/ 1465067 h 4129679"/>
                <a:gd name="connsiteX890" fmla="*/ 1880149 w 3991150"/>
                <a:gd name="connsiteY890" fmla="*/ 1314153 h 4129679"/>
                <a:gd name="connsiteX891" fmla="*/ 1875183 w 3991150"/>
                <a:gd name="connsiteY891" fmla="*/ 1319119 h 4129679"/>
                <a:gd name="connsiteX892" fmla="*/ 2212775 w 3991150"/>
                <a:gd name="connsiteY892" fmla="*/ 1530802 h 4129679"/>
                <a:gd name="connsiteX893" fmla="*/ 2224789 w 3991150"/>
                <a:gd name="connsiteY893" fmla="*/ 1566515 h 4129679"/>
                <a:gd name="connsiteX894" fmla="*/ 2224789 w 3991150"/>
                <a:gd name="connsiteY894" fmla="*/ 1645191 h 4129679"/>
                <a:gd name="connsiteX895" fmla="*/ 2229742 w 3991150"/>
                <a:gd name="connsiteY895" fmla="*/ 1650157 h 4129679"/>
                <a:gd name="connsiteX896" fmla="*/ 2233806 w 3991150"/>
                <a:gd name="connsiteY896" fmla="*/ 1650157 h 4129679"/>
                <a:gd name="connsiteX897" fmla="*/ 2285749 w 3991150"/>
                <a:gd name="connsiteY897" fmla="*/ 1686771 h 4129679"/>
                <a:gd name="connsiteX898" fmla="*/ 2337692 w 3991150"/>
                <a:gd name="connsiteY898" fmla="*/ 1650157 h 4129679"/>
                <a:gd name="connsiteX899" fmla="*/ 2341756 w 3991150"/>
                <a:gd name="connsiteY899" fmla="*/ 1650157 h 4129679"/>
                <a:gd name="connsiteX900" fmla="*/ 2346772 w 3991150"/>
                <a:gd name="connsiteY900" fmla="*/ 1645191 h 4129679"/>
                <a:gd name="connsiteX901" fmla="*/ 2346772 w 3991150"/>
                <a:gd name="connsiteY901" fmla="*/ 1566515 h 4129679"/>
                <a:gd name="connsiteX902" fmla="*/ 2358774 w 3991150"/>
                <a:gd name="connsiteY902" fmla="*/ 1530802 h 4129679"/>
                <a:gd name="connsiteX903" fmla="*/ 2374458 w 3991150"/>
                <a:gd name="connsiteY903" fmla="*/ 1512044 h 4129679"/>
                <a:gd name="connsiteX904" fmla="*/ 2422528 w 3991150"/>
                <a:gd name="connsiteY904" fmla="*/ 1415601 h 4129679"/>
                <a:gd name="connsiteX905" fmla="*/ 2285749 w 3991150"/>
                <a:gd name="connsiteY905" fmla="*/ 1278834 h 4129679"/>
                <a:gd name="connsiteX906" fmla="*/ 2148982 w 3991150"/>
                <a:gd name="connsiteY906" fmla="*/ 1415601 h 4129679"/>
                <a:gd name="connsiteX907" fmla="*/ 2197052 w 3991150"/>
                <a:gd name="connsiteY907" fmla="*/ 1512044 h 4129679"/>
                <a:gd name="connsiteX908" fmla="*/ 2212775 w 3991150"/>
                <a:gd name="connsiteY908" fmla="*/ 1530802 h 4129679"/>
                <a:gd name="connsiteX909" fmla="*/ 2263232 w 3991150"/>
                <a:gd name="connsiteY909" fmla="*/ 1477957 h 4129679"/>
                <a:gd name="connsiteX910" fmla="*/ 2240803 w 3991150"/>
                <a:gd name="connsiteY910" fmla="*/ 1453066 h 4129679"/>
                <a:gd name="connsiteX911" fmla="*/ 2241845 w 3991150"/>
                <a:gd name="connsiteY911" fmla="*/ 1404742 h 4129679"/>
                <a:gd name="connsiteX912" fmla="*/ 2251128 w 3991150"/>
                <a:gd name="connsiteY912" fmla="*/ 1399586 h 4129679"/>
                <a:gd name="connsiteX913" fmla="*/ 2253605 w 3991150"/>
                <a:gd name="connsiteY913" fmla="*/ 1400081 h 4129679"/>
                <a:gd name="connsiteX914" fmla="*/ 2263232 w 3991150"/>
                <a:gd name="connsiteY914" fmla="*/ 1426421 h 4129679"/>
                <a:gd name="connsiteX915" fmla="*/ 2298347 w 3991150"/>
                <a:gd name="connsiteY915" fmla="*/ 1560965 h 4129679"/>
                <a:gd name="connsiteX916" fmla="*/ 2273150 w 3991150"/>
                <a:gd name="connsiteY916" fmla="*/ 1560965 h 4129679"/>
                <a:gd name="connsiteX917" fmla="*/ 2273150 w 3991150"/>
                <a:gd name="connsiteY917" fmla="*/ 1491801 h 4129679"/>
                <a:gd name="connsiteX918" fmla="*/ 2298347 w 3991150"/>
                <a:gd name="connsiteY918" fmla="*/ 1491801 h 4129679"/>
                <a:gd name="connsiteX919" fmla="*/ 2336803 w 3991150"/>
                <a:gd name="connsiteY919" fmla="*/ 1570934 h 4129679"/>
                <a:gd name="connsiteX920" fmla="*/ 2336803 w 3991150"/>
                <a:gd name="connsiteY920" fmla="*/ 1616667 h 4129679"/>
                <a:gd name="connsiteX921" fmla="*/ 2254989 w 3991150"/>
                <a:gd name="connsiteY921" fmla="*/ 1616667 h 4129679"/>
                <a:gd name="connsiteX922" fmla="*/ 2250036 w 3991150"/>
                <a:gd name="connsiteY922" fmla="*/ 1621683 h 4129679"/>
                <a:gd name="connsiteX923" fmla="*/ 2254989 w 3991150"/>
                <a:gd name="connsiteY923" fmla="*/ 1626636 h 4129679"/>
                <a:gd name="connsiteX924" fmla="*/ 2336803 w 3991150"/>
                <a:gd name="connsiteY924" fmla="*/ 1626636 h 4129679"/>
                <a:gd name="connsiteX925" fmla="*/ 2336803 w 3991150"/>
                <a:gd name="connsiteY925" fmla="*/ 1640187 h 4129679"/>
                <a:gd name="connsiteX926" fmla="*/ 2234707 w 3991150"/>
                <a:gd name="connsiteY926" fmla="*/ 1640187 h 4129679"/>
                <a:gd name="connsiteX927" fmla="*/ 2234707 w 3991150"/>
                <a:gd name="connsiteY927" fmla="*/ 1594442 h 4129679"/>
                <a:gd name="connsiteX928" fmla="*/ 2323747 w 3991150"/>
                <a:gd name="connsiteY928" fmla="*/ 1594442 h 4129679"/>
                <a:gd name="connsiteX929" fmla="*/ 2328713 w 3991150"/>
                <a:gd name="connsiteY929" fmla="*/ 1589438 h 4129679"/>
                <a:gd name="connsiteX930" fmla="*/ 2323747 w 3991150"/>
                <a:gd name="connsiteY930" fmla="*/ 1584472 h 4129679"/>
                <a:gd name="connsiteX931" fmla="*/ 2234707 w 3991150"/>
                <a:gd name="connsiteY931" fmla="*/ 1584472 h 4129679"/>
                <a:gd name="connsiteX932" fmla="*/ 2234707 w 3991150"/>
                <a:gd name="connsiteY932" fmla="*/ 1570934 h 4129679"/>
                <a:gd name="connsiteX933" fmla="*/ 2285749 w 3991150"/>
                <a:gd name="connsiteY933" fmla="*/ 1676801 h 4129679"/>
                <a:gd name="connsiteX934" fmla="*/ 2243839 w 3991150"/>
                <a:gd name="connsiteY934" fmla="*/ 1650157 h 4129679"/>
                <a:gd name="connsiteX935" fmla="*/ 2327722 w 3991150"/>
                <a:gd name="connsiteY935" fmla="*/ 1650157 h 4129679"/>
                <a:gd name="connsiteX936" fmla="*/ 2285749 w 3991150"/>
                <a:gd name="connsiteY936" fmla="*/ 1676801 h 4129679"/>
                <a:gd name="connsiteX937" fmla="*/ 2285749 w 3991150"/>
                <a:gd name="connsiteY937" fmla="*/ 1288804 h 4129679"/>
                <a:gd name="connsiteX938" fmla="*/ 2412609 w 3991150"/>
                <a:gd name="connsiteY938" fmla="*/ 1415601 h 4129679"/>
                <a:gd name="connsiteX939" fmla="*/ 2366914 w 3991150"/>
                <a:gd name="connsiteY939" fmla="*/ 1505593 h 4129679"/>
                <a:gd name="connsiteX940" fmla="*/ 2350989 w 3991150"/>
                <a:gd name="connsiteY940" fmla="*/ 1524592 h 4129679"/>
                <a:gd name="connsiteX941" fmla="*/ 2337844 w 3991150"/>
                <a:gd name="connsiteY941" fmla="*/ 1560965 h 4129679"/>
                <a:gd name="connsiteX942" fmla="*/ 2308329 w 3991150"/>
                <a:gd name="connsiteY942" fmla="*/ 1560965 h 4129679"/>
                <a:gd name="connsiteX943" fmla="*/ 2308329 w 3991150"/>
                <a:gd name="connsiteY943" fmla="*/ 1488829 h 4129679"/>
                <a:gd name="connsiteX944" fmla="*/ 2339825 w 3991150"/>
                <a:gd name="connsiteY944" fmla="*/ 1457079 h 4129679"/>
                <a:gd name="connsiteX945" fmla="*/ 2336993 w 3991150"/>
                <a:gd name="connsiteY945" fmla="*/ 1397998 h 4129679"/>
                <a:gd name="connsiteX946" fmla="*/ 2314324 w 3991150"/>
                <a:gd name="connsiteY946" fmla="*/ 1390797 h 4129679"/>
                <a:gd name="connsiteX947" fmla="*/ 2298347 w 3991150"/>
                <a:gd name="connsiteY947" fmla="*/ 1426421 h 4129679"/>
                <a:gd name="connsiteX948" fmla="*/ 2298347 w 3991150"/>
                <a:gd name="connsiteY948" fmla="*/ 1481679 h 4129679"/>
                <a:gd name="connsiteX949" fmla="*/ 2273150 w 3991150"/>
                <a:gd name="connsiteY949" fmla="*/ 1481679 h 4129679"/>
                <a:gd name="connsiteX950" fmla="*/ 2273150 w 3991150"/>
                <a:gd name="connsiteY950" fmla="*/ 1426421 h 4129679"/>
                <a:gd name="connsiteX951" fmla="*/ 2257225 w 3991150"/>
                <a:gd name="connsiteY951" fmla="*/ 1390797 h 4129679"/>
                <a:gd name="connsiteX952" fmla="*/ 2234504 w 3991150"/>
                <a:gd name="connsiteY952" fmla="*/ 1397998 h 4129679"/>
                <a:gd name="connsiteX953" fmla="*/ 2231672 w 3991150"/>
                <a:gd name="connsiteY953" fmla="*/ 1457079 h 4129679"/>
                <a:gd name="connsiteX954" fmla="*/ 2263232 w 3991150"/>
                <a:gd name="connsiteY954" fmla="*/ 1488829 h 4129679"/>
                <a:gd name="connsiteX955" fmla="*/ 2263232 w 3991150"/>
                <a:gd name="connsiteY955" fmla="*/ 1560965 h 4129679"/>
                <a:gd name="connsiteX956" fmla="*/ 2233717 w 3991150"/>
                <a:gd name="connsiteY956" fmla="*/ 1560965 h 4129679"/>
                <a:gd name="connsiteX957" fmla="*/ 2220560 w 3991150"/>
                <a:gd name="connsiteY957" fmla="*/ 1524592 h 4129679"/>
                <a:gd name="connsiteX958" fmla="*/ 2204596 w 3991150"/>
                <a:gd name="connsiteY958" fmla="*/ 1505593 h 4129679"/>
                <a:gd name="connsiteX959" fmla="*/ 2158952 w 3991150"/>
                <a:gd name="connsiteY959" fmla="*/ 1415601 h 4129679"/>
                <a:gd name="connsiteX960" fmla="*/ 2285749 w 3991150"/>
                <a:gd name="connsiteY960" fmla="*/ 1288804 h 4129679"/>
                <a:gd name="connsiteX961" fmla="*/ 2308329 w 3991150"/>
                <a:gd name="connsiteY961" fmla="*/ 1477957 h 4129679"/>
                <a:gd name="connsiteX962" fmla="*/ 2308329 w 3991150"/>
                <a:gd name="connsiteY962" fmla="*/ 1426421 h 4129679"/>
                <a:gd name="connsiteX963" fmla="*/ 2317905 w 3991150"/>
                <a:gd name="connsiteY963" fmla="*/ 1400081 h 4129679"/>
                <a:gd name="connsiteX964" fmla="*/ 2320432 w 3991150"/>
                <a:gd name="connsiteY964" fmla="*/ 1399586 h 4129679"/>
                <a:gd name="connsiteX965" fmla="*/ 2329703 w 3991150"/>
                <a:gd name="connsiteY965" fmla="*/ 1404742 h 4129679"/>
                <a:gd name="connsiteX966" fmla="*/ 2330745 w 3991150"/>
                <a:gd name="connsiteY966" fmla="*/ 1453066 h 4129679"/>
                <a:gd name="connsiteX967" fmla="*/ 2308329 w 3991150"/>
                <a:gd name="connsiteY967" fmla="*/ 1477957 h 4129679"/>
                <a:gd name="connsiteX968" fmla="*/ 2457897 w 3991150"/>
                <a:gd name="connsiteY968" fmla="*/ 1771150 h 4129679"/>
                <a:gd name="connsiteX969" fmla="*/ 993329 w 3991150"/>
                <a:gd name="connsiteY969" fmla="*/ 1771150 h 4129679"/>
                <a:gd name="connsiteX970" fmla="*/ 988367 w 3991150"/>
                <a:gd name="connsiteY970" fmla="*/ 1776166 h 4129679"/>
                <a:gd name="connsiteX971" fmla="*/ 988367 w 3991150"/>
                <a:gd name="connsiteY971" fmla="*/ 2157712 h 4129679"/>
                <a:gd name="connsiteX972" fmla="*/ 993329 w 3991150"/>
                <a:gd name="connsiteY972" fmla="*/ 2162665 h 4129679"/>
                <a:gd name="connsiteX973" fmla="*/ 2457897 w 3991150"/>
                <a:gd name="connsiteY973" fmla="*/ 2162665 h 4129679"/>
                <a:gd name="connsiteX974" fmla="*/ 2462863 w 3991150"/>
                <a:gd name="connsiteY974" fmla="*/ 2157712 h 4129679"/>
                <a:gd name="connsiteX975" fmla="*/ 2462863 w 3991150"/>
                <a:gd name="connsiteY975" fmla="*/ 1776166 h 4129679"/>
                <a:gd name="connsiteX976" fmla="*/ 2457897 w 3991150"/>
                <a:gd name="connsiteY976" fmla="*/ 1771150 h 4129679"/>
                <a:gd name="connsiteX977" fmla="*/ 2452931 w 3991150"/>
                <a:gd name="connsiteY977" fmla="*/ 2152747 h 4129679"/>
                <a:gd name="connsiteX978" fmla="*/ 998339 w 3991150"/>
                <a:gd name="connsiteY978" fmla="*/ 2152747 h 4129679"/>
                <a:gd name="connsiteX979" fmla="*/ 998339 w 3991150"/>
                <a:gd name="connsiteY979" fmla="*/ 1781132 h 4129679"/>
                <a:gd name="connsiteX980" fmla="*/ 2452931 w 3991150"/>
                <a:gd name="connsiteY980" fmla="*/ 1781132 h 4129679"/>
                <a:gd name="connsiteX981" fmla="*/ 1671437 w 3991150"/>
                <a:gd name="connsiteY981" fmla="*/ 2319434 h 4129679"/>
                <a:gd name="connsiteX982" fmla="*/ 1620789 w 3991150"/>
                <a:gd name="connsiteY982" fmla="*/ 2306493 h 4129679"/>
                <a:gd name="connsiteX983" fmla="*/ 1560464 w 3991150"/>
                <a:gd name="connsiteY983" fmla="*/ 2354220 h 4129679"/>
                <a:gd name="connsiteX984" fmla="*/ 1500089 w 3991150"/>
                <a:gd name="connsiteY984" fmla="*/ 2306493 h 4129679"/>
                <a:gd name="connsiteX985" fmla="*/ 1449492 w 3991150"/>
                <a:gd name="connsiteY985" fmla="*/ 2319434 h 4129679"/>
                <a:gd name="connsiteX986" fmla="*/ 1433464 w 3991150"/>
                <a:gd name="connsiteY986" fmla="*/ 2400206 h 4129679"/>
                <a:gd name="connsiteX987" fmla="*/ 1560464 w 3991150"/>
                <a:gd name="connsiteY987" fmla="*/ 2531816 h 4129679"/>
                <a:gd name="connsiteX988" fmla="*/ 1687464 w 3991150"/>
                <a:gd name="connsiteY988" fmla="*/ 2400206 h 4129679"/>
                <a:gd name="connsiteX989" fmla="*/ 1671437 w 3991150"/>
                <a:gd name="connsiteY989" fmla="*/ 2319434 h 4129679"/>
                <a:gd name="connsiteX990" fmla="*/ 1678041 w 3991150"/>
                <a:gd name="connsiteY990" fmla="*/ 2397082 h 4129679"/>
                <a:gd name="connsiteX991" fmla="*/ 1560464 w 3991150"/>
                <a:gd name="connsiteY991" fmla="*/ 2521847 h 4129679"/>
                <a:gd name="connsiteX992" fmla="*/ 1442888 w 3991150"/>
                <a:gd name="connsiteY992" fmla="*/ 2397082 h 4129679"/>
                <a:gd name="connsiteX993" fmla="*/ 1455486 w 3991150"/>
                <a:gd name="connsiteY993" fmla="*/ 2327422 h 4129679"/>
                <a:gd name="connsiteX994" fmla="*/ 1488430 w 3991150"/>
                <a:gd name="connsiteY994" fmla="*/ 2315218 h 4129679"/>
                <a:gd name="connsiteX995" fmla="*/ 1498006 w 3991150"/>
                <a:gd name="connsiteY995" fmla="*/ 2316208 h 4129679"/>
                <a:gd name="connsiteX996" fmla="*/ 1556096 w 3991150"/>
                <a:gd name="connsiteY996" fmla="*/ 2366069 h 4129679"/>
                <a:gd name="connsiteX997" fmla="*/ 1564782 w 3991150"/>
                <a:gd name="connsiteY997" fmla="*/ 2366069 h 4129679"/>
                <a:gd name="connsiteX998" fmla="*/ 1622872 w 3991150"/>
                <a:gd name="connsiteY998" fmla="*/ 2316208 h 4129679"/>
                <a:gd name="connsiteX999" fmla="*/ 1665443 w 3991150"/>
                <a:gd name="connsiteY999" fmla="*/ 2327422 h 4129679"/>
                <a:gd name="connsiteX1000" fmla="*/ 1678041 w 3991150"/>
                <a:gd name="connsiteY1000" fmla="*/ 2397082 h 4129679"/>
                <a:gd name="connsiteX1001" fmla="*/ 1985864 w 3991150"/>
                <a:gd name="connsiteY1001" fmla="*/ 2463160 h 4129679"/>
                <a:gd name="connsiteX1002" fmla="*/ 1989381 w 3991150"/>
                <a:gd name="connsiteY1002" fmla="*/ 2464595 h 4129679"/>
                <a:gd name="connsiteX1003" fmla="*/ 1989585 w 3991150"/>
                <a:gd name="connsiteY1003" fmla="*/ 2464595 h 4129679"/>
                <a:gd name="connsiteX1004" fmla="*/ 2031507 w 3991150"/>
                <a:gd name="connsiteY1004" fmla="*/ 2462512 h 4129679"/>
                <a:gd name="connsiteX1005" fmla="*/ 2072338 w 3991150"/>
                <a:gd name="connsiteY1005" fmla="*/ 2503343 h 4129679"/>
                <a:gd name="connsiteX1006" fmla="*/ 2075754 w 3991150"/>
                <a:gd name="connsiteY1006" fmla="*/ 2743246 h 4129679"/>
                <a:gd name="connsiteX1007" fmla="*/ 2197598 w 3991150"/>
                <a:gd name="connsiteY1007" fmla="*/ 2793652 h 4129679"/>
                <a:gd name="connsiteX1008" fmla="*/ 2319442 w 3991150"/>
                <a:gd name="connsiteY1008" fmla="*/ 2743246 h 4129679"/>
                <a:gd name="connsiteX1009" fmla="*/ 2369937 w 3991150"/>
                <a:gd name="connsiteY1009" fmla="*/ 2621415 h 4129679"/>
                <a:gd name="connsiteX1010" fmla="*/ 2319442 w 3991150"/>
                <a:gd name="connsiteY1010" fmla="*/ 2499571 h 4129679"/>
                <a:gd name="connsiteX1011" fmla="*/ 2079323 w 3991150"/>
                <a:gd name="connsiteY1011" fmla="*/ 2496294 h 4129679"/>
                <a:gd name="connsiteX1012" fmla="*/ 2038594 w 3991150"/>
                <a:gd name="connsiteY1012" fmla="*/ 2455565 h 4129679"/>
                <a:gd name="connsiteX1013" fmla="*/ 2040588 w 3991150"/>
                <a:gd name="connsiteY1013" fmla="*/ 2413592 h 4129679"/>
                <a:gd name="connsiteX1014" fmla="*/ 2039140 w 3991150"/>
                <a:gd name="connsiteY1014" fmla="*/ 2409871 h 4129679"/>
                <a:gd name="connsiteX1015" fmla="*/ 1980898 w 3991150"/>
                <a:gd name="connsiteY1015" fmla="*/ 2351629 h 4129679"/>
                <a:gd name="connsiteX1016" fmla="*/ 1975792 w 3991150"/>
                <a:gd name="connsiteY1016" fmla="*/ 2350448 h 4129679"/>
                <a:gd name="connsiteX1017" fmla="*/ 1972414 w 3991150"/>
                <a:gd name="connsiteY1017" fmla="*/ 2354461 h 4129679"/>
                <a:gd name="connsiteX1018" fmla="*/ 1967410 w 3991150"/>
                <a:gd name="connsiteY1018" fmla="*/ 2391367 h 4129679"/>
                <a:gd name="connsiteX1019" fmla="*/ 1930453 w 3991150"/>
                <a:gd name="connsiteY1019" fmla="*/ 2396434 h 4129679"/>
                <a:gd name="connsiteX1020" fmla="*/ 1926377 w 3991150"/>
                <a:gd name="connsiteY1020" fmla="*/ 2399800 h 4129679"/>
                <a:gd name="connsiteX1021" fmla="*/ 1927621 w 3991150"/>
                <a:gd name="connsiteY1021" fmla="*/ 2404918 h 4129679"/>
                <a:gd name="connsiteX1022" fmla="*/ 2197598 w 3991150"/>
                <a:gd name="connsiteY1022" fmla="*/ 2459083 h 4129679"/>
                <a:gd name="connsiteX1023" fmla="*/ 2312444 w 3991150"/>
                <a:gd name="connsiteY1023" fmla="*/ 2506569 h 4129679"/>
                <a:gd name="connsiteX1024" fmla="*/ 2359967 w 3991150"/>
                <a:gd name="connsiteY1024" fmla="*/ 2621415 h 4129679"/>
                <a:gd name="connsiteX1025" fmla="*/ 2312444 w 3991150"/>
                <a:gd name="connsiteY1025" fmla="*/ 2736210 h 4129679"/>
                <a:gd name="connsiteX1026" fmla="*/ 2082803 w 3991150"/>
                <a:gd name="connsiteY1026" fmla="*/ 2736210 h 4129679"/>
                <a:gd name="connsiteX1027" fmla="*/ 2079323 w 3991150"/>
                <a:gd name="connsiteY1027" fmla="*/ 2510379 h 4129679"/>
                <a:gd name="connsiteX1028" fmla="*/ 2110438 w 3991150"/>
                <a:gd name="connsiteY1028" fmla="*/ 2541494 h 4129679"/>
                <a:gd name="connsiteX1029" fmla="*/ 2113905 w 3991150"/>
                <a:gd name="connsiteY1029" fmla="*/ 2705095 h 4129679"/>
                <a:gd name="connsiteX1030" fmla="*/ 2197598 w 3991150"/>
                <a:gd name="connsiteY1030" fmla="*/ 2739779 h 4129679"/>
                <a:gd name="connsiteX1031" fmla="*/ 2281342 w 3991150"/>
                <a:gd name="connsiteY1031" fmla="*/ 2705095 h 4129679"/>
                <a:gd name="connsiteX1032" fmla="*/ 2281342 w 3991150"/>
                <a:gd name="connsiteY1032" fmla="*/ 2537671 h 4129679"/>
                <a:gd name="connsiteX1033" fmla="*/ 2197598 w 3991150"/>
                <a:gd name="connsiteY1033" fmla="*/ 2502987 h 4129679"/>
                <a:gd name="connsiteX1034" fmla="*/ 2117474 w 3991150"/>
                <a:gd name="connsiteY1034" fmla="*/ 2534445 h 4129679"/>
                <a:gd name="connsiteX1035" fmla="*/ 2086371 w 3991150"/>
                <a:gd name="connsiteY1035" fmla="*/ 2503343 h 4129679"/>
                <a:gd name="connsiteX1036" fmla="*/ 2197598 w 3991150"/>
                <a:gd name="connsiteY1036" fmla="*/ 2459083 h 4129679"/>
                <a:gd name="connsiteX1037" fmla="*/ 2148589 w 3991150"/>
                <a:gd name="connsiteY1037" fmla="*/ 2579645 h 4129679"/>
                <a:gd name="connsiteX1038" fmla="*/ 2133158 w 3991150"/>
                <a:gd name="connsiteY1038" fmla="*/ 2621415 h 4129679"/>
                <a:gd name="connsiteX1039" fmla="*/ 2152005 w 3991150"/>
                <a:gd name="connsiteY1039" fmla="*/ 2666995 h 4129679"/>
                <a:gd name="connsiteX1040" fmla="*/ 2197598 w 3991150"/>
                <a:gd name="connsiteY1040" fmla="*/ 2685854 h 4129679"/>
                <a:gd name="connsiteX1041" fmla="*/ 2243191 w 3991150"/>
                <a:gd name="connsiteY1041" fmla="*/ 2666995 h 4129679"/>
                <a:gd name="connsiteX1042" fmla="*/ 2243191 w 3991150"/>
                <a:gd name="connsiteY1042" fmla="*/ 2575822 h 4129679"/>
                <a:gd name="connsiteX1043" fmla="*/ 2155625 w 3991150"/>
                <a:gd name="connsiteY1043" fmla="*/ 2572596 h 4129679"/>
                <a:gd name="connsiteX1044" fmla="*/ 2124522 w 3991150"/>
                <a:gd name="connsiteY1044" fmla="*/ 2541494 h 4129679"/>
                <a:gd name="connsiteX1045" fmla="*/ 2197598 w 3991150"/>
                <a:gd name="connsiteY1045" fmla="*/ 2513007 h 4129679"/>
                <a:gd name="connsiteX1046" fmla="*/ 2274293 w 3991150"/>
                <a:gd name="connsiteY1046" fmla="*/ 2544720 h 4129679"/>
                <a:gd name="connsiteX1047" fmla="*/ 2274293 w 3991150"/>
                <a:gd name="connsiteY1047" fmla="*/ 2698059 h 4129679"/>
                <a:gd name="connsiteX1048" fmla="*/ 2120953 w 3991150"/>
                <a:gd name="connsiteY1048" fmla="*/ 2698059 h 4129679"/>
                <a:gd name="connsiteX1049" fmla="*/ 2117474 w 3991150"/>
                <a:gd name="connsiteY1049" fmla="*/ 2548530 h 4129679"/>
                <a:gd name="connsiteX1050" fmla="*/ 2193775 w 3991150"/>
                <a:gd name="connsiteY1050" fmla="*/ 2624831 h 4129679"/>
                <a:gd name="connsiteX1051" fmla="*/ 2197293 w 3991150"/>
                <a:gd name="connsiteY1051" fmla="*/ 2626266 h 4129679"/>
                <a:gd name="connsiteX1052" fmla="*/ 2200824 w 3991150"/>
                <a:gd name="connsiteY1052" fmla="*/ 2624831 h 4129679"/>
                <a:gd name="connsiteX1053" fmla="*/ 2200824 w 3991150"/>
                <a:gd name="connsiteY1053" fmla="*/ 2617782 h 4129679"/>
                <a:gd name="connsiteX1054" fmla="*/ 2162825 w 3991150"/>
                <a:gd name="connsiteY1054" fmla="*/ 2579784 h 4129679"/>
                <a:gd name="connsiteX1055" fmla="*/ 2197598 w 3991150"/>
                <a:gd name="connsiteY1055" fmla="*/ 2566894 h 4129679"/>
                <a:gd name="connsiteX1056" fmla="*/ 2236142 w 3991150"/>
                <a:gd name="connsiteY1056" fmla="*/ 2582857 h 4129679"/>
                <a:gd name="connsiteX1057" fmla="*/ 2236142 w 3991150"/>
                <a:gd name="connsiteY1057" fmla="*/ 2659959 h 4129679"/>
                <a:gd name="connsiteX1058" fmla="*/ 2159053 w 3991150"/>
                <a:gd name="connsiteY1058" fmla="*/ 2659959 h 4129679"/>
                <a:gd name="connsiteX1059" fmla="*/ 2143077 w 3991150"/>
                <a:gd name="connsiteY1059" fmla="*/ 2621415 h 4129679"/>
                <a:gd name="connsiteX1060" fmla="*/ 2155777 w 3991150"/>
                <a:gd name="connsiteY1060" fmla="*/ 2586833 h 4129679"/>
                <a:gd name="connsiteX1061" fmla="*/ 1238900 w 3991150"/>
                <a:gd name="connsiteY1061" fmla="*/ 2383290 h 4129679"/>
                <a:gd name="connsiteX1062" fmla="*/ 1201981 w 3991150"/>
                <a:gd name="connsiteY1062" fmla="*/ 2383290 h 4129679"/>
                <a:gd name="connsiteX1063" fmla="*/ 1186017 w 3991150"/>
                <a:gd name="connsiteY1063" fmla="*/ 2268393 h 4129679"/>
                <a:gd name="connsiteX1064" fmla="*/ 1163881 w 3991150"/>
                <a:gd name="connsiteY1064" fmla="*/ 2275835 h 4129679"/>
                <a:gd name="connsiteX1065" fmla="*/ 1146178 w 3991150"/>
                <a:gd name="connsiteY1065" fmla="*/ 2313986 h 4129679"/>
                <a:gd name="connsiteX1066" fmla="*/ 1130099 w 3991150"/>
                <a:gd name="connsiteY1066" fmla="*/ 2352327 h 4129679"/>
                <a:gd name="connsiteX1067" fmla="*/ 1055436 w 3991150"/>
                <a:gd name="connsiteY1067" fmla="*/ 2395495 h 4129679"/>
                <a:gd name="connsiteX1068" fmla="*/ 994123 w 3991150"/>
                <a:gd name="connsiteY1068" fmla="*/ 2395495 h 4129679"/>
                <a:gd name="connsiteX1069" fmla="*/ 989161 w 3991150"/>
                <a:gd name="connsiteY1069" fmla="*/ 2400447 h 4129679"/>
                <a:gd name="connsiteX1070" fmla="*/ 989161 w 3991150"/>
                <a:gd name="connsiteY1070" fmla="*/ 2538814 h 4129679"/>
                <a:gd name="connsiteX1071" fmla="*/ 994123 w 3991150"/>
                <a:gd name="connsiteY1071" fmla="*/ 2543767 h 4129679"/>
                <a:gd name="connsiteX1072" fmla="*/ 1238900 w 3991150"/>
                <a:gd name="connsiteY1072" fmla="*/ 2543767 h 4129679"/>
                <a:gd name="connsiteX1073" fmla="*/ 1274917 w 3991150"/>
                <a:gd name="connsiteY1073" fmla="*/ 2507801 h 4129679"/>
                <a:gd name="connsiteX1074" fmla="*/ 1274917 w 3991150"/>
                <a:gd name="connsiteY1074" fmla="*/ 2419307 h 4129679"/>
                <a:gd name="connsiteX1075" fmla="*/ 1238900 w 3991150"/>
                <a:gd name="connsiteY1075" fmla="*/ 2383290 h 4129679"/>
                <a:gd name="connsiteX1076" fmla="*/ 1264935 w 3991150"/>
                <a:gd name="connsiteY1076" fmla="*/ 2507801 h 4129679"/>
                <a:gd name="connsiteX1077" fmla="*/ 1238900 w 3991150"/>
                <a:gd name="connsiteY1077" fmla="*/ 2533848 h 4129679"/>
                <a:gd name="connsiteX1078" fmla="*/ 1061138 w 3991150"/>
                <a:gd name="connsiteY1078" fmla="*/ 2533848 h 4129679"/>
                <a:gd name="connsiteX1079" fmla="*/ 1061138 w 3991150"/>
                <a:gd name="connsiteY1079" fmla="*/ 2404067 h 4129679"/>
                <a:gd name="connsiteX1080" fmla="*/ 1138583 w 3991150"/>
                <a:gd name="connsiteY1080" fmla="*/ 2357534 h 4129679"/>
                <a:gd name="connsiteX1081" fmla="*/ 1155601 w 3991150"/>
                <a:gd name="connsiteY1081" fmla="*/ 2317110 h 4129679"/>
                <a:gd name="connsiteX1082" fmla="*/ 1171425 w 3991150"/>
                <a:gd name="connsiteY1082" fmla="*/ 2282325 h 4129679"/>
                <a:gd name="connsiteX1083" fmla="*/ 1181992 w 3991150"/>
                <a:gd name="connsiteY1083" fmla="*/ 2277473 h 4129679"/>
                <a:gd name="connsiteX1084" fmla="*/ 1191466 w 3991150"/>
                <a:gd name="connsiteY1084" fmla="*/ 2387646 h 4129679"/>
                <a:gd name="connsiteX1085" fmla="*/ 1192660 w 3991150"/>
                <a:gd name="connsiteY1085" fmla="*/ 2391570 h 4129679"/>
                <a:gd name="connsiteX1086" fmla="*/ 1196381 w 3991150"/>
                <a:gd name="connsiteY1086" fmla="*/ 2393259 h 4129679"/>
                <a:gd name="connsiteX1087" fmla="*/ 1238900 w 3991150"/>
                <a:gd name="connsiteY1087" fmla="*/ 2393259 h 4129679"/>
                <a:gd name="connsiteX1088" fmla="*/ 1264935 w 3991150"/>
                <a:gd name="connsiteY1088" fmla="*/ 2419307 h 4129679"/>
                <a:gd name="connsiteX1089" fmla="*/ 1264935 w 3991150"/>
                <a:gd name="connsiteY1089" fmla="*/ 2507801 h 4129679"/>
                <a:gd name="connsiteX1090" fmla="*/ 271661 w 3991150"/>
                <a:gd name="connsiteY1090" fmla="*/ 2548733 h 4129679"/>
                <a:gd name="connsiteX1091" fmla="*/ 335310 w 3991150"/>
                <a:gd name="connsiteY1091" fmla="*/ 2485080 h 4129679"/>
                <a:gd name="connsiteX1092" fmla="*/ 271661 w 3991150"/>
                <a:gd name="connsiteY1092" fmla="*/ 2421441 h 4129679"/>
                <a:gd name="connsiteX1093" fmla="*/ 208062 w 3991150"/>
                <a:gd name="connsiteY1093" fmla="*/ 2485080 h 4129679"/>
                <a:gd name="connsiteX1094" fmla="*/ 271661 w 3991150"/>
                <a:gd name="connsiteY1094" fmla="*/ 2548733 h 4129679"/>
                <a:gd name="connsiteX1095" fmla="*/ 271661 w 3991150"/>
                <a:gd name="connsiteY1095" fmla="*/ 2431410 h 4129679"/>
                <a:gd name="connsiteX1096" fmla="*/ 325388 w 3991150"/>
                <a:gd name="connsiteY1096" fmla="*/ 2485080 h 4129679"/>
                <a:gd name="connsiteX1097" fmla="*/ 271661 w 3991150"/>
                <a:gd name="connsiteY1097" fmla="*/ 2538763 h 4129679"/>
                <a:gd name="connsiteX1098" fmla="*/ 217984 w 3991150"/>
                <a:gd name="connsiteY1098" fmla="*/ 2485080 h 4129679"/>
                <a:gd name="connsiteX1099" fmla="*/ 271661 w 3991150"/>
                <a:gd name="connsiteY1099" fmla="*/ 2431410 h 4129679"/>
                <a:gd name="connsiteX1100" fmla="*/ 379115 w 3991150"/>
                <a:gd name="connsiteY1100" fmla="*/ 2697513 h 4129679"/>
                <a:gd name="connsiteX1101" fmla="*/ 271661 w 3991150"/>
                <a:gd name="connsiteY1101" fmla="*/ 2578247 h 4129679"/>
                <a:gd name="connsiteX1102" fmla="*/ 164257 w 3991150"/>
                <a:gd name="connsiteY1102" fmla="*/ 2697513 h 4129679"/>
                <a:gd name="connsiteX1103" fmla="*/ 169217 w 3991150"/>
                <a:gd name="connsiteY1103" fmla="*/ 2702517 h 4129679"/>
                <a:gd name="connsiteX1104" fmla="*/ 374104 w 3991150"/>
                <a:gd name="connsiteY1104" fmla="*/ 2702517 h 4129679"/>
                <a:gd name="connsiteX1105" fmla="*/ 379115 w 3991150"/>
                <a:gd name="connsiteY1105" fmla="*/ 2697513 h 4129679"/>
                <a:gd name="connsiteX1106" fmla="*/ 174328 w 3991150"/>
                <a:gd name="connsiteY1106" fmla="*/ 2692547 h 4129679"/>
                <a:gd name="connsiteX1107" fmla="*/ 271661 w 3991150"/>
                <a:gd name="connsiteY1107" fmla="*/ 2588217 h 4129679"/>
                <a:gd name="connsiteX1108" fmla="*/ 369044 w 3991150"/>
                <a:gd name="connsiteY1108" fmla="*/ 2692547 h 4129679"/>
                <a:gd name="connsiteX1109" fmla="*/ 543372 w 3991150"/>
                <a:gd name="connsiteY1109" fmla="*/ 2561979 h 4129679"/>
                <a:gd name="connsiteX1110" fmla="*/ 271661 w 3991150"/>
                <a:gd name="connsiteY1110" fmla="*/ 2290313 h 4129679"/>
                <a:gd name="connsiteX1111" fmla="*/ 0 w 3991150"/>
                <a:gd name="connsiteY1111" fmla="*/ 2561979 h 4129679"/>
                <a:gd name="connsiteX1112" fmla="*/ 271661 w 3991150"/>
                <a:gd name="connsiteY1112" fmla="*/ 2833645 h 4129679"/>
                <a:gd name="connsiteX1113" fmla="*/ 543372 w 3991150"/>
                <a:gd name="connsiteY1113" fmla="*/ 2561979 h 4129679"/>
                <a:gd name="connsiteX1114" fmla="*/ 9972 w 3991150"/>
                <a:gd name="connsiteY1114" fmla="*/ 2561979 h 4129679"/>
                <a:gd name="connsiteX1115" fmla="*/ 271661 w 3991150"/>
                <a:gd name="connsiteY1115" fmla="*/ 2300245 h 4129679"/>
                <a:gd name="connsiteX1116" fmla="*/ 533400 w 3991150"/>
                <a:gd name="connsiteY1116" fmla="*/ 2561979 h 4129679"/>
                <a:gd name="connsiteX1117" fmla="*/ 271661 w 3991150"/>
                <a:gd name="connsiteY1117" fmla="*/ 2823713 h 4129679"/>
                <a:gd name="connsiteX1118" fmla="*/ 9972 w 3991150"/>
                <a:gd name="connsiteY1118" fmla="*/ 2561979 h 4129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</a:cxnLst>
              <a:rect l="l" t="t" r="r" b="b"/>
              <a:pathLst>
                <a:path w="3991150" h="4129679">
                  <a:moveTo>
                    <a:pt x="3832520" y="1290188"/>
                  </a:moveTo>
                  <a:cubicBezTo>
                    <a:pt x="3750224" y="1186061"/>
                    <a:pt x="3535162" y="1187153"/>
                    <a:pt x="3498205" y="1188144"/>
                  </a:cubicBezTo>
                  <a:lnTo>
                    <a:pt x="3498205" y="1064915"/>
                  </a:lnTo>
                  <a:cubicBezTo>
                    <a:pt x="3498205" y="1064814"/>
                    <a:pt x="3498103" y="1064763"/>
                    <a:pt x="3498103" y="1064661"/>
                  </a:cubicBezTo>
                  <a:lnTo>
                    <a:pt x="3562848" y="1025330"/>
                  </a:lnTo>
                  <a:cubicBezTo>
                    <a:pt x="3621535" y="989655"/>
                    <a:pt x="3659342" y="927398"/>
                    <a:pt x="3663953" y="858540"/>
                  </a:cubicBezTo>
                  <a:cubicBezTo>
                    <a:pt x="3663953" y="848619"/>
                    <a:pt x="3664194" y="837903"/>
                    <a:pt x="3664448" y="826592"/>
                  </a:cubicBezTo>
                  <a:cubicBezTo>
                    <a:pt x="3667178" y="705297"/>
                    <a:pt x="3671789" y="502345"/>
                    <a:pt x="3379041" y="480120"/>
                  </a:cubicBezTo>
                  <a:cubicBezTo>
                    <a:pt x="3243214" y="469801"/>
                    <a:pt x="3144485" y="491976"/>
                    <a:pt x="3093596" y="544166"/>
                  </a:cubicBezTo>
                  <a:cubicBezTo>
                    <a:pt x="3057375" y="581373"/>
                    <a:pt x="3035849" y="641251"/>
                    <a:pt x="3038719" y="696764"/>
                  </a:cubicBezTo>
                  <a:cubicBezTo>
                    <a:pt x="3040713" y="734914"/>
                    <a:pt x="3053857" y="765969"/>
                    <a:pt x="3076730" y="787053"/>
                  </a:cubicBezTo>
                  <a:cubicBezTo>
                    <a:pt x="3066850" y="797918"/>
                    <a:pt x="3041259" y="827535"/>
                    <a:pt x="3038528" y="844848"/>
                  </a:cubicBezTo>
                  <a:cubicBezTo>
                    <a:pt x="3035404" y="864890"/>
                    <a:pt x="3067992" y="883394"/>
                    <a:pt x="3078114" y="888604"/>
                  </a:cubicBezTo>
                  <a:cubicBezTo>
                    <a:pt x="3083080" y="936824"/>
                    <a:pt x="3096415" y="976663"/>
                    <a:pt x="3118843" y="1010293"/>
                  </a:cubicBezTo>
                  <a:cubicBezTo>
                    <a:pt x="3126984" y="1022548"/>
                    <a:pt x="3153768" y="1029647"/>
                    <a:pt x="3183778" y="1033813"/>
                  </a:cubicBezTo>
                  <a:lnTo>
                    <a:pt x="3183778" y="1124644"/>
                  </a:lnTo>
                  <a:cubicBezTo>
                    <a:pt x="3183778" y="1126383"/>
                    <a:pt x="3184718" y="1128072"/>
                    <a:pt x="3186267" y="1128911"/>
                  </a:cubicBezTo>
                  <a:cubicBezTo>
                    <a:pt x="3187055" y="1129355"/>
                    <a:pt x="3187893" y="1129609"/>
                    <a:pt x="3188795" y="1129609"/>
                  </a:cubicBezTo>
                  <a:cubicBezTo>
                    <a:pt x="3189633" y="1129609"/>
                    <a:pt x="3190484" y="1129406"/>
                    <a:pt x="3191271" y="1128961"/>
                  </a:cubicBezTo>
                  <a:lnTo>
                    <a:pt x="3284388" y="1075533"/>
                  </a:lnTo>
                  <a:lnTo>
                    <a:pt x="3284388" y="1151974"/>
                  </a:lnTo>
                  <a:cubicBezTo>
                    <a:pt x="3284337" y="1152380"/>
                    <a:pt x="3284185" y="1152723"/>
                    <a:pt x="3284185" y="1153168"/>
                  </a:cubicBezTo>
                  <a:cubicBezTo>
                    <a:pt x="3284185" y="1153561"/>
                    <a:pt x="3284337" y="1153917"/>
                    <a:pt x="3284388" y="1154311"/>
                  </a:cubicBezTo>
                  <a:lnTo>
                    <a:pt x="3284388" y="1188093"/>
                  </a:lnTo>
                  <a:cubicBezTo>
                    <a:pt x="3251050" y="1187153"/>
                    <a:pt x="3082280" y="1187547"/>
                    <a:pt x="3017091" y="1290594"/>
                  </a:cubicBezTo>
                  <a:cubicBezTo>
                    <a:pt x="3006525" y="1307257"/>
                    <a:pt x="2995463" y="1330866"/>
                    <a:pt x="2984109" y="1360584"/>
                  </a:cubicBezTo>
                  <a:lnTo>
                    <a:pt x="2820139" y="1360584"/>
                  </a:lnTo>
                  <a:cubicBezTo>
                    <a:pt x="2817422" y="1360584"/>
                    <a:pt x="2815186" y="1362819"/>
                    <a:pt x="2815186" y="1365601"/>
                  </a:cubicBezTo>
                  <a:lnTo>
                    <a:pt x="2815186" y="1635615"/>
                  </a:lnTo>
                  <a:lnTo>
                    <a:pt x="2674292" y="1426319"/>
                  </a:lnTo>
                  <a:cubicBezTo>
                    <a:pt x="2673848" y="1425621"/>
                    <a:pt x="2673150" y="1425278"/>
                    <a:pt x="2672464" y="1424935"/>
                  </a:cubicBezTo>
                  <a:lnTo>
                    <a:pt x="2672464" y="940892"/>
                  </a:lnTo>
                  <a:cubicBezTo>
                    <a:pt x="2672464" y="905967"/>
                    <a:pt x="2644028" y="877541"/>
                    <a:pt x="2609103" y="877541"/>
                  </a:cubicBezTo>
                  <a:lnTo>
                    <a:pt x="1087288" y="877541"/>
                  </a:lnTo>
                  <a:cubicBezTo>
                    <a:pt x="1136106" y="817563"/>
                    <a:pt x="1165469" y="741065"/>
                    <a:pt x="1165469" y="657870"/>
                  </a:cubicBezTo>
                  <a:cubicBezTo>
                    <a:pt x="1165469" y="465684"/>
                    <a:pt x="1009104" y="309315"/>
                    <a:pt x="816917" y="309315"/>
                  </a:cubicBezTo>
                  <a:cubicBezTo>
                    <a:pt x="624731" y="309315"/>
                    <a:pt x="468362" y="465684"/>
                    <a:pt x="468362" y="657870"/>
                  </a:cubicBezTo>
                  <a:cubicBezTo>
                    <a:pt x="468362" y="840781"/>
                    <a:pt x="609998" y="991141"/>
                    <a:pt x="789385" y="1005238"/>
                  </a:cubicBezTo>
                  <a:lnTo>
                    <a:pt x="789385" y="2612385"/>
                  </a:lnTo>
                  <a:cubicBezTo>
                    <a:pt x="789385" y="2647310"/>
                    <a:pt x="817810" y="2675733"/>
                    <a:pt x="852735" y="2675733"/>
                  </a:cubicBezTo>
                  <a:lnTo>
                    <a:pt x="1832079" y="2675733"/>
                  </a:lnTo>
                  <a:lnTo>
                    <a:pt x="1832079" y="2857800"/>
                  </a:lnTo>
                  <a:cubicBezTo>
                    <a:pt x="1832079" y="2860581"/>
                    <a:pt x="1834302" y="2862804"/>
                    <a:pt x="1837032" y="2862804"/>
                  </a:cubicBezTo>
                  <a:lnTo>
                    <a:pt x="2453922" y="2862804"/>
                  </a:lnTo>
                  <a:cubicBezTo>
                    <a:pt x="2456653" y="2862804"/>
                    <a:pt x="2458888" y="2860581"/>
                    <a:pt x="2458888" y="2857800"/>
                  </a:cubicBezTo>
                  <a:lnTo>
                    <a:pt x="2458888" y="2675733"/>
                  </a:lnTo>
                  <a:lnTo>
                    <a:pt x="2609103" y="2675733"/>
                  </a:lnTo>
                  <a:cubicBezTo>
                    <a:pt x="2644028" y="2675733"/>
                    <a:pt x="2672464" y="2647310"/>
                    <a:pt x="2672464" y="2612385"/>
                  </a:cubicBezTo>
                  <a:lnTo>
                    <a:pt x="2672464" y="1855541"/>
                  </a:lnTo>
                  <a:cubicBezTo>
                    <a:pt x="2694485" y="1898505"/>
                    <a:pt x="2713586" y="1936897"/>
                    <a:pt x="2729309" y="1969841"/>
                  </a:cubicBezTo>
                  <a:cubicBezTo>
                    <a:pt x="2766761" y="2047972"/>
                    <a:pt x="2829169" y="2093069"/>
                    <a:pt x="2905128" y="2096790"/>
                  </a:cubicBezTo>
                  <a:cubicBezTo>
                    <a:pt x="2908455" y="2096943"/>
                    <a:pt x="2911770" y="2097044"/>
                    <a:pt x="2915097" y="2097044"/>
                  </a:cubicBezTo>
                  <a:cubicBezTo>
                    <a:pt x="2985099" y="2097044"/>
                    <a:pt x="3056232" y="2061573"/>
                    <a:pt x="3096123" y="2007395"/>
                  </a:cubicBezTo>
                  <a:lnTo>
                    <a:pt x="3096123" y="2237532"/>
                  </a:lnTo>
                  <a:cubicBezTo>
                    <a:pt x="3096123" y="2239411"/>
                    <a:pt x="3097215" y="2240999"/>
                    <a:pt x="3098752" y="2241850"/>
                  </a:cubicBezTo>
                  <a:cubicBezTo>
                    <a:pt x="3093100" y="2280140"/>
                    <a:pt x="3056182" y="2540998"/>
                    <a:pt x="3032864" y="2943715"/>
                  </a:cubicBezTo>
                  <a:cubicBezTo>
                    <a:pt x="2967535" y="2941544"/>
                    <a:pt x="2885875" y="2954193"/>
                    <a:pt x="2822476" y="2994820"/>
                  </a:cubicBezTo>
                  <a:cubicBezTo>
                    <a:pt x="2767307" y="3030139"/>
                    <a:pt x="2734719" y="3080202"/>
                    <a:pt x="2725588" y="3143651"/>
                  </a:cubicBezTo>
                  <a:cubicBezTo>
                    <a:pt x="2719390" y="3186514"/>
                    <a:pt x="2722172" y="3258548"/>
                    <a:pt x="2725092" y="3334837"/>
                  </a:cubicBezTo>
                  <a:cubicBezTo>
                    <a:pt x="2729703" y="3456135"/>
                    <a:pt x="2735011" y="3593651"/>
                    <a:pt x="2703160" y="3624308"/>
                  </a:cubicBezTo>
                  <a:cubicBezTo>
                    <a:pt x="2702321" y="3625159"/>
                    <a:pt x="2701877" y="3626201"/>
                    <a:pt x="2701725" y="3627344"/>
                  </a:cubicBezTo>
                  <a:cubicBezTo>
                    <a:pt x="2699299" y="3627636"/>
                    <a:pt x="2697318" y="3629617"/>
                    <a:pt x="2697318" y="3632195"/>
                  </a:cubicBezTo>
                  <a:cubicBezTo>
                    <a:pt x="2697318" y="3634926"/>
                    <a:pt x="2699540" y="3637161"/>
                    <a:pt x="2702321" y="3637161"/>
                  </a:cubicBezTo>
                  <a:lnTo>
                    <a:pt x="2734567" y="3637161"/>
                  </a:lnTo>
                  <a:cubicBezTo>
                    <a:pt x="2684262" y="3654420"/>
                    <a:pt x="2590155" y="3697829"/>
                    <a:pt x="2555382" y="3788621"/>
                  </a:cubicBezTo>
                  <a:cubicBezTo>
                    <a:pt x="2507859" y="3912738"/>
                    <a:pt x="2507313" y="4122593"/>
                    <a:pt x="2507313" y="4124676"/>
                  </a:cubicBezTo>
                  <a:cubicBezTo>
                    <a:pt x="2507313" y="4127457"/>
                    <a:pt x="2509535" y="4129680"/>
                    <a:pt x="2512266" y="4129680"/>
                  </a:cubicBezTo>
                  <a:lnTo>
                    <a:pt x="3410397" y="4129680"/>
                  </a:lnTo>
                  <a:cubicBezTo>
                    <a:pt x="3413128" y="4129680"/>
                    <a:pt x="3415363" y="4127457"/>
                    <a:pt x="3415363" y="4124676"/>
                  </a:cubicBezTo>
                  <a:cubicBezTo>
                    <a:pt x="3415363" y="4122593"/>
                    <a:pt x="3414817" y="3912738"/>
                    <a:pt x="3367242" y="3788621"/>
                  </a:cubicBezTo>
                  <a:cubicBezTo>
                    <a:pt x="3319071" y="3662815"/>
                    <a:pt x="3156994" y="3627979"/>
                    <a:pt x="3155597" y="3627687"/>
                  </a:cubicBezTo>
                  <a:cubicBezTo>
                    <a:pt x="3135214" y="3622378"/>
                    <a:pt x="3114424" y="3618606"/>
                    <a:pt x="3097164" y="3615977"/>
                  </a:cubicBezTo>
                  <a:lnTo>
                    <a:pt x="3097812" y="3612561"/>
                  </a:lnTo>
                  <a:cubicBezTo>
                    <a:pt x="3103717" y="3579909"/>
                    <a:pt x="3112544" y="3531344"/>
                    <a:pt x="3117599" y="3522213"/>
                  </a:cubicBezTo>
                  <a:cubicBezTo>
                    <a:pt x="3146872" y="3524702"/>
                    <a:pt x="3171625" y="3516955"/>
                    <a:pt x="3190928" y="3499099"/>
                  </a:cubicBezTo>
                  <a:cubicBezTo>
                    <a:pt x="3204264" y="3486844"/>
                    <a:pt x="3213649" y="3471019"/>
                    <a:pt x="3220342" y="3454598"/>
                  </a:cubicBezTo>
                  <a:lnTo>
                    <a:pt x="3878062" y="3446458"/>
                  </a:lnTo>
                  <a:cubicBezTo>
                    <a:pt x="3880792" y="3446419"/>
                    <a:pt x="3882977" y="3444184"/>
                    <a:pt x="3882977" y="3441454"/>
                  </a:cubicBezTo>
                  <a:cubicBezTo>
                    <a:pt x="3882926" y="3438672"/>
                    <a:pt x="3880742" y="3436539"/>
                    <a:pt x="3877910" y="3436539"/>
                  </a:cubicBezTo>
                  <a:lnTo>
                    <a:pt x="3833371" y="3437085"/>
                  </a:lnTo>
                  <a:cubicBezTo>
                    <a:pt x="3833066" y="2835372"/>
                    <a:pt x="3750516" y="2251769"/>
                    <a:pt x="3748433" y="2237189"/>
                  </a:cubicBezTo>
                  <a:lnTo>
                    <a:pt x="3748433" y="2188967"/>
                  </a:lnTo>
                  <a:cubicBezTo>
                    <a:pt x="3756523" y="2189564"/>
                    <a:pt x="3764511" y="2189907"/>
                    <a:pt x="3772449" y="2189907"/>
                  </a:cubicBezTo>
                  <a:cubicBezTo>
                    <a:pt x="3810447" y="2189907"/>
                    <a:pt x="3846363" y="2183112"/>
                    <a:pt x="3878316" y="2167339"/>
                  </a:cubicBezTo>
                  <a:cubicBezTo>
                    <a:pt x="3927579" y="2142980"/>
                    <a:pt x="3961209" y="2092282"/>
                    <a:pt x="3978227" y="2016526"/>
                  </a:cubicBezTo>
                  <a:cubicBezTo>
                    <a:pt x="4030221" y="1785640"/>
                    <a:pt x="3913889" y="1393033"/>
                    <a:pt x="3832520" y="1290188"/>
                  </a:cubicBezTo>
                  <a:close/>
                  <a:moveTo>
                    <a:pt x="3127124" y="1004794"/>
                  </a:moveTo>
                  <a:cubicBezTo>
                    <a:pt x="3105203" y="971901"/>
                    <a:pt x="3092300" y="932656"/>
                    <a:pt x="3087741" y="884883"/>
                  </a:cubicBezTo>
                  <a:cubicBezTo>
                    <a:pt x="3087589" y="883147"/>
                    <a:pt x="3086547" y="881658"/>
                    <a:pt x="3084960" y="880864"/>
                  </a:cubicBezTo>
                  <a:cubicBezTo>
                    <a:pt x="3069872" y="873622"/>
                    <a:pt x="3046567" y="857796"/>
                    <a:pt x="3048346" y="846386"/>
                  </a:cubicBezTo>
                  <a:cubicBezTo>
                    <a:pt x="3050632" y="831801"/>
                    <a:pt x="3077314" y="800795"/>
                    <a:pt x="3087436" y="790080"/>
                  </a:cubicBezTo>
                  <a:cubicBezTo>
                    <a:pt x="3088338" y="789137"/>
                    <a:pt x="3088833" y="787897"/>
                    <a:pt x="3088833" y="786557"/>
                  </a:cubicBezTo>
                  <a:cubicBezTo>
                    <a:pt x="3086547" y="676970"/>
                    <a:pt x="3129156" y="604739"/>
                    <a:pt x="3143596" y="583556"/>
                  </a:cubicBezTo>
                  <a:cubicBezTo>
                    <a:pt x="3259242" y="802730"/>
                    <a:pt x="3397494" y="793403"/>
                    <a:pt x="3403349" y="792857"/>
                  </a:cubicBezTo>
                  <a:cubicBezTo>
                    <a:pt x="3404098" y="792808"/>
                    <a:pt x="3404835" y="792560"/>
                    <a:pt x="3405533" y="792163"/>
                  </a:cubicBezTo>
                  <a:cubicBezTo>
                    <a:pt x="3407768" y="790774"/>
                    <a:pt x="3460943" y="758825"/>
                    <a:pt x="3500339" y="807194"/>
                  </a:cubicBezTo>
                  <a:cubicBezTo>
                    <a:pt x="3517547" y="828328"/>
                    <a:pt x="3519046" y="856953"/>
                    <a:pt x="3504212" y="880120"/>
                  </a:cubicBezTo>
                  <a:cubicBezTo>
                    <a:pt x="3489226" y="903437"/>
                    <a:pt x="3455089" y="923677"/>
                    <a:pt x="3404149" y="910481"/>
                  </a:cubicBezTo>
                  <a:cubicBezTo>
                    <a:pt x="3402663" y="910085"/>
                    <a:pt x="3401075" y="910431"/>
                    <a:pt x="3399882" y="911375"/>
                  </a:cubicBezTo>
                  <a:cubicBezTo>
                    <a:pt x="3398637" y="912317"/>
                    <a:pt x="3397939" y="913756"/>
                    <a:pt x="3397939" y="915294"/>
                  </a:cubicBezTo>
                  <a:lnTo>
                    <a:pt x="3397939" y="1116655"/>
                  </a:lnTo>
                  <a:cubicBezTo>
                    <a:pt x="3397939" y="1118446"/>
                    <a:pt x="3398891" y="1120135"/>
                    <a:pt x="3400478" y="1121024"/>
                  </a:cubicBezTo>
                  <a:cubicBezTo>
                    <a:pt x="3402015" y="1121913"/>
                    <a:pt x="3403946" y="1121862"/>
                    <a:pt x="3405482" y="1120922"/>
                  </a:cubicBezTo>
                  <a:lnTo>
                    <a:pt x="3488235" y="1070669"/>
                  </a:lnTo>
                  <a:lnTo>
                    <a:pt x="3488235" y="1148164"/>
                  </a:lnTo>
                  <a:lnTo>
                    <a:pt x="3294357" y="1148164"/>
                  </a:lnTo>
                  <a:lnTo>
                    <a:pt x="3294357" y="1034600"/>
                  </a:lnTo>
                  <a:cubicBezTo>
                    <a:pt x="3294357" y="1033267"/>
                    <a:pt x="3293811" y="1032022"/>
                    <a:pt x="3292871" y="1031083"/>
                  </a:cubicBezTo>
                  <a:cubicBezTo>
                    <a:pt x="3291932" y="1030143"/>
                    <a:pt x="3290687" y="1029647"/>
                    <a:pt x="3289404" y="1029647"/>
                  </a:cubicBezTo>
                  <a:cubicBezTo>
                    <a:pt x="3289353" y="1029647"/>
                    <a:pt x="3289353" y="1029647"/>
                    <a:pt x="3289303" y="1029647"/>
                  </a:cubicBezTo>
                  <a:cubicBezTo>
                    <a:pt x="3231213" y="1030435"/>
                    <a:pt x="3140230" y="1024441"/>
                    <a:pt x="3127124" y="1004794"/>
                  </a:cubicBezTo>
                  <a:close/>
                  <a:moveTo>
                    <a:pt x="2825105" y="1370554"/>
                  </a:moveTo>
                  <a:lnTo>
                    <a:pt x="3183778" y="1370554"/>
                  </a:lnTo>
                  <a:lnTo>
                    <a:pt x="3183778" y="1686822"/>
                  </a:lnTo>
                  <a:cubicBezTo>
                    <a:pt x="3180807" y="1686619"/>
                    <a:pt x="3177632" y="1685729"/>
                    <a:pt x="3175396" y="1684536"/>
                  </a:cubicBezTo>
                  <a:cubicBezTo>
                    <a:pt x="3161312" y="1677246"/>
                    <a:pt x="3148714" y="1665638"/>
                    <a:pt x="3131340" y="1649509"/>
                  </a:cubicBezTo>
                  <a:cubicBezTo>
                    <a:pt x="3113433" y="1632986"/>
                    <a:pt x="3091259" y="1612400"/>
                    <a:pt x="3058175" y="1588244"/>
                  </a:cubicBezTo>
                  <a:cubicBezTo>
                    <a:pt x="3027264" y="1565626"/>
                    <a:pt x="3008709" y="1567899"/>
                    <a:pt x="3002257" y="1576687"/>
                  </a:cubicBezTo>
                  <a:cubicBezTo>
                    <a:pt x="2999984" y="1579761"/>
                    <a:pt x="2999133" y="1583926"/>
                    <a:pt x="2999882" y="1588536"/>
                  </a:cubicBezTo>
                  <a:cubicBezTo>
                    <a:pt x="2984553" y="1581742"/>
                    <a:pt x="2976311" y="1586657"/>
                    <a:pt x="2972349" y="1591127"/>
                  </a:cubicBezTo>
                  <a:cubicBezTo>
                    <a:pt x="2964106" y="1600398"/>
                    <a:pt x="2965554" y="1619105"/>
                    <a:pt x="2975028" y="1629862"/>
                  </a:cubicBezTo>
                  <a:cubicBezTo>
                    <a:pt x="2970710" y="1631158"/>
                    <a:pt x="2965643" y="1633736"/>
                    <a:pt x="2962570" y="1639044"/>
                  </a:cubicBezTo>
                  <a:cubicBezTo>
                    <a:pt x="2957807" y="1647325"/>
                    <a:pt x="2959750" y="1659085"/>
                    <a:pt x="2968374" y="1673969"/>
                  </a:cubicBezTo>
                  <a:cubicBezTo>
                    <a:pt x="2971549" y="1679379"/>
                    <a:pt x="2975917" y="1685374"/>
                    <a:pt x="2981023" y="1691584"/>
                  </a:cubicBezTo>
                  <a:cubicBezTo>
                    <a:pt x="2971600" y="1696893"/>
                    <a:pt x="2968971" y="1704284"/>
                    <a:pt x="2968475" y="1709783"/>
                  </a:cubicBezTo>
                  <a:cubicBezTo>
                    <a:pt x="2965453" y="1746054"/>
                    <a:pt x="3046364" y="1811929"/>
                    <a:pt x="3114728" y="1860850"/>
                  </a:cubicBezTo>
                  <a:cubicBezTo>
                    <a:pt x="3138338" y="1877665"/>
                    <a:pt x="3161452" y="1894035"/>
                    <a:pt x="3183778" y="1908919"/>
                  </a:cubicBezTo>
                  <a:lnTo>
                    <a:pt x="3183778" y="1930395"/>
                  </a:lnTo>
                  <a:lnTo>
                    <a:pt x="2825105" y="1930395"/>
                  </a:lnTo>
                  <a:close/>
                  <a:moveTo>
                    <a:pt x="3239150" y="1931538"/>
                  </a:moveTo>
                  <a:cubicBezTo>
                    <a:pt x="3224164" y="1923054"/>
                    <a:pt x="3208492" y="1913288"/>
                    <a:pt x="3192313" y="1902569"/>
                  </a:cubicBezTo>
                  <a:cubicBezTo>
                    <a:pt x="3191817" y="1902125"/>
                    <a:pt x="3191271" y="1901782"/>
                    <a:pt x="3190675" y="1901477"/>
                  </a:cubicBezTo>
                  <a:cubicBezTo>
                    <a:pt x="3168056" y="1886491"/>
                    <a:pt x="3144485" y="1869879"/>
                    <a:pt x="3120532" y="1852709"/>
                  </a:cubicBezTo>
                  <a:cubicBezTo>
                    <a:pt x="3029549" y="1787723"/>
                    <a:pt x="2976413" y="1734586"/>
                    <a:pt x="2978394" y="1710583"/>
                  </a:cubicBezTo>
                  <a:cubicBezTo>
                    <a:pt x="2978648" y="1707561"/>
                    <a:pt x="2979842" y="1703090"/>
                    <a:pt x="2987132" y="1699522"/>
                  </a:cubicBezTo>
                  <a:cubicBezTo>
                    <a:pt x="2987284" y="1699471"/>
                    <a:pt x="2987373" y="1699319"/>
                    <a:pt x="2987475" y="1699268"/>
                  </a:cubicBezTo>
                  <a:cubicBezTo>
                    <a:pt x="3016050" y="1731665"/>
                    <a:pt x="3059458" y="1767581"/>
                    <a:pt x="3061795" y="1769511"/>
                  </a:cubicBezTo>
                  <a:cubicBezTo>
                    <a:pt x="3062735" y="1770261"/>
                    <a:pt x="3063827" y="1770654"/>
                    <a:pt x="3064970" y="1770654"/>
                  </a:cubicBezTo>
                  <a:cubicBezTo>
                    <a:pt x="3066354" y="1770654"/>
                    <a:pt x="3067789" y="1770019"/>
                    <a:pt x="3068792" y="1768826"/>
                  </a:cubicBezTo>
                  <a:cubicBezTo>
                    <a:pt x="3070520" y="1766692"/>
                    <a:pt x="3070228" y="1763568"/>
                    <a:pt x="3068094" y="1761828"/>
                  </a:cubicBezTo>
                  <a:cubicBezTo>
                    <a:pt x="3067396" y="1761231"/>
                    <a:pt x="2996555" y="1702697"/>
                    <a:pt x="2977010" y="1668966"/>
                  </a:cubicBezTo>
                  <a:cubicBezTo>
                    <a:pt x="2970507" y="1657751"/>
                    <a:pt x="2968425" y="1648861"/>
                    <a:pt x="2971206" y="1644061"/>
                  </a:cubicBezTo>
                  <a:cubicBezTo>
                    <a:pt x="2974178" y="1638752"/>
                    <a:pt x="2982610" y="1638600"/>
                    <a:pt x="2982712" y="1638600"/>
                  </a:cubicBezTo>
                  <a:cubicBezTo>
                    <a:pt x="2982915" y="1638600"/>
                    <a:pt x="2983106" y="1638498"/>
                    <a:pt x="2983309" y="1638447"/>
                  </a:cubicBezTo>
                  <a:cubicBezTo>
                    <a:pt x="3027759" y="1682796"/>
                    <a:pt x="3089430" y="1736529"/>
                    <a:pt x="3090065" y="1737076"/>
                  </a:cubicBezTo>
                  <a:cubicBezTo>
                    <a:pt x="3091017" y="1737863"/>
                    <a:pt x="3092199" y="1738307"/>
                    <a:pt x="3093342" y="1738307"/>
                  </a:cubicBezTo>
                  <a:cubicBezTo>
                    <a:pt x="3094739" y="1738307"/>
                    <a:pt x="3096123" y="1737723"/>
                    <a:pt x="3097114" y="1736580"/>
                  </a:cubicBezTo>
                  <a:cubicBezTo>
                    <a:pt x="3098904" y="1734498"/>
                    <a:pt x="3098701" y="1731373"/>
                    <a:pt x="3096618" y="1729583"/>
                  </a:cubicBezTo>
                  <a:cubicBezTo>
                    <a:pt x="3095920" y="1728986"/>
                    <a:pt x="3027416" y="1669308"/>
                    <a:pt x="2983068" y="1624109"/>
                  </a:cubicBezTo>
                  <a:cubicBezTo>
                    <a:pt x="2976514" y="1617416"/>
                    <a:pt x="2974775" y="1603370"/>
                    <a:pt x="2979791" y="1597719"/>
                  </a:cubicBezTo>
                  <a:cubicBezTo>
                    <a:pt x="2984655" y="1592257"/>
                    <a:pt x="2996212" y="1595686"/>
                    <a:pt x="3010741" y="1606901"/>
                  </a:cubicBezTo>
                  <a:cubicBezTo>
                    <a:pt x="3012532" y="1608641"/>
                    <a:pt x="3014462" y="1610317"/>
                    <a:pt x="3016748" y="1611955"/>
                  </a:cubicBezTo>
                  <a:cubicBezTo>
                    <a:pt x="3016939" y="1612108"/>
                    <a:pt x="3017243" y="1612209"/>
                    <a:pt x="3017446" y="1612311"/>
                  </a:cubicBezTo>
                  <a:cubicBezTo>
                    <a:pt x="3054645" y="1642867"/>
                    <a:pt x="3115770" y="1704932"/>
                    <a:pt x="3116417" y="1705618"/>
                  </a:cubicBezTo>
                  <a:cubicBezTo>
                    <a:pt x="3118348" y="1707561"/>
                    <a:pt x="3121472" y="1707561"/>
                    <a:pt x="3123403" y="1705669"/>
                  </a:cubicBezTo>
                  <a:cubicBezTo>
                    <a:pt x="3125396" y="1703738"/>
                    <a:pt x="3125396" y="1700614"/>
                    <a:pt x="3123504" y="1698620"/>
                  </a:cubicBezTo>
                  <a:cubicBezTo>
                    <a:pt x="3120672" y="1695750"/>
                    <a:pt x="3054048" y="1628084"/>
                    <a:pt x="3017446" y="1599509"/>
                  </a:cubicBezTo>
                  <a:cubicBezTo>
                    <a:pt x="3009700" y="1592016"/>
                    <a:pt x="3008315" y="1585273"/>
                    <a:pt x="3010296" y="1582593"/>
                  </a:cubicBezTo>
                  <a:cubicBezTo>
                    <a:pt x="3013674" y="1577970"/>
                    <a:pt x="3028902" y="1579164"/>
                    <a:pt x="3052321" y="1596283"/>
                  </a:cubicBezTo>
                  <a:cubicBezTo>
                    <a:pt x="3084909" y="1620147"/>
                    <a:pt x="3106892" y="1640479"/>
                    <a:pt x="3124546" y="1656799"/>
                  </a:cubicBezTo>
                  <a:cubicBezTo>
                    <a:pt x="3141856" y="1672826"/>
                    <a:pt x="3155559" y="1685476"/>
                    <a:pt x="3170837" y="1693362"/>
                  </a:cubicBezTo>
                  <a:cubicBezTo>
                    <a:pt x="3174152" y="1695102"/>
                    <a:pt x="3179410" y="1696893"/>
                    <a:pt x="3184820" y="1696893"/>
                  </a:cubicBezTo>
                  <a:cubicBezTo>
                    <a:pt x="3185810" y="1696893"/>
                    <a:pt x="3186814" y="1696842"/>
                    <a:pt x="3187804" y="1696690"/>
                  </a:cubicBezTo>
                  <a:cubicBezTo>
                    <a:pt x="3188096" y="1696740"/>
                    <a:pt x="3188439" y="1696893"/>
                    <a:pt x="3188795" y="1696893"/>
                  </a:cubicBezTo>
                  <a:cubicBezTo>
                    <a:pt x="3190128" y="1696893"/>
                    <a:pt x="3191424" y="1696347"/>
                    <a:pt x="3192313" y="1695407"/>
                  </a:cubicBezTo>
                  <a:cubicBezTo>
                    <a:pt x="3193951" y="1694708"/>
                    <a:pt x="3195589" y="1693819"/>
                    <a:pt x="3197025" y="1692473"/>
                  </a:cubicBezTo>
                  <a:cubicBezTo>
                    <a:pt x="3205508" y="1684586"/>
                    <a:pt x="3204568" y="1668813"/>
                    <a:pt x="3194053" y="1644251"/>
                  </a:cubicBezTo>
                  <a:cubicBezTo>
                    <a:pt x="3194002" y="1644061"/>
                    <a:pt x="3193850" y="1643959"/>
                    <a:pt x="3193748" y="1643807"/>
                  </a:cubicBezTo>
                  <a:lnTo>
                    <a:pt x="3193748" y="1580104"/>
                  </a:lnTo>
                  <a:cubicBezTo>
                    <a:pt x="3211909" y="1599852"/>
                    <a:pt x="3226146" y="1624516"/>
                    <a:pt x="3241081" y="1650449"/>
                  </a:cubicBezTo>
                  <a:cubicBezTo>
                    <a:pt x="3252892" y="1670896"/>
                    <a:pt x="3265096" y="1692079"/>
                    <a:pt x="3279727" y="1711371"/>
                  </a:cubicBezTo>
                  <a:cubicBezTo>
                    <a:pt x="3312620" y="1754691"/>
                    <a:pt x="3331124" y="1771556"/>
                    <a:pt x="3338160" y="1777208"/>
                  </a:cubicBezTo>
                  <a:close/>
                  <a:moveTo>
                    <a:pt x="478285" y="657870"/>
                  </a:moveTo>
                  <a:cubicBezTo>
                    <a:pt x="478285" y="471141"/>
                    <a:pt x="630188" y="319287"/>
                    <a:pt x="816917" y="319287"/>
                  </a:cubicBezTo>
                  <a:cubicBezTo>
                    <a:pt x="1003597" y="319287"/>
                    <a:pt x="1155499" y="471141"/>
                    <a:pt x="1155499" y="657870"/>
                  </a:cubicBezTo>
                  <a:cubicBezTo>
                    <a:pt x="1155499" y="741810"/>
                    <a:pt x="1124740" y="818655"/>
                    <a:pt x="1073991" y="877888"/>
                  </a:cubicBezTo>
                  <a:cubicBezTo>
                    <a:pt x="1072353" y="878434"/>
                    <a:pt x="1071171" y="879823"/>
                    <a:pt x="1070816" y="881510"/>
                  </a:cubicBezTo>
                  <a:cubicBezTo>
                    <a:pt x="1008708" y="951955"/>
                    <a:pt x="917923" y="996450"/>
                    <a:pt x="816917" y="996450"/>
                  </a:cubicBezTo>
                  <a:cubicBezTo>
                    <a:pt x="630188" y="996450"/>
                    <a:pt x="478285" y="844600"/>
                    <a:pt x="478285" y="657870"/>
                  </a:cubicBezTo>
                  <a:close/>
                  <a:moveTo>
                    <a:pt x="2448918" y="2852834"/>
                  </a:moveTo>
                  <a:lnTo>
                    <a:pt x="1842049" y="2852834"/>
                  </a:lnTo>
                  <a:lnTo>
                    <a:pt x="1842049" y="2293691"/>
                  </a:lnTo>
                  <a:lnTo>
                    <a:pt x="2448918" y="2293691"/>
                  </a:lnTo>
                  <a:close/>
                  <a:moveTo>
                    <a:pt x="2662481" y="2612385"/>
                  </a:moveTo>
                  <a:cubicBezTo>
                    <a:pt x="2662481" y="2641849"/>
                    <a:pt x="2638580" y="2665763"/>
                    <a:pt x="2609103" y="2665763"/>
                  </a:cubicBezTo>
                  <a:lnTo>
                    <a:pt x="2458888" y="2665763"/>
                  </a:lnTo>
                  <a:lnTo>
                    <a:pt x="2458888" y="2288675"/>
                  </a:lnTo>
                  <a:cubicBezTo>
                    <a:pt x="2458888" y="2285957"/>
                    <a:pt x="2456653" y="2283722"/>
                    <a:pt x="2453922" y="2283722"/>
                  </a:cubicBezTo>
                  <a:lnTo>
                    <a:pt x="1837032" y="2283722"/>
                  </a:lnTo>
                  <a:cubicBezTo>
                    <a:pt x="1834302" y="2283722"/>
                    <a:pt x="1832079" y="2285957"/>
                    <a:pt x="1832079" y="2288675"/>
                  </a:cubicBezTo>
                  <a:lnTo>
                    <a:pt x="1832079" y="2665763"/>
                  </a:lnTo>
                  <a:lnTo>
                    <a:pt x="852735" y="2665763"/>
                  </a:lnTo>
                  <a:cubicBezTo>
                    <a:pt x="823267" y="2665763"/>
                    <a:pt x="799356" y="2641849"/>
                    <a:pt x="799356" y="2612385"/>
                  </a:cubicBezTo>
                  <a:lnTo>
                    <a:pt x="799356" y="1005975"/>
                  </a:lnTo>
                  <a:cubicBezTo>
                    <a:pt x="805160" y="1006280"/>
                    <a:pt x="811014" y="1006432"/>
                    <a:pt x="816917" y="1006432"/>
                  </a:cubicBezTo>
                  <a:cubicBezTo>
                    <a:pt x="921197" y="1006432"/>
                    <a:pt x="1014860" y="960339"/>
                    <a:pt x="1078804" y="887512"/>
                  </a:cubicBezTo>
                  <a:lnTo>
                    <a:pt x="2609103" y="887512"/>
                  </a:lnTo>
                  <a:cubicBezTo>
                    <a:pt x="2638580" y="887512"/>
                    <a:pt x="2662481" y="911474"/>
                    <a:pt x="2662481" y="940892"/>
                  </a:cubicBezTo>
                  <a:close/>
                  <a:moveTo>
                    <a:pt x="2905623" y="2086872"/>
                  </a:moveTo>
                  <a:cubicBezTo>
                    <a:pt x="2833487" y="2083290"/>
                    <a:pt x="2774064" y="2040237"/>
                    <a:pt x="2738288" y="1965523"/>
                  </a:cubicBezTo>
                  <a:cubicBezTo>
                    <a:pt x="2720432" y="1928173"/>
                    <a:pt x="2698257" y="1883811"/>
                    <a:pt x="2672464" y="1833811"/>
                  </a:cubicBezTo>
                  <a:lnTo>
                    <a:pt x="2672464" y="1441445"/>
                  </a:lnTo>
                  <a:lnTo>
                    <a:pt x="2815186" y="1653484"/>
                  </a:lnTo>
                  <a:lnTo>
                    <a:pt x="2815186" y="1935361"/>
                  </a:lnTo>
                  <a:cubicBezTo>
                    <a:pt x="2815186" y="1938091"/>
                    <a:pt x="2817422" y="1940326"/>
                    <a:pt x="2820139" y="1940326"/>
                  </a:cubicBezTo>
                  <a:lnTo>
                    <a:pt x="3096123" y="1940326"/>
                  </a:lnTo>
                  <a:lnTo>
                    <a:pt x="3096123" y="1989679"/>
                  </a:lnTo>
                  <a:cubicBezTo>
                    <a:pt x="3058620" y="2050601"/>
                    <a:pt x="2980388" y="2090390"/>
                    <a:pt x="2905623" y="2086872"/>
                  </a:cubicBezTo>
                  <a:close/>
                  <a:moveTo>
                    <a:pt x="2735011" y="3334444"/>
                  </a:moveTo>
                  <a:cubicBezTo>
                    <a:pt x="2732141" y="3258637"/>
                    <a:pt x="2729360" y="3187009"/>
                    <a:pt x="2735418" y="3145036"/>
                  </a:cubicBezTo>
                  <a:cubicBezTo>
                    <a:pt x="2744142" y="3084609"/>
                    <a:pt x="2775245" y="3036883"/>
                    <a:pt x="2827835" y="3003202"/>
                  </a:cubicBezTo>
                  <a:cubicBezTo>
                    <a:pt x="2917180" y="2946001"/>
                    <a:pt x="3043786" y="2945849"/>
                    <a:pt x="3105153" y="2964061"/>
                  </a:cubicBezTo>
                  <a:cubicBezTo>
                    <a:pt x="3156054" y="2979148"/>
                    <a:pt x="3211261" y="3006580"/>
                    <a:pt x="3235074" y="3095874"/>
                  </a:cubicBezTo>
                  <a:cubicBezTo>
                    <a:pt x="3257705" y="3180710"/>
                    <a:pt x="3239595" y="3221236"/>
                    <a:pt x="3231657" y="3233885"/>
                  </a:cubicBezTo>
                  <a:cubicBezTo>
                    <a:pt x="3229574" y="3169293"/>
                    <a:pt x="3209077" y="3122163"/>
                    <a:pt x="3207985" y="3119788"/>
                  </a:cubicBezTo>
                  <a:cubicBezTo>
                    <a:pt x="3207096" y="3117756"/>
                    <a:pt x="3205064" y="3116562"/>
                    <a:pt x="3202778" y="3116855"/>
                  </a:cubicBezTo>
                  <a:cubicBezTo>
                    <a:pt x="3200593" y="3117159"/>
                    <a:pt x="3198866" y="3118848"/>
                    <a:pt x="3198561" y="3121020"/>
                  </a:cubicBezTo>
                  <a:cubicBezTo>
                    <a:pt x="3191119" y="3170042"/>
                    <a:pt x="3164487" y="3300560"/>
                    <a:pt x="3130603" y="3315647"/>
                  </a:cubicBezTo>
                  <a:cubicBezTo>
                    <a:pt x="3126082" y="3317679"/>
                    <a:pt x="3121764" y="3317375"/>
                    <a:pt x="3117053" y="3314657"/>
                  </a:cubicBezTo>
                  <a:cubicBezTo>
                    <a:pt x="3112493" y="3305970"/>
                    <a:pt x="3105839" y="3304624"/>
                    <a:pt x="3102219" y="3304624"/>
                  </a:cubicBezTo>
                  <a:cubicBezTo>
                    <a:pt x="3102168" y="3304624"/>
                    <a:pt x="3102168" y="3304624"/>
                    <a:pt x="3102168" y="3304624"/>
                  </a:cubicBezTo>
                  <a:cubicBezTo>
                    <a:pt x="3091957" y="3304624"/>
                    <a:pt x="3081086" y="3314251"/>
                    <a:pt x="3073847" y="3329732"/>
                  </a:cubicBezTo>
                  <a:cubicBezTo>
                    <a:pt x="3062392" y="3354243"/>
                    <a:pt x="3060652" y="3392889"/>
                    <a:pt x="3089519" y="3428500"/>
                  </a:cubicBezTo>
                  <a:cubicBezTo>
                    <a:pt x="3088338" y="3441200"/>
                    <a:pt x="3081492" y="3510859"/>
                    <a:pt x="3070228" y="3565177"/>
                  </a:cubicBezTo>
                  <a:cubicBezTo>
                    <a:pt x="3061096" y="3609233"/>
                    <a:pt x="3043392" y="3627242"/>
                    <a:pt x="3009103" y="3627242"/>
                  </a:cubicBezTo>
                  <a:lnTo>
                    <a:pt x="2713828" y="3627242"/>
                  </a:lnTo>
                  <a:cubicBezTo>
                    <a:pt x="2744689" y="3587656"/>
                    <a:pt x="2739774" y="3459018"/>
                    <a:pt x="2735011" y="3334444"/>
                  </a:cubicBezTo>
                  <a:close/>
                  <a:moveTo>
                    <a:pt x="3248523" y="4119710"/>
                  </a:moveTo>
                  <a:lnTo>
                    <a:pt x="2676426" y="4119710"/>
                  </a:lnTo>
                  <a:lnTo>
                    <a:pt x="2676426" y="3921374"/>
                  </a:lnTo>
                  <a:cubicBezTo>
                    <a:pt x="2676426" y="3881140"/>
                    <a:pt x="2709167" y="3848451"/>
                    <a:pt x="2749400" y="3848451"/>
                  </a:cubicBezTo>
                  <a:lnTo>
                    <a:pt x="3198460" y="3848451"/>
                  </a:lnTo>
                  <a:cubicBezTo>
                    <a:pt x="3238693" y="3848451"/>
                    <a:pt x="3271446" y="3881140"/>
                    <a:pt x="3271446" y="3921374"/>
                  </a:cubicBezTo>
                  <a:lnTo>
                    <a:pt x="3271446" y="4119710"/>
                  </a:lnTo>
                  <a:close/>
                  <a:moveTo>
                    <a:pt x="3184172" y="3491860"/>
                  </a:moveTo>
                  <a:cubicBezTo>
                    <a:pt x="3166621" y="3508027"/>
                    <a:pt x="3143849" y="3514822"/>
                    <a:pt x="3116608" y="3512142"/>
                  </a:cubicBezTo>
                  <a:cubicBezTo>
                    <a:pt x="3107528" y="3511151"/>
                    <a:pt x="3103565" y="3524994"/>
                    <a:pt x="3087982" y="3610770"/>
                  </a:cubicBezTo>
                  <a:lnTo>
                    <a:pt x="3087296" y="3614542"/>
                  </a:lnTo>
                  <a:cubicBezTo>
                    <a:pt x="3076679" y="3613107"/>
                    <a:pt x="3068094" y="3612155"/>
                    <a:pt x="3062684" y="3611608"/>
                  </a:cubicBezTo>
                  <a:cubicBezTo>
                    <a:pt x="3070380" y="3600597"/>
                    <a:pt x="3076082" y="3585916"/>
                    <a:pt x="3079943" y="3567209"/>
                  </a:cubicBezTo>
                  <a:cubicBezTo>
                    <a:pt x="3092453" y="3506935"/>
                    <a:pt x="3099539" y="3428157"/>
                    <a:pt x="3099641" y="3427369"/>
                  </a:cubicBezTo>
                  <a:cubicBezTo>
                    <a:pt x="3099742" y="3426023"/>
                    <a:pt x="3099349" y="3424740"/>
                    <a:pt x="3098498" y="3423687"/>
                  </a:cubicBezTo>
                  <a:cubicBezTo>
                    <a:pt x="3071218" y="3391251"/>
                    <a:pt x="3072552" y="3356072"/>
                    <a:pt x="3082877" y="3333948"/>
                  </a:cubicBezTo>
                  <a:cubicBezTo>
                    <a:pt x="3089075" y="3320651"/>
                    <a:pt x="3097215" y="3314606"/>
                    <a:pt x="3102168" y="3314606"/>
                  </a:cubicBezTo>
                  <a:cubicBezTo>
                    <a:pt x="3104797" y="3314606"/>
                    <a:pt x="3106982" y="3316486"/>
                    <a:pt x="3108721" y="3320207"/>
                  </a:cubicBezTo>
                  <a:cubicBezTo>
                    <a:pt x="3109115" y="3321045"/>
                    <a:pt x="3109712" y="3321794"/>
                    <a:pt x="3110512" y="3322290"/>
                  </a:cubicBezTo>
                  <a:cubicBezTo>
                    <a:pt x="3118348" y="3327446"/>
                    <a:pt x="3126679" y="3328347"/>
                    <a:pt x="3134617" y="3324766"/>
                  </a:cubicBezTo>
                  <a:cubicBezTo>
                    <a:pt x="3172475" y="3307850"/>
                    <a:pt x="3196834" y="3189537"/>
                    <a:pt x="3205317" y="3141264"/>
                  </a:cubicBezTo>
                  <a:cubicBezTo>
                    <a:pt x="3213789" y="3167464"/>
                    <a:pt x="3226996" y="3220397"/>
                    <a:pt x="3219745" y="3280367"/>
                  </a:cubicBezTo>
                  <a:cubicBezTo>
                    <a:pt x="3219503" y="3282361"/>
                    <a:pt x="3220443" y="3284291"/>
                    <a:pt x="3222132" y="3285282"/>
                  </a:cubicBezTo>
                  <a:cubicBezTo>
                    <a:pt x="3232343" y="3291289"/>
                    <a:pt x="3242173" y="3303583"/>
                    <a:pt x="3243214" y="3305970"/>
                  </a:cubicBezTo>
                  <a:cubicBezTo>
                    <a:pt x="3246986" y="3316041"/>
                    <a:pt x="3235569" y="3345505"/>
                    <a:pt x="3227492" y="3361685"/>
                  </a:cubicBezTo>
                  <a:cubicBezTo>
                    <a:pt x="3227136" y="3362371"/>
                    <a:pt x="3226946" y="3363171"/>
                    <a:pt x="3226996" y="3364009"/>
                  </a:cubicBezTo>
                  <a:cubicBezTo>
                    <a:pt x="3226996" y="3364860"/>
                    <a:pt x="3228127" y="3451271"/>
                    <a:pt x="3184172" y="3491860"/>
                  </a:cubicBezTo>
                  <a:close/>
                  <a:moveTo>
                    <a:pt x="3404149" y="3442394"/>
                  </a:moveTo>
                  <a:cubicBezTo>
                    <a:pt x="3404492" y="3441695"/>
                    <a:pt x="3404746" y="3440958"/>
                    <a:pt x="3404746" y="3440158"/>
                  </a:cubicBezTo>
                  <a:lnTo>
                    <a:pt x="3404746" y="2673396"/>
                  </a:lnTo>
                  <a:cubicBezTo>
                    <a:pt x="3404746" y="2670665"/>
                    <a:pt x="3402510" y="2668443"/>
                    <a:pt x="3399780" y="2668443"/>
                  </a:cubicBezTo>
                  <a:cubicBezTo>
                    <a:pt x="3396999" y="2668443"/>
                    <a:pt x="3394764" y="2670665"/>
                    <a:pt x="3394764" y="2673396"/>
                  </a:cubicBezTo>
                  <a:lnTo>
                    <a:pt x="3394764" y="3440158"/>
                  </a:lnTo>
                  <a:cubicBezTo>
                    <a:pt x="3394764" y="3441009"/>
                    <a:pt x="3395068" y="3441797"/>
                    <a:pt x="3395411" y="3442495"/>
                  </a:cubicBezTo>
                  <a:lnTo>
                    <a:pt x="3224114" y="3444629"/>
                  </a:lnTo>
                  <a:cubicBezTo>
                    <a:pt x="3236420" y="3408662"/>
                    <a:pt x="3236966" y="3372391"/>
                    <a:pt x="3236915" y="3365051"/>
                  </a:cubicBezTo>
                  <a:cubicBezTo>
                    <a:pt x="3240878" y="3356973"/>
                    <a:pt x="3258696" y="3318912"/>
                    <a:pt x="3252536" y="3302452"/>
                  </a:cubicBezTo>
                  <a:cubicBezTo>
                    <a:pt x="3250898" y="3298083"/>
                    <a:pt x="3240636" y="3285726"/>
                    <a:pt x="3229968" y="3278487"/>
                  </a:cubicBezTo>
                  <a:cubicBezTo>
                    <a:pt x="3231213" y="3267616"/>
                    <a:pt x="3231759" y="3256999"/>
                    <a:pt x="3231848" y="3246788"/>
                  </a:cubicBezTo>
                  <a:cubicBezTo>
                    <a:pt x="3233143" y="3246839"/>
                    <a:pt x="3234477" y="3246344"/>
                    <a:pt x="3235480" y="3245341"/>
                  </a:cubicBezTo>
                  <a:cubicBezTo>
                    <a:pt x="3237106" y="3243715"/>
                    <a:pt x="3274367" y="3204421"/>
                    <a:pt x="3244700" y="3093296"/>
                  </a:cubicBezTo>
                  <a:cubicBezTo>
                    <a:pt x="3219503" y="2998744"/>
                    <a:pt x="3158378" y="2969471"/>
                    <a:pt x="3107972" y="2954536"/>
                  </a:cubicBezTo>
                  <a:cubicBezTo>
                    <a:pt x="3090611" y="2949379"/>
                    <a:pt x="3068094" y="2945760"/>
                    <a:pt x="3042796" y="2944261"/>
                  </a:cubicBezTo>
                  <a:cubicBezTo>
                    <a:pt x="3066253" y="2539309"/>
                    <a:pt x="3103464" y="2278020"/>
                    <a:pt x="3108671" y="2242548"/>
                  </a:cubicBezTo>
                  <a:lnTo>
                    <a:pt x="3739162" y="2242548"/>
                  </a:lnTo>
                  <a:cubicBezTo>
                    <a:pt x="3746693" y="2296663"/>
                    <a:pt x="3823147" y="2858587"/>
                    <a:pt x="3823439" y="3437187"/>
                  </a:cubicBezTo>
                  <a:close/>
                  <a:moveTo>
                    <a:pt x="3738514" y="2232566"/>
                  </a:moveTo>
                  <a:lnTo>
                    <a:pt x="3106092" y="2232566"/>
                  </a:lnTo>
                  <a:lnTo>
                    <a:pt x="3106092" y="1940326"/>
                  </a:lnTo>
                  <a:lnTo>
                    <a:pt x="3188795" y="1940326"/>
                  </a:lnTo>
                  <a:cubicBezTo>
                    <a:pt x="3191525" y="1940326"/>
                    <a:pt x="3193748" y="1938091"/>
                    <a:pt x="3193748" y="1935361"/>
                  </a:cubicBezTo>
                  <a:lnTo>
                    <a:pt x="3193748" y="1915473"/>
                  </a:lnTo>
                  <a:cubicBezTo>
                    <a:pt x="3207642" y="1924540"/>
                    <a:pt x="3221192" y="1932783"/>
                    <a:pt x="3234185" y="1940174"/>
                  </a:cubicBezTo>
                  <a:cubicBezTo>
                    <a:pt x="3233931" y="1941863"/>
                    <a:pt x="3234578" y="1943641"/>
                    <a:pt x="3235975" y="1944733"/>
                  </a:cubicBezTo>
                  <a:cubicBezTo>
                    <a:pt x="3249907" y="1955757"/>
                    <a:pt x="3519884" y="2167034"/>
                    <a:pt x="3738514" y="2188065"/>
                  </a:cubicBezTo>
                  <a:close/>
                  <a:moveTo>
                    <a:pt x="3968550" y="2014342"/>
                  </a:moveTo>
                  <a:cubicBezTo>
                    <a:pt x="3952179" y="2087011"/>
                    <a:pt x="3920328" y="2135487"/>
                    <a:pt x="3873896" y="2158411"/>
                  </a:cubicBezTo>
                  <a:cubicBezTo>
                    <a:pt x="3670544" y="2258970"/>
                    <a:pt x="3286814" y="1971276"/>
                    <a:pt x="3245742" y="1939729"/>
                  </a:cubicBezTo>
                  <a:lnTo>
                    <a:pt x="3349374" y="1778198"/>
                  </a:lnTo>
                  <a:cubicBezTo>
                    <a:pt x="3350860" y="1775861"/>
                    <a:pt x="3350224" y="1772788"/>
                    <a:pt x="3347888" y="1771302"/>
                  </a:cubicBezTo>
                  <a:cubicBezTo>
                    <a:pt x="3347240" y="1770908"/>
                    <a:pt x="3346605" y="1770705"/>
                    <a:pt x="3345907" y="1770604"/>
                  </a:cubicBezTo>
                  <a:cubicBezTo>
                    <a:pt x="3341690" y="1767429"/>
                    <a:pt x="3323377" y="1752404"/>
                    <a:pt x="3287664" y="1705376"/>
                  </a:cubicBezTo>
                  <a:cubicBezTo>
                    <a:pt x="3273377" y="1686568"/>
                    <a:pt x="3261324" y="1665689"/>
                    <a:pt x="3249717" y="1645496"/>
                  </a:cubicBezTo>
                  <a:cubicBezTo>
                    <a:pt x="3232546" y="1615727"/>
                    <a:pt x="3216328" y="1587647"/>
                    <a:pt x="3193748" y="1565969"/>
                  </a:cubicBezTo>
                  <a:lnTo>
                    <a:pt x="3193748" y="1365601"/>
                  </a:lnTo>
                  <a:cubicBezTo>
                    <a:pt x="3193748" y="1362819"/>
                    <a:pt x="3191525" y="1360584"/>
                    <a:pt x="3188795" y="1360584"/>
                  </a:cubicBezTo>
                  <a:lnTo>
                    <a:pt x="2994764" y="1360584"/>
                  </a:lnTo>
                  <a:cubicBezTo>
                    <a:pt x="3005382" y="1333152"/>
                    <a:pt x="3015707" y="1311372"/>
                    <a:pt x="3025524" y="1295941"/>
                  </a:cubicBezTo>
                  <a:cubicBezTo>
                    <a:pt x="3093342" y="1188740"/>
                    <a:pt x="3287512" y="1198113"/>
                    <a:pt x="3289493" y="1198265"/>
                  </a:cubicBezTo>
                  <a:cubicBezTo>
                    <a:pt x="3292325" y="1198519"/>
                    <a:pt x="3294560" y="1196284"/>
                    <a:pt x="3294713" y="1193554"/>
                  </a:cubicBezTo>
                  <a:cubicBezTo>
                    <a:pt x="3294764" y="1192804"/>
                    <a:pt x="3294611" y="1192119"/>
                    <a:pt x="3294357" y="1191471"/>
                  </a:cubicBezTo>
                  <a:lnTo>
                    <a:pt x="3294357" y="1158133"/>
                  </a:lnTo>
                  <a:lnTo>
                    <a:pt x="3488235" y="1158133"/>
                  </a:lnTo>
                  <a:lnTo>
                    <a:pt x="3488235" y="1193300"/>
                  </a:lnTo>
                  <a:cubicBezTo>
                    <a:pt x="3488235" y="1193300"/>
                    <a:pt x="3488235" y="1193350"/>
                    <a:pt x="3488235" y="1193401"/>
                  </a:cubicBezTo>
                  <a:cubicBezTo>
                    <a:pt x="3488235" y="1193452"/>
                    <a:pt x="3488235" y="1193452"/>
                    <a:pt x="3488235" y="1193503"/>
                  </a:cubicBezTo>
                  <a:cubicBezTo>
                    <a:pt x="3488337" y="1196030"/>
                    <a:pt x="3489975" y="1198011"/>
                    <a:pt x="3492744" y="1198164"/>
                  </a:cubicBezTo>
                  <a:cubicBezTo>
                    <a:pt x="3492896" y="1198164"/>
                    <a:pt x="3493049" y="1198265"/>
                    <a:pt x="3493189" y="1198265"/>
                  </a:cubicBezTo>
                  <a:cubicBezTo>
                    <a:pt x="3493239" y="1198265"/>
                    <a:pt x="3493290" y="1198265"/>
                    <a:pt x="3493290" y="1198265"/>
                  </a:cubicBezTo>
                  <a:cubicBezTo>
                    <a:pt x="3493341" y="1198215"/>
                    <a:pt x="3493392" y="1198265"/>
                    <a:pt x="3493442" y="1198265"/>
                  </a:cubicBezTo>
                  <a:cubicBezTo>
                    <a:pt x="3495868" y="1198164"/>
                    <a:pt x="3739607" y="1188690"/>
                    <a:pt x="3824735" y="1296347"/>
                  </a:cubicBezTo>
                  <a:cubicBezTo>
                    <a:pt x="3905050" y="1397948"/>
                    <a:pt x="4019946" y="1785983"/>
                    <a:pt x="3968550" y="2014342"/>
                  </a:cubicBezTo>
                  <a:close/>
                  <a:moveTo>
                    <a:pt x="3255419" y="881460"/>
                  </a:moveTo>
                  <a:cubicBezTo>
                    <a:pt x="3206905" y="887612"/>
                    <a:pt x="3162595" y="902594"/>
                    <a:pt x="3140522" y="910928"/>
                  </a:cubicBezTo>
                  <a:cubicBezTo>
                    <a:pt x="3135417" y="912912"/>
                    <a:pt x="3131785" y="917278"/>
                    <a:pt x="3130896" y="922735"/>
                  </a:cubicBezTo>
                  <a:cubicBezTo>
                    <a:pt x="3129956" y="928291"/>
                    <a:pt x="3131988" y="933699"/>
                    <a:pt x="3136255" y="937320"/>
                  </a:cubicBezTo>
                  <a:cubicBezTo>
                    <a:pt x="3161998" y="958850"/>
                    <a:pt x="3183385" y="965741"/>
                    <a:pt x="3200200" y="965741"/>
                  </a:cubicBezTo>
                  <a:cubicBezTo>
                    <a:pt x="3216125" y="965741"/>
                    <a:pt x="3227936" y="959545"/>
                    <a:pt x="3235518" y="953790"/>
                  </a:cubicBezTo>
                  <a:cubicBezTo>
                    <a:pt x="3259242" y="935732"/>
                    <a:pt x="3268462" y="901601"/>
                    <a:pt x="3260575" y="884337"/>
                  </a:cubicBezTo>
                  <a:cubicBezTo>
                    <a:pt x="3259686" y="882353"/>
                    <a:pt x="3257553" y="881212"/>
                    <a:pt x="3255419" y="881460"/>
                  </a:cubicBezTo>
                  <a:close/>
                  <a:moveTo>
                    <a:pt x="3229473" y="945902"/>
                  </a:moveTo>
                  <a:cubicBezTo>
                    <a:pt x="3206702" y="963216"/>
                    <a:pt x="3175841" y="957511"/>
                    <a:pt x="3142656" y="929681"/>
                  </a:cubicBezTo>
                  <a:cubicBezTo>
                    <a:pt x="3141119" y="928390"/>
                    <a:pt x="3140370" y="926407"/>
                    <a:pt x="3140725" y="924372"/>
                  </a:cubicBezTo>
                  <a:cubicBezTo>
                    <a:pt x="3140865" y="923479"/>
                    <a:pt x="3141513" y="921247"/>
                    <a:pt x="3144091" y="920255"/>
                  </a:cubicBezTo>
                  <a:cubicBezTo>
                    <a:pt x="3165122" y="912268"/>
                    <a:pt x="3206702" y="898178"/>
                    <a:pt x="3252689" y="891878"/>
                  </a:cubicBezTo>
                  <a:cubicBezTo>
                    <a:pt x="3255813" y="905471"/>
                    <a:pt x="3248523" y="931367"/>
                    <a:pt x="3229473" y="945902"/>
                  </a:cubicBezTo>
                  <a:close/>
                  <a:moveTo>
                    <a:pt x="1629171" y="262832"/>
                  </a:moveTo>
                  <a:lnTo>
                    <a:pt x="2349744" y="262832"/>
                  </a:lnTo>
                  <a:lnTo>
                    <a:pt x="2548728" y="524718"/>
                  </a:lnTo>
                  <a:cubicBezTo>
                    <a:pt x="2549718" y="525959"/>
                    <a:pt x="2551166" y="526654"/>
                    <a:pt x="2552703" y="526654"/>
                  </a:cubicBezTo>
                  <a:cubicBezTo>
                    <a:pt x="2553249" y="526654"/>
                    <a:pt x="2553795" y="526604"/>
                    <a:pt x="2554290" y="526406"/>
                  </a:cubicBezTo>
                  <a:cubicBezTo>
                    <a:pt x="2556322" y="525711"/>
                    <a:pt x="2557656" y="523826"/>
                    <a:pt x="2557656" y="521693"/>
                  </a:cubicBezTo>
                  <a:lnTo>
                    <a:pt x="2557656" y="262832"/>
                  </a:lnTo>
                  <a:lnTo>
                    <a:pt x="2981480" y="262832"/>
                  </a:lnTo>
                  <a:cubicBezTo>
                    <a:pt x="3053959" y="262832"/>
                    <a:pt x="3112887" y="203845"/>
                    <a:pt x="3112887" y="131416"/>
                  </a:cubicBezTo>
                  <a:cubicBezTo>
                    <a:pt x="3112887" y="58937"/>
                    <a:pt x="3053959" y="0"/>
                    <a:pt x="2981480" y="0"/>
                  </a:cubicBezTo>
                  <a:lnTo>
                    <a:pt x="1629171" y="0"/>
                  </a:lnTo>
                  <a:cubicBezTo>
                    <a:pt x="1556743" y="0"/>
                    <a:pt x="1497752" y="58937"/>
                    <a:pt x="1497752" y="131416"/>
                  </a:cubicBezTo>
                  <a:cubicBezTo>
                    <a:pt x="1497752" y="203845"/>
                    <a:pt x="1556743" y="262832"/>
                    <a:pt x="1629171" y="262832"/>
                  </a:cubicBezTo>
                  <a:close/>
                  <a:moveTo>
                    <a:pt x="1629171" y="9923"/>
                  </a:moveTo>
                  <a:lnTo>
                    <a:pt x="2981480" y="9923"/>
                  </a:lnTo>
                  <a:cubicBezTo>
                    <a:pt x="3048447" y="9923"/>
                    <a:pt x="3102917" y="64444"/>
                    <a:pt x="3102917" y="131416"/>
                  </a:cubicBezTo>
                  <a:cubicBezTo>
                    <a:pt x="3102917" y="198388"/>
                    <a:pt x="3048447" y="252860"/>
                    <a:pt x="2981480" y="252860"/>
                  </a:cubicBezTo>
                  <a:lnTo>
                    <a:pt x="2552703" y="252860"/>
                  </a:lnTo>
                  <a:cubicBezTo>
                    <a:pt x="2549972" y="252860"/>
                    <a:pt x="2547737" y="255092"/>
                    <a:pt x="2547737" y="257820"/>
                  </a:cubicBezTo>
                  <a:lnTo>
                    <a:pt x="2547737" y="506909"/>
                  </a:lnTo>
                  <a:lnTo>
                    <a:pt x="2356145" y="254794"/>
                  </a:lnTo>
                  <a:cubicBezTo>
                    <a:pt x="2355205" y="253604"/>
                    <a:pt x="2353770" y="252860"/>
                    <a:pt x="2352182" y="252860"/>
                  </a:cubicBezTo>
                  <a:lnTo>
                    <a:pt x="1629171" y="252860"/>
                  </a:lnTo>
                  <a:cubicBezTo>
                    <a:pt x="1562204" y="252860"/>
                    <a:pt x="1507734" y="198388"/>
                    <a:pt x="1507734" y="131416"/>
                  </a:cubicBezTo>
                  <a:cubicBezTo>
                    <a:pt x="1507734" y="64444"/>
                    <a:pt x="1562204" y="9923"/>
                    <a:pt x="1629171" y="9923"/>
                  </a:cubicBezTo>
                  <a:close/>
                  <a:moveTo>
                    <a:pt x="1712217" y="175369"/>
                  </a:moveTo>
                  <a:cubicBezTo>
                    <a:pt x="1714896" y="174775"/>
                    <a:pt x="1716636" y="172095"/>
                    <a:pt x="1716039" y="169417"/>
                  </a:cubicBezTo>
                  <a:cubicBezTo>
                    <a:pt x="1714058" y="160487"/>
                    <a:pt x="1710832" y="137865"/>
                    <a:pt x="1724078" y="120452"/>
                  </a:cubicBezTo>
                  <a:cubicBezTo>
                    <a:pt x="1734238" y="107156"/>
                    <a:pt x="1751904" y="99765"/>
                    <a:pt x="1776568" y="98524"/>
                  </a:cubicBezTo>
                  <a:cubicBezTo>
                    <a:pt x="1791147" y="97831"/>
                    <a:pt x="1802260" y="101154"/>
                    <a:pt x="1810540" y="105818"/>
                  </a:cubicBezTo>
                  <a:cubicBezTo>
                    <a:pt x="1803555" y="111721"/>
                    <a:pt x="1797891" y="118617"/>
                    <a:pt x="1793827" y="126356"/>
                  </a:cubicBezTo>
                  <a:cubicBezTo>
                    <a:pt x="1786639" y="140147"/>
                    <a:pt x="1786042" y="154236"/>
                    <a:pt x="1792341" y="164059"/>
                  </a:cubicBezTo>
                  <a:cubicBezTo>
                    <a:pt x="1797345" y="171947"/>
                    <a:pt x="1806133" y="175915"/>
                    <a:pt x="1817144" y="175468"/>
                  </a:cubicBezTo>
                  <a:cubicBezTo>
                    <a:pt x="1828752" y="174874"/>
                    <a:pt x="1837731" y="169565"/>
                    <a:pt x="1842442" y="160387"/>
                  </a:cubicBezTo>
                  <a:cubicBezTo>
                    <a:pt x="1848500" y="148581"/>
                    <a:pt x="1846456" y="131763"/>
                    <a:pt x="1837235" y="117525"/>
                  </a:cubicBezTo>
                  <a:cubicBezTo>
                    <a:pt x="1834454" y="113259"/>
                    <a:pt x="1831228" y="109389"/>
                    <a:pt x="1827609" y="105966"/>
                  </a:cubicBezTo>
                  <a:cubicBezTo>
                    <a:pt x="1839318" y="99021"/>
                    <a:pt x="1855841" y="93316"/>
                    <a:pt x="1878803" y="92473"/>
                  </a:cubicBezTo>
                  <a:cubicBezTo>
                    <a:pt x="1900088" y="91679"/>
                    <a:pt x="1914578" y="96093"/>
                    <a:pt x="1924345" y="101799"/>
                  </a:cubicBezTo>
                  <a:cubicBezTo>
                    <a:pt x="1916166" y="107107"/>
                    <a:pt x="1909270" y="113805"/>
                    <a:pt x="1904012" y="121742"/>
                  </a:cubicBezTo>
                  <a:cubicBezTo>
                    <a:pt x="1894678" y="135781"/>
                    <a:pt x="1892493" y="151359"/>
                    <a:pt x="1898208" y="162372"/>
                  </a:cubicBezTo>
                  <a:cubicBezTo>
                    <a:pt x="1902475" y="170557"/>
                    <a:pt x="1910603" y="175221"/>
                    <a:pt x="1921068" y="175519"/>
                  </a:cubicBezTo>
                  <a:cubicBezTo>
                    <a:pt x="1921373" y="175519"/>
                    <a:pt x="1921716" y="175519"/>
                    <a:pt x="1922021" y="175519"/>
                  </a:cubicBezTo>
                  <a:cubicBezTo>
                    <a:pt x="1933870" y="175519"/>
                    <a:pt x="1944144" y="169516"/>
                    <a:pt x="1950342" y="158949"/>
                  </a:cubicBezTo>
                  <a:cubicBezTo>
                    <a:pt x="1958279" y="145306"/>
                    <a:pt x="1957784" y="127000"/>
                    <a:pt x="1949008" y="112316"/>
                  </a:cubicBezTo>
                  <a:cubicBezTo>
                    <a:pt x="1947471" y="109687"/>
                    <a:pt x="1945338" y="106710"/>
                    <a:pt x="1942506" y="103635"/>
                  </a:cubicBezTo>
                  <a:cubicBezTo>
                    <a:pt x="1955155" y="98674"/>
                    <a:pt x="1970039" y="96540"/>
                    <a:pt x="1986156" y="97880"/>
                  </a:cubicBezTo>
                  <a:cubicBezTo>
                    <a:pt x="2005853" y="99418"/>
                    <a:pt x="2019696" y="106065"/>
                    <a:pt x="2027393" y="117674"/>
                  </a:cubicBezTo>
                  <a:cubicBezTo>
                    <a:pt x="2041083" y="138361"/>
                    <a:pt x="2031152" y="168673"/>
                    <a:pt x="2031063" y="168970"/>
                  </a:cubicBezTo>
                  <a:cubicBezTo>
                    <a:pt x="2030568" y="170458"/>
                    <a:pt x="2030809" y="172145"/>
                    <a:pt x="2031749" y="173435"/>
                  </a:cubicBezTo>
                  <a:cubicBezTo>
                    <a:pt x="2032688" y="174724"/>
                    <a:pt x="2034187" y="175519"/>
                    <a:pt x="2035774" y="175519"/>
                  </a:cubicBezTo>
                  <a:lnTo>
                    <a:pt x="2140105" y="175519"/>
                  </a:lnTo>
                  <a:cubicBezTo>
                    <a:pt x="2142823" y="175519"/>
                    <a:pt x="2145058" y="173286"/>
                    <a:pt x="2145058" y="170557"/>
                  </a:cubicBezTo>
                  <a:cubicBezTo>
                    <a:pt x="2145058" y="167780"/>
                    <a:pt x="2142823" y="165547"/>
                    <a:pt x="2140105" y="165547"/>
                  </a:cubicBezTo>
                  <a:lnTo>
                    <a:pt x="2042264" y="165547"/>
                  </a:lnTo>
                  <a:cubicBezTo>
                    <a:pt x="2044855" y="154286"/>
                    <a:pt x="2047928" y="130771"/>
                    <a:pt x="2035724" y="112217"/>
                  </a:cubicBezTo>
                  <a:cubicBezTo>
                    <a:pt x="2026300" y="97930"/>
                    <a:pt x="2009879" y="89743"/>
                    <a:pt x="1986956" y="87958"/>
                  </a:cubicBezTo>
                  <a:cubicBezTo>
                    <a:pt x="1967360" y="86370"/>
                    <a:pt x="1949249" y="89397"/>
                    <a:pt x="1934225" y="96392"/>
                  </a:cubicBezTo>
                  <a:cubicBezTo>
                    <a:pt x="1923062" y="88306"/>
                    <a:pt x="1905447" y="81509"/>
                    <a:pt x="1878460" y="82550"/>
                  </a:cubicBezTo>
                  <a:cubicBezTo>
                    <a:pt x="1855396" y="83344"/>
                    <a:pt x="1834949" y="89347"/>
                    <a:pt x="1819227" y="99418"/>
                  </a:cubicBezTo>
                  <a:cubicBezTo>
                    <a:pt x="1807314" y="91580"/>
                    <a:pt x="1792443" y="87760"/>
                    <a:pt x="1776059" y="88603"/>
                  </a:cubicBezTo>
                  <a:cubicBezTo>
                    <a:pt x="1748335" y="89992"/>
                    <a:pt x="1728142" y="98674"/>
                    <a:pt x="1716192" y="114450"/>
                  </a:cubicBezTo>
                  <a:cubicBezTo>
                    <a:pt x="1700406" y="135186"/>
                    <a:pt x="1704038" y="161281"/>
                    <a:pt x="1706311" y="171549"/>
                  </a:cubicBezTo>
                  <a:cubicBezTo>
                    <a:pt x="1706908" y="174278"/>
                    <a:pt x="1709639" y="175915"/>
                    <a:pt x="1712217" y="175369"/>
                  </a:cubicBezTo>
                  <a:close/>
                  <a:moveTo>
                    <a:pt x="1940474" y="117425"/>
                  </a:moveTo>
                  <a:cubicBezTo>
                    <a:pt x="1947421" y="129035"/>
                    <a:pt x="1947916" y="143372"/>
                    <a:pt x="1941706" y="153938"/>
                  </a:cubicBezTo>
                  <a:cubicBezTo>
                    <a:pt x="1937197" y="161677"/>
                    <a:pt x="1929806" y="165844"/>
                    <a:pt x="1921322" y="165547"/>
                  </a:cubicBezTo>
                  <a:cubicBezTo>
                    <a:pt x="1914528" y="165398"/>
                    <a:pt x="1909613" y="162719"/>
                    <a:pt x="1907035" y="157808"/>
                  </a:cubicBezTo>
                  <a:cubicBezTo>
                    <a:pt x="1903059" y="150068"/>
                    <a:pt x="1905104" y="138113"/>
                    <a:pt x="1912292" y="127249"/>
                  </a:cubicBezTo>
                  <a:cubicBezTo>
                    <a:pt x="1917449" y="119460"/>
                    <a:pt x="1924497" y="113060"/>
                    <a:pt x="1932981" y="108199"/>
                  </a:cubicBezTo>
                  <a:cubicBezTo>
                    <a:pt x="1936448" y="111423"/>
                    <a:pt x="1938835" y="114698"/>
                    <a:pt x="1940474" y="117425"/>
                  </a:cubicBezTo>
                  <a:close/>
                  <a:moveTo>
                    <a:pt x="1819125" y="111820"/>
                  </a:moveTo>
                  <a:cubicBezTo>
                    <a:pt x="1823888" y="115937"/>
                    <a:pt x="1827063" y="120105"/>
                    <a:pt x="1828904" y="122932"/>
                  </a:cubicBezTo>
                  <a:cubicBezTo>
                    <a:pt x="1836194" y="134244"/>
                    <a:pt x="1838023" y="147142"/>
                    <a:pt x="1833565" y="155873"/>
                  </a:cubicBezTo>
                  <a:cubicBezTo>
                    <a:pt x="1830543" y="161776"/>
                    <a:pt x="1824688" y="165150"/>
                    <a:pt x="1816699" y="165498"/>
                  </a:cubicBezTo>
                  <a:cubicBezTo>
                    <a:pt x="1809359" y="165894"/>
                    <a:pt x="1803796" y="163513"/>
                    <a:pt x="1800723" y="158700"/>
                  </a:cubicBezTo>
                  <a:cubicBezTo>
                    <a:pt x="1796456" y="152004"/>
                    <a:pt x="1797205" y="141387"/>
                    <a:pt x="1802653" y="130969"/>
                  </a:cubicBezTo>
                  <a:cubicBezTo>
                    <a:pt x="1804685" y="127150"/>
                    <a:pt x="1809549" y="119361"/>
                    <a:pt x="1819125" y="111820"/>
                  </a:cubicBezTo>
                  <a:close/>
                  <a:moveTo>
                    <a:pt x="2282282" y="175519"/>
                  </a:moveTo>
                  <a:lnTo>
                    <a:pt x="2926908" y="175519"/>
                  </a:lnTo>
                  <a:cubicBezTo>
                    <a:pt x="2932268" y="175519"/>
                    <a:pt x="2936624" y="171153"/>
                    <a:pt x="2936624" y="165795"/>
                  </a:cubicBezTo>
                  <a:lnTo>
                    <a:pt x="2936624" y="103833"/>
                  </a:lnTo>
                  <a:cubicBezTo>
                    <a:pt x="2936624" y="98475"/>
                    <a:pt x="2932268" y="94110"/>
                    <a:pt x="2926908" y="94110"/>
                  </a:cubicBezTo>
                  <a:lnTo>
                    <a:pt x="2282282" y="94110"/>
                  </a:lnTo>
                  <a:cubicBezTo>
                    <a:pt x="2276871" y="94110"/>
                    <a:pt x="2272503" y="98475"/>
                    <a:pt x="2272503" y="103833"/>
                  </a:cubicBezTo>
                  <a:lnTo>
                    <a:pt x="2272503" y="165795"/>
                  </a:lnTo>
                  <a:cubicBezTo>
                    <a:pt x="2272503" y="171153"/>
                    <a:pt x="2276871" y="175519"/>
                    <a:pt x="2282282" y="175519"/>
                  </a:cubicBezTo>
                  <a:close/>
                  <a:moveTo>
                    <a:pt x="2926705" y="103833"/>
                  </a:moveTo>
                  <a:lnTo>
                    <a:pt x="2926705" y="165547"/>
                  </a:lnTo>
                  <a:lnTo>
                    <a:pt x="2282472" y="165795"/>
                  </a:lnTo>
                  <a:lnTo>
                    <a:pt x="2282282" y="104082"/>
                  </a:lnTo>
                  <a:close/>
                  <a:moveTo>
                    <a:pt x="867816" y="716707"/>
                  </a:moveTo>
                  <a:lnTo>
                    <a:pt x="956469" y="773807"/>
                  </a:lnTo>
                  <a:cubicBezTo>
                    <a:pt x="957312" y="774353"/>
                    <a:pt x="958254" y="774601"/>
                    <a:pt x="959198" y="774601"/>
                  </a:cubicBezTo>
                  <a:cubicBezTo>
                    <a:pt x="959992" y="774601"/>
                    <a:pt x="960835" y="774403"/>
                    <a:pt x="961579" y="774007"/>
                  </a:cubicBezTo>
                  <a:cubicBezTo>
                    <a:pt x="963167" y="773113"/>
                    <a:pt x="964159" y="771476"/>
                    <a:pt x="964159" y="769640"/>
                  </a:cubicBezTo>
                  <a:lnTo>
                    <a:pt x="964159" y="660847"/>
                  </a:lnTo>
                  <a:cubicBezTo>
                    <a:pt x="983903" y="660847"/>
                    <a:pt x="999976" y="643583"/>
                    <a:pt x="999976" y="622399"/>
                  </a:cubicBezTo>
                  <a:cubicBezTo>
                    <a:pt x="999976" y="601167"/>
                    <a:pt x="983903" y="583903"/>
                    <a:pt x="964159" y="583903"/>
                  </a:cubicBezTo>
                  <a:lnTo>
                    <a:pt x="964159" y="475110"/>
                  </a:lnTo>
                  <a:cubicBezTo>
                    <a:pt x="964159" y="473324"/>
                    <a:pt x="963167" y="471637"/>
                    <a:pt x="961579" y="470743"/>
                  </a:cubicBezTo>
                  <a:cubicBezTo>
                    <a:pt x="959942" y="469900"/>
                    <a:pt x="958007" y="469950"/>
                    <a:pt x="956469" y="470943"/>
                  </a:cubicBezTo>
                  <a:lnTo>
                    <a:pt x="867816" y="528093"/>
                  </a:lnTo>
                  <a:lnTo>
                    <a:pt x="665610" y="559098"/>
                  </a:lnTo>
                  <a:cubicBezTo>
                    <a:pt x="663179" y="559445"/>
                    <a:pt x="661342" y="561579"/>
                    <a:pt x="661342" y="564010"/>
                  </a:cubicBezTo>
                  <a:lnTo>
                    <a:pt x="661342" y="577602"/>
                  </a:lnTo>
                  <a:lnTo>
                    <a:pt x="632520" y="577602"/>
                  </a:lnTo>
                  <a:cubicBezTo>
                    <a:pt x="629742" y="577602"/>
                    <a:pt x="627559" y="579835"/>
                    <a:pt x="627559" y="582563"/>
                  </a:cubicBezTo>
                  <a:lnTo>
                    <a:pt x="627559" y="662187"/>
                  </a:lnTo>
                  <a:cubicBezTo>
                    <a:pt x="627559" y="664915"/>
                    <a:pt x="629742" y="667148"/>
                    <a:pt x="632520" y="667148"/>
                  </a:cubicBezTo>
                  <a:lnTo>
                    <a:pt x="661342" y="667148"/>
                  </a:lnTo>
                  <a:lnTo>
                    <a:pt x="661342" y="680740"/>
                  </a:lnTo>
                  <a:cubicBezTo>
                    <a:pt x="661342" y="683221"/>
                    <a:pt x="663179" y="685305"/>
                    <a:pt x="665610" y="685651"/>
                  </a:cubicBezTo>
                  <a:lnTo>
                    <a:pt x="685552" y="688727"/>
                  </a:lnTo>
                  <a:lnTo>
                    <a:pt x="685552" y="858987"/>
                  </a:lnTo>
                  <a:cubicBezTo>
                    <a:pt x="685552" y="861715"/>
                    <a:pt x="687785" y="863948"/>
                    <a:pt x="690563" y="863948"/>
                  </a:cubicBezTo>
                  <a:lnTo>
                    <a:pt x="744935" y="863948"/>
                  </a:lnTo>
                  <a:cubicBezTo>
                    <a:pt x="747713" y="863948"/>
                    <a:pt x="749896" y="861715"/>
                    <a:pt x="749896" y="858987"/>
                  </a:cubicBezTo>
                  <a:lnTo>
                    <a:pt x="749896" y="698599"/>
                  </a:lnTo>
                  <a:close/>
                  <a:moveTo>
                    <a:pt x="870397" y="537766"/>
                  </a:moveTo>
                  <a:cubicBezTo>
                    <a:pt x="871092" y="537667"/>
                    <a:pt x="871736" y="537418"/>
                    <a:pt x="872331" y="537022"/>
                  </a:cubicBezTo>
                  <a:lnTo>
                    <a:pt x="954187" y="484237"/>
                  </a:lnTo>
                  <a:lnTo>
                    <a:pt x="954187" y="760512"/>
                  </a:lnTo>
                  <a:lnTo>
                    <a:pt x="872331" y="707728"/>
                  </a:lnTo>
                  <a:cubicBezTo>
                    <a:pt x="871736" y="707381"/>
                    <a:pt x="871092" y="707132"/>
                    <a:pt x="870397" y="707033"/>
                  </a:cubicBezTo>
                  <a:lnTo>
                    <a:pt x="771129" y="691803"/>
                  </a:lnTo>
                  <a:lnTo>
                    <a:pt x="771129" y="552996"/>
                  </a:lnTo>
                  <a:close/>
                  <a:moveTo>
                    <a:pt x="637480" y="657225"/>
                  </a:moveTo>
                  <a:lnTo>
                    <a:pt x="637480" y="587574"/>
                  </a:lnTo>
                  <a:lnTo>
                    <a:pt x="661342" y="587574"/>
                  </a:lnTo>
                  <a:lnTo>
                    <a:pt x="661342" y="657225"/>
                  </a:lnTo>
                  <a:close/>
                  <a:moveTo>
                    <a:pt x="671314" y="663824"/>
                  </a:moveTo>
                  <a:cubicBezTo>
                    <a:pt x="671513" y="663327"/>
                    <a:pt x="671661" y="662781"/>
                    <a:pt x="671661" y="662187"/>
                  </a:cubicBezTo>
                  <a:cubicBezTo>
                    <a:pt x="671661" y="661591"/>
                    <a:pt x="671513" y="661045"/>
                    <a:pt x="671314" y="660550"/>
                  </a:cubicBezTo>
                  <a:lnTo>
                    <a:pt x="671314" y="584250"/>
                  </a:lnTo>
                  <a:cubicBezTo>
                    <a:pt x="671513" y="583705"/>
                    <a:pt x="671661" y="583159"/>
                    <a:pt x="671661" y="582563"/>
                  </a:cubicBezTo>
                  <a:cubicBezTo>
                    <a:pt x="671661" y="582018"/>
                    <a:pt x="671513" y="581472"/>
                    <a:pt x="671314" y="580926"/>
                  </a:cubicBezTo>
                  <a:lnTo>
                    <a:pt x="671314" y="568276"/>
                  </a:lnTo>
                  <a:lnTo>
                    <a:pt x="761206" y="554485"/>
                  </a:lnTo>
                  <a:lnTo>
                    <a:pt x="761206" y="690265"/>
                  </a:lnTo>
                  <a:lnTo>
                    <a:pt x="671314" y="676474"/>
                  </a:lnTo>
                  <a:close/>
                  <a:moveTo>
                    <a:pt x="739973" y="697062"/>
                  </a:moveTo>
                  <a:lnTo>
                    <a:pt x="739973" y="762944"/>
                  </a:lnTo>
                  <a:cubicBezTo>
                    <a:pt x="739080" y="761703"/>
                    <a:pt x="737641" y="760810"/>
                    <a:pt x="736004" y="760810"/>
                  </a:cubicBezTo>
                  <a:lnTo>
                    <a:pt x="695523" y="760810"/>
                  </a:lnTo>
                  <a:lnTo>
                    <a:pt x="695523" y="690265"/>
                  </a:lnTo>
                  <a:moveTo>
                    <a:pt x="1207493" y="3913589"/>
                  </a:moveTo>
                  <a:cubicBezTo>
                    <a:pt x="1153569" y="3899898"/>
                    <a:pt x="1158433" y="3875489"/>
                    <a:pt x="1166510" y="3835052"/>
                  </a:cubicBezTo>
                  <a:cubicBezTo>
                    <a:pt x="1177280" y="3780925"/>
                    <a:pt x="1192063" y="3706769"/>
                    <a:pt x="1074435" y="3616625"/>
                  </a:cubicBezTo>
                  <a:cubicBezTo>
                    <a:pt x="1012081" y="3568847"/>
                    <a:pt x="1014860" y="3513488"/>
                    <a:pt x="1019870" y="3412929"/>
                  </a:cubicBezTo>
                  <a:cubicBezTo>
                    <a:pt x="1021507" y="3380786"/>
                    <a:pt x="1023343" y="3344312"/>
                    <a:pt x="1023343" y="3302198"/>
                  </a:cubicBezTo>
                  <a:cubicBezTo>
                    <a:pt x="1023343" y="3118302"/>
                    <a:pt x="855960" y="3005387"/>
                    <a:pt x="736004" y="3005387"/>
                  </a:cubicBezTo>
                  <a:cubicBezTo>
                    <a:pt x="597743" y="3005387"/>
                    <a:pt x="449759" y="3124652"/>
                    <a:pt x="449759" y="3302198"/>
                  </a:cubicBezTo>
                  <a:cubicBezTo>
                    <a:pt x="449759" y="3344312"/>
                    <a:pt x="451594" y="3380786"/>
                    <a:pt x="453231" y="3412929"/>
                  </a:cubicBezTo>
                  <a:cubicBezTo>
                    <a:pt x="458241" y="3513488"/>
                    <a:pt x="461020" y="3568847"/>
                    <a:pt x="398661" y="3616625"/>
                  </a:cubicBezTo>
                  <a:cubicBezTo>
                    <a:pt x="271710" y="3713907"/>
                    <a:pt x="296267" y="3788862"/>
                    <a:pt x="312539" y="3838481"/>
                  </a:cubicBezTo>
                  <a:cubicBezTo>
                    <a:pt x="323056" y="3870625"/>
                    <a:pt x="329406" y="3890069"/>
                    <a:pt x="296912" y="3903861"/>
                  </a:cubicBezTo>
                  <a:cubicBezTo>
                    <a:pt x="212129" y="3939979"/>
                    <a:pt x="181223" y="4006058"/>
                    <a:pt x="180579" y="4051651"/>
                  </a:cubicBezTo>
                  <a:cubicBezTo>
                    <a:pt x="180033" y="4087262"/>
                    <a:pt x="196454" y="4116243"/>
                    <a:pt x="224483" y="4129184"/>
                  </a:cubicBezTo>
                  <a:cubicBezTo>
                    <a:pt x="225128" y="4129540"/>
                    <a:pt x="225872" y="4129680"/>
                    <a:pt x="226567" y="4129680"/>
                  </a:cubicBezTo>
                  <a:lnTo>
                    <a:pt x="1038418" y="4129680"/>
                  </a:lnTo>
                  <a:cubicBezTo>
                    <a:pt x="1038621" y="4129680"/>
                    <a:pt x="1038824" y="4129590"/>
                    <a:pt x="1039015" y="4129540"/>
                  </a:cubicBezTo>
                  <a:cubicBezTo>
                    <a:pt x="1039218" y="4129590"/>
                    <a:pt x="1039371" y="4129680"/>
                    <a:pt x="1039561" y="4129680"/>
                  </a:cubicBezTo>
                  <a:lnTo>
                    <a:pt x="1247130" y="4129629"/>
                  </a:lnTo>
                  <a:cubicBezTo>
                    <a:pt x="1281014" y="4125412"/>
                    <a:pt x="1306706" y="4091135"/>
                    <a:pt x="1309538" y="4046240"/>
                  </a:cubicBezTo>
                  <a:cubicBezTo>
                    <a:pt x="1312560" y="3997777"/>
                    <a:pt x="1287656" y="3933922"/>
                    <a:pt x="1207493" y="3913589"/>
                  </a:cubicBezTo>
                  <a:close/>
                  <a:moveTo>
                    <a:pt x="1299568" y="4045593"/>
                  </a:moveTo>
                  <a:cubicBezTo>
                    <a:pt x="1297092" y="4085674"/>
                    <a:pt x="1275006" y="4116141"/>
                    <a:pt x="1246533" y="4119710"/>
                  </a:cubicBezTo>
                  <a:lnTo>
                    <a:pt x="1043435" y="4119710"/>
                  </a:lnTo>
                  <a:lnTo>
                    <a:pt x="1043435" y="3921374"/>
                  </a:lnTo>
                  <a:cubicBezTo>
                    <a:pt x="1043435" y="3875680"/>
                    <a:pt x="1006227" y="3838481"/>
                    <a:pt x="960537" y="3838481"/>
                  </a:cubicBezTo>
                  <a:lnTo>
                    <a:pt x="511472" y="3838481"/>
                  </a:lnTo>
                  <a:cubicBezTo>
                    <a:pt x="465733" y="3838481"/>
                    <a:pt x="428526" y="3875680"/>
                    <a:pt x="428526" y="3921374"/>
                  </a:cubicBezTo>
                  <a:lnTo>
                    <a:pt x="428526" y="4119710"/>
                  </a:lnTo>
                  <a:lnTo>
                    <a:pt x="227707" y="4119710"/>
                  </a:lnTo>
                  <a:cubicBezTo>
                    <a:pt x="203944" y="4108254"/>
                    <a:pt x="190054" y="4082956"/>
                    <a:pt x="190500" y="4051791"/>
                  </a:cubicBezTo>
                  <a:cubicBezTo>
                    <a:pt x="191145" y="4009182"/>
                    <a:pt x="220415" y="3947269"/>
                    <a:pt x="300831" y="3913043"/>
                  </a:cubicBezTo>
                  <a:cubicBezTo>
                    <a:pt x="341710" y="3895631"/>
                    <a:pt x="332581" y="3867691"/>
                    <a:pt x="321965" y="3835357"/>
                  </a:cubicBezTo>
                  <a:cubicBezTo>
                    <a:pt x="305693" y="3785637"/>
                    <a:pt x="283369" y="3717526"/>
                    <a:pt x="404713" y="3624512"/>
                  </a:cubicBezTo>
                  <a:cubicBezTo>
                    <a:pt x="471240" y="3573559"/>
                    <a:pt x="468164" y="3512942"/>
                    <a:pt x="463154" y="3412434"/>
                  </a:cubicBezTo>
                  <a:cubicBezTo>
                    <a:pt x="461566" y="3380380"/>
                    <a:pt x="459730" y="3344070"/>
                    <a:pt x="459730" y="3302198"/>
                  </a:cubicBezTo>
                  <a:cubicBezTo>
                    <a:pt x="459730" y="3130596"/>
                    <a:pt x="602555" y="3015356"/>
                    <a:pt x="736004" y="3015356"/>
                  </a:cubicBezTo>
                  <a:cubicBezTo>
                    <a:pt x="851793" y="3015356"/>
                    <a:pt x="1013371" y="3124500"/>
                    <a:pt x="1013371" y="3302198"/>
                  </a:cubicBezTo>
                  <a:cubicBezTo>
                    <a:pt x="1013371" y="3344121"/>
                    <a:pt x="1011535" y="3380380"/>
                    <a:pt x="1009947" y="3412434"/>
                  </a:cubicBezTo>
                  <a:cubicBezTo>
                    <a:pt x="1004888" y="3512942"/>
                    <a:pt x="1001861" y="3573559"/>
                    <a:pt x="1068390" y="3624512"/>
                  </a:cubicBezTo>
                  <a:cubicBezTo>
                    <a:pt x="1181103" y="3710935"/>
                    <a:pt x="1167006" y="3781522"/>
                    <a:pt x="1156744" y="3833122"/>
                  </a:cubicBezTo>
                  <a:cubicBezTo>
                    <a:pt x="1148806" y="3872860"/>
                    <a:pt x="1141961" y="3907239"/>
                    <a:pt x="1205017" y="3923215"/>
                  </a:cubicBezTo>
                  <a:cubicBezTo>
                    <a:pt x="1279324" y="3942062"/>
                    <a:pt x="1302400" y="4000952"/>
                    <a:pt x="1299568" y="4045593"/>
                  </a:cubicBezTo>
                  <a:close/>
                  <a:moveTo>
                    <a:pt x="2065835" y="3628474"/>
                  </a:moveTo>
                  <a:cubicBezTo>
                    <a:pt x="2066229" y="3491505"/>
                    <a:pt x="2066280" y="3316587"/>
                    <a:pt x="2064896" y="3193359"/>
                  </a:cubicBezTo>
                  <a:cubicBezTo>
                    <a:pt x="2063854" y="3102376"/>
                    <a:pt x="2008978" y="3027218"/>
                    <a:pt x="1914375" y="2987226"/>
                  </a:cubicBezTo>
                  <a:cubicBezTo>
                    <a:pt x="1787769" y="2933695"/>
                    <a:pt x="1631064" y="2956416"/>
                    <a:pt x="1541757" y="3041251"/>
                  </a:cubicBezTo>
                  <a:cubicBezTo>
                    <a:pt x="1488531" y="3091861"/>
                    <a:pt x="1464770" y="3140819"/>
                    <a:pt x="1471171" y="3186806"/>
                  </a:cubicBezTo>
                  <a:cubicBezTo>
                    <a:pt x="1478460" y="3239194"/>
                    <a:pt x="1522466" y="3271248"/>
                    <a:pt x="1539128" y="3281662"/>
                  </a:cubicBezTo>
                  <a:cubicBezTo>
                    <a:pt x="1512636" y="3303494"/>
                    <a:pt x="1497612" y="3333999"/>
                    <a:pt x="1503213" y="3356466"/>
                  </a:cubicBezTo>
                  <a:cubicBezTo>
                    <a:pt x="1507581" y="3373839"/>
                    <a:pt x="1525234" y="3377408"/>
                    <a:pt x="1537592" y="3376760"/>
                  </a:cubicBezTo>
                  <a:cubicBezTo>
                    <a:pt x="1538036" y="3394972"/>
                    <a:pt x="1542557" y="3451919"/>
                    <a:pt x="1580264" y="3489320"/>
                  </a:cubicBezTo>
                  <a:cubicBezTo>
                    <a:pt x="1603276" y="3512193"/>
                    <a:pt x="1634581" y="3523356"/>
                    <a:pt x="1672872" y="3522518"/>
                  </a:cubicBezTo>
                  <a:lnTo>
                    <a:pt x="1672872" y="3627940"/>
                  </a:lnTo>
                  <a:cubicBezTo>
                    <a:pt x="1667170" y="3629274"/>
                    <a:pt x="1642265" y="3635370"/>
                    <a:pt x="1610871" y="3649073"/>
                  </a:cubicBezTo>
                  <a:cubicBezTo>
                    <a:pt x="1611556" y="3647524"/>
                    <a:pt x="1611506" y="3645644"/>
                    <a:pt x="1610464" y="3644158"/>
                  </a:cubicBezTo>
                  <a:cubicBezTo>
                    <a:pt x="1597371" y="3625451"/>
                    <a:pt x="1592608" y="3605906"/>
                    <a:pt x="1592557" y="3605906"/>
                  </a:cubicBezTo>
                  <a:lnTo>
                    <a:pt x="1592214" y="3603772"/>
                  </a:lnTo>
                  <a:cubicBezTo>
                    <a:pt x="1586156" y="3570930"/>
                    <a:pt x="1580556" y="3545340"/>
                    <a:pt x="1567754" y="3539777"/>
                  </a:cubicBezTo>
                  <a:cubicBezTo>
                    <a:pt x="1564833" y="3538494"/>
                    <a:pt x="1560071" y="3537694"/>
                    <a:pt x="1554356" y="3541314"/>
                  </a:cubicBezTo>
                  <a:cubicBezTo>
                    <a:pt x="1532931" y="3554915"/>
                    <a:pt x="1535712" y="3581547"/>
                    <a:pt x="1537249" y="3595835"/>
                  </a:cubicBezTo>
                  <a:lnTo>
                    <a:pt x="1537592" y="3599213"/>
                  </a:lnTo>
                  <a:cubicBezTo>
                    <a:pt x="1537985" y="3603976"/>
                    <a:pt x="1538735" y="3608294"/>
                    <a:pt x="1539522" y="3612065"/>
                  </a:cubicBezTo>
                  <a:cubicBezTo>
                    <a:pt x="1526035" y="3599810"/>
                    <a:pt x="1513131" y="3586361"/>
                    <a:pt x="1501181" y="3571578"/>
                  </a:cubicBezTo>
                  <a:cubicBezTo>
                    <a:pt x="1500978" y="3571375"/>
                    <a:pt x="1483769" y="3549404"/>
                    <a:pt x="1461188" y="3513983"/>
                  </a:cubicBezTo>
                  <a:cubicBezTo>
                    <a:pt x="1446914" y="3491555"/>
                    <a:pt x="1432715" y="3472010"/>
                    <a:pt x="1416002" y="3478957"/>
                  </a:cubicBezTo>
                  <a:cubicBezTo>
                    <a:pt x="1409893" y="3481484"/>
                    <a:pt x="1406477" y="3486005"/>
                    <a:pt x="1404584" y="3490869"/>
                  </a:cubicBezTo>
                  <a:cubicBezTo>
                    <a:pt x="1393523" y="3473851"/>
                    <a:pt x="1383655" y="3464276"/>
                    <a:pt x="1374625" y="3461990"/>
                  </a:cubicBezTo>
                  <a:cubicBezTo>
                    <a:pt x="1369863" y="3460796"/>
                    <a:pt x="1365151" y="3461545"/>
                    <a:pt x="1361087" y="3464123"/>
                  </a:cubicBezTo>
                  <a:cubicBezTo>
                    <a:pt x="1351664" y="3470130"/>
                    <a:pt x="1350419" y="3480747"/>
                    <a:pt x="1351067" y="3488825"/>
                  </a:cubicBezTo>
                  <a:cubicBezTo>
                    <a:pt x="1347396" y="3487834"/>
                    <a:pt x="1343764" y="3487885"/>
                    <a:pt x="1340297" y="3489028"/>
                  </a:cubicBezTo>
                  <a:cubicBezTo>
                    <a:pt x="1332410" y="3491758"/>
                    <a:pt x="1327394" y="3499645"/>
                    <a:pt x="1327203" y="3509716"/>
                  </a:cubicBezTo>
                  <a:cubicBezTo>
                    <a:pt x="1326899" y="3523801"/>
                    <a:pt x="1335827" y="3542749"/>
                    <a:pt x="1340043" y="3550991"/>
                  </a:cubicBezTo>
                  <a:cubicBezTo>
                    <a:pt x="1338214" y="3552579"/>
                    <a:pt x="1336678" y="3554509"/>
                    <a:pt x="1335738" y="3556897"/>
                  </a:cubicBezTo>
                  <a:cubicBezTo>
                    <a:pt x="1331610" y="3567463"/>
                    <a:pt x="1336322" y="3585713"/>
                    <a:pt x="1352006" y="3619851"/>
                  </a:cubicBezTo>
                  <a:cubicBezTo>
                    <a:pt x="1359842" y="3636958"/>
                    <a:pt x="1373685" y="3656211"/>
                    <a:pt x="1386182" y="3672835"/>
                  </a:cubicBezTo>
                  <a:cubicBezTo>
                    <a:pt x="1400368" y="3691631"/>
                    <a:pt x="1458217" y="3757569"/>
                    <a:pt x="1470472" y="3770409"/>
                  </a:cubicBezTo>
                  <a:cubicBezTo>
                    <a:pt x="1467500" y="3776264"/>
                    <a:pt x="1464719" y="3782271"/>
                    <a:pt x="1462281" y="3788621"/>
                  </a:cubicBezTo>
                  <a:cubicBezTo>
                    <a:pt x="1414757" y="3912738"/>
                    <a:pt x="1414211" y="4122593"/>
                    <a:pt x="1414211" y="4124676"/>
                  </a:cubicBezTo>
                  <a:cubicBezTo>
                    <a:pt x="1414211" y="4127457"/>
                    <a:pt x="1416446" y="4129680"/>
                    <a:pt x="1419177" y="4129680"/>
                  </a:cubicBezTo>
                  <a:lnTo>
                    <a:pt x="2317257" y="4129680"/>
                  </a:lnTo>
                  <a:cubicBezTo>
                    <a:pt x="2320039" y="4129680"/>
                    <a:pt x="2322261" y="4127457"/>
                    <a:pt x="2322261" y="4124676"/>
                  </a:cubicBezTo>
                  <a:cubicBezTo>
                    <a:pt x="2322261" y="4122593"/>
                    <a:pt x="2321664" y="3912738"/>
                    <a:pt x="2274141" y="3788621"/>
                  </a:cubicBezTo>
                  <a:cubicBezTo>
                    <a:pt x="2229945" y="3673127"/>
                    <a:pt x="2089749" y="3634329"/>
                    <a:pt x="2065835" y="3628474"/>
                  </a:cubicBezTo>
                  <a:close/>
                  <a:moveTo>
                    <a:pt x="1587299" y="3482335"/>
                  </a:moveTo>
                  <a:cubicBezTo>
                    <a:pt x="1545923" y="3441352"/>
                    <a:pt x="1547510" y="3372048"/>
                    <a:pt x="1547510" y="3371350"/>
                  </a:cubicBezTo>
                  <a:cubicBezTo>
                    <a:pt x="1547561" y="3369864"/>
                    <a:pt x="1546913" y="3368429"/>
                    <a:pt x="1545783" y="3367438"/>
                  </a:cubicBezTo>
                  <a:cubicBezTo>
                    <a:pt x="1544881" y="3366638"/>
                    <a:pt x="1543738" y="3366194"/>
                    <a:pt x="1542557" y="3366194"/>
                  </a:cubicBezTo>
                  <a:cubicBezTo>
                    <a:pt x="1542253" y="3366194"/>
                    <a:pt x="1541960" y="3366244"/>
                    <a:pt x="1541656" y="3366295"/>
                  </a:cubicBezTo>
                  <a:cubicBezTo>
                    <a:pt x="1540665" y="3366447"/>
                    <a:pt x="1517005" y="3370461"/>
                    <a:pt x="1512890" y="3354090"/>
                  </a:cubicBezTo>
                  <a:cubicBezTo>
                    <a:pt x="1507874" y="3334050"/>
                    <a:pt x="1524193" y="3304383"/>
                    <a:pt x="1550787" y="3285040"/>
                  </a:cubicBezTo>
                  <a:cubicBezTo>
                    <a:pt x="1550787" y="3284990"/>
                    <a:pt x="1550838" y="3284939"/>
                    <a:pt x="1550838" y="3284939"/>
                  </a:cubicBezTo>
                  <a:cubicBezTo>
                    <a:pt x="1551435" y="3284494"/>
                    <a:pt x="1551930" y="3283948"/>
                    <a:pt x="1552273" y="3283301"/>
                  </a:cubicBezTo>
                  <a:cubicBezTo>
                    <a:pt x="1552273" y="3283250"/>
                    <a:pt x="1552273" y="3283148"/>
                    <a:pt x="1552324" y="3283097"/>
                  </a:cubicBezTo>
                  <a:cubicBezTo>
                    <a:pt x="1552425" y="3282907"/>
                    <a:pt x="1552425" y="3282754"/>
                    <a:pt x="1552476" y="3282551"/>
                  </a:cubicBezTo>
                  <a:cubicBezTo>
                    <a:pt x="1552679" y="3281955"/>
                    <a:pt x="1552768" y="3281358"/>
                    <a:pt x="1552730" y="3280773"/>
                  </a:cubicBezTo>
                  <a:cubicBezTo>
                    <a:pt x="1552730" y="3280621"/>
                    <a:pt x="1552819" y="3280519"/>
                    <a:pt x="1552819" y="3280367"/>
                  </a:cubicBezTo>
                  <a:cubicBezTo>
                    <a:pt x="1545529" y="3220347"/>
                    <a:pt x="1558724" y="3167464"/>
                    <a:pt x="1567259" y="3141264"/>
                  </a:cubicBezTo>
                  <a:cubicBezTo>
                    <a:pt x="1575692" y="3189537"/>
                    <a:pt x="1600050" y="3307850"/>
                    <a:pt x="1637909" y="3324766"/>
                  </a:cubicBezTo>
                  <a:cubicBezTo>
                    <a:pt x="1645846" y="3328297"/>
                    <a:pt x="1654178" y="3327446"/>
                    <a:pt x="1662014" y="3322290"/>
                  </a:cubicBezTo>
                  <a:cubicBezTo>
                    <a:pt x="1662814" y="3321794"/>
                    <a:pt x="1663398" y="3321045"/>
                    <a:pt x="1663804" y="3320207"/>
                  </a:cubicBezTo>
                  <a:cubicBezTo>
                    <a:pt x="1665531" y="3316486"/>
                    <a:pt x="1667716" y="3314606"/>
                    <a:pt x="1670345" y="3314606"/>
                  </a:cubicBezTo>
                  <a:cubicBezTo>
                    <a:pt x="1670345" y="3314606"/>
                    <a:pt x="1670345" y="3314606"/>
                    <a:pt x="1670396" y="3314606"/>
                  </a:cubicBezTo>
                  <a:cubicBezTo>
                    <a:pt x="1675310" y="3314606"/>
                    <a:pt x="1683438" y="3320651"/>
                    <a:pt x="1689649" y="3333948"/>
                  </a:cubicBezTo>
                  <a:cubicBezTo>
                    <a:pt x="1700012" y="3356072"/>
                    <a:pt x="1701307" y="3391251"/>
                    <a:pt x="1674066" y="3423687"/>
                  </a:cubicBezTo>
                  <a:cubicBezTo>
                    <a:pt x="1673329" y="3424588"/>
                    <a:pt x="1672872" y="3425731"/>
                    <a:pt x="1672872" y="3426912"/>
                  </a:cubicBezTo>
                  <a:lnTo>
                    <a:pt x="1672872" y="3512548"/>
                  </a:lnTo>
                  <a:cubicBezTo>
                    <a:pt x="1637210" y="3513285"/>
                    <a:pt x="1608381" y="3503214"/>
                    <a:pt x="1587299" y="3482335"/>
                  </a:cubicBezTo>
                  <a:close/>
                  <a:moveTo>
                    <a:pt x="1394171" y="3666828"/>
                  </a:moveTo>
                  <a:cubicBezTo>
                    <a:pt x="1381966" y="3650661"/>
                    <a:pt x="1368529" y="3631954"/>
                    <a:pt x="1361087" y="3615685"/>
                  </a:cubicBezTo>
                  <a:cubicBezTo>
                    <a:pt x="1347396" y="3585916"/>
                    <a:pt x="1342139" y="3567857"/>
                    <a:pt x="1345009" y="3560516"/>
                  </a:cubicBezTo>
                  <a:cubicBezTo>
                    <a:pt x="1345656" y="3558878"/>
                    <a:pt x="1346698" y="3557887"/>
                    <a:pt x="1348489" y="3557138"/>
                  </a:cubicBezTo>
                  <a:cubicBezTo>
                    <a:pt x="1356960" y="3553569"/>
                    <a:pt x="1371946" y="3575896"/>
                    <a:pt x="1383998" y="3593803"/>
                  </a:cubicBezTo>
                  <a:lnTo>
                    <a:pt x="1389764" y="3602439"/>
                  </a:lnTo>
                  <a:cubicBezTo>
                    <a:pt x="1402159" y="3620537"/>
                    <a:pt x="1430035" y="3652744"/>
                    <a:pt x="1431229" y="3654077"/>
                  </a:cubicBezTo>
                  <a:cubicBezTo>
                    <a:pt x="1433020" y="3656160"/>
                    <a:pt x="1436195" y="3656414"/>
                    <a:pt x="1438227" y="3654572"/>
                  </a:cubicBezTo>
                  <a:cubicBezTo>
                    <a:pt x="1440310" y="3652794"/>
                    <a:pt x="1440564" y="3649658"/>
                    <a:pt x="1438773" y="3647575"/>
                  </a:cubicBezTo>
                  <a:cubicBezTo>
                    <a:pt x="1438468" y="3647232"/>
                    <a:pt x="1410046" y="3614440"/>
                    <a:pt x="1397993" y="3596775"/>
                  </a:cubicBezTo>
                  <a:lnTo>
                    <a:pt x="1392240" y="3588291"/>
                  </a:lnTo>
                  <a:cubicBezTo>
                    <a:pt x="1376911" y="3565431"/>
                    <a:pt x="1363462" y="3545480"/>
                    <a:pt x="1349174" y="3546876"/>
                  </a:cubicBezTo>
                  <a:cubicBezTo>
                    <a:pt x="1344615" y="3538139"/>
                    <a:pt x="1336919" y="3521032"/>
                    <a:pt x="1337122" y="3509958"/>
                  </a:cubicBezTo>
                  <a:cubicBezTo>
                    <a:pt x="1337275" y="3504154"/>
                    <a:pt x="1339700" y="3499747"/>
                    <a:pt x="1343523" y="3498451"/>
                  </a:cubicBezTo>
                  <a:cubicBezTo>
                    <a:pt x="1348031" y="3496915"/>
                    <a:pt x="1353937" y="3499848"/>
                    <a:pt x="1359195" y="3506338"/>
                  </a:cubicBezTo>
                  <a:cubicBezTo>
                    <a:pt x="1364554" y="3512993"/>
                    <a:pt x="1370167" y="3522022"/>
                    <a:pt x="1376657" y="3532437"/>
                  </a:cubicBezTo>
                  <a:cubicBezTo>
                    <a:pt x="1384646" y="3545340"/>
                    <a:pt x="1393726" y="3559970"/>
                    <a:pt x="1405042" y="3574308"/>
                  </a:cubicBezTo>
                  <a:cubicBezTo>
                    <a:pt x="1417335" y="3589879"/>
                    <a:pt x="1455486" y="3635522"/>
                    <a:pt x="1455893" y="3635967"/>
                  </a:cubicBezTo>
                  <a:cubicBezTo>
                    <a:pt x="1456883" y="3637161"/>
                    <a:pt x="1458267" y="3637758"/>
                    <a:pt x="1459703" y="3637758"/>
                  </a:cubicBezTo>
                  <a:cubicBezTo>
                    <a:pt x="1460846" y="3637758"/>
                    <a:pt x="1461989" y="3637415"/>
                    <a:pt x="1462878" y="3636615"/>
                  </a:cubicBezTo>
                  <a:cubicBezTo>
                    <a:pt x="1465011" y="3634824"/>
                    <a:pt x="1465265" y="3631700"/>
                    <a:pt x="1463525" y="3629617"/>
                  </a:cubicBezTo>
                  <a:cubicBezTo>
                    <a:pt x="1463131" y="3629122"/>
                    <a:pt x="1425082" y="3583630"/>
                    <a:pt x="1412878" y="3568149"/>
                  </a:cubicBezTo>
                  <a:cubicBezTo>
                    <a:pt x="1401918" y="3554268"/>
                    <a:pt x="1392977" y="3539879"/>
                    <a:pt x="1385090" y="3527179"/>
                  </a:cubicBezTo>
                  <a:cubicBezTo>
                    <a:pt x="1378448" y="3516460"/>
                    <a:pt x="1372695" y="3507240"/>
                    <a:pt x="1366942" y="3500090"/>
                  </a:cubicBezTo>
                  <a:cubicBezTo>
                    <a:pt x="1365443" y="3498261"/>
                    <a:pt x="1363856" y="3496712"/>
                    <a:pt x="1362268" y="3495276"/>
                  </a:cubicBezTo>
                  <a:cubicBezTo>
                    <a:pt x="1361189" y="3491314"/>
                    <a:pt x="1358153" y="3477763"/>
                    <a:pt x="1366446" y="3472505"/>
                  </a:cubicBezTo>
                  <a:cubicBezTo>
                    <a:pt x="1368224" y="3471362"/>
                    <a:pt x="1370066" y="3471121"/>
                    <a:pt x="1372200" y="3471616"/>
                  </a:cubicBezTo>
                  <a:cubicBezTo>
                    <a:pt x="1377800" y="3473051"/>
                    <a:pt x="1387719" y="3480747"/>
                    <a:pt x="1402997" y="3507481"/>
                  </a:cubicBezTo>
                  <a:cubicBezTo>
                    <a:pt x="1403048" y="3507532"/>
                    <a:pt x="1403048" y="3507532"/>
                    <a:pt x="1403048" y="3507532"/>
                  </a:cubicBezTo>
                  <a:cubicBezTo>
                    <a:pt x="1403251" y="3508573"/>
                    <a:pt x="1403848" y="3509412"/>
                    <a:pt x="1404546" y="3510110"/>
                  </a:cubicBezTo>
                  <a:cubicBezTo>
                    <a:pt x="1404737" y="3510504"/>
                    <a:pt x="1404940" y="3510808"/>
                    <a:pt x="1405181" y="3511151"/>
                  </a:cubicBezTo>
                  <a:cubicBezTo>
                    <a:pt x="1430632" y="3557240"/>
                    <a:pt x="1455893" y="3585764"/>
                    <a:pt x="1485153" y="3618809"/>
                  </a:cubicBezTo>
                  <a:cubicBezTo>
                    <a:pt x="1486144" y="3619901"/>
                    <a:pt x="1487541" y="3620498"/>
                    <a:pt x="1488874" y="3620498"/>
                  </a:cubicBezTo>
                  <a:cubicBezTo>
                    <a:pt x="1490068" y="3620498"/>
                    <a:pt x="1491262" y="3620092"/>
                    <a:pt x="1492202" y="3619254"/>
                  </a:cubicBezTo>
                  <a:cubicBezTo>
                    <a:pt x="1494234" y="3617412"/>
                    <a:pt x="1494437" y="3614237"/>
                    <a:pt x="1492596" y="3612205"/>
                  </a:cubicBezTo>
                  <a:cubicBezTo>
                    <a:pt x="1463728" y="3579617"/>
                    <a:pt x="1438824" y="3551436"/>
                    <a:pt x="1413868" y="3506338"/>
                  </a:cubicBezTo>
                  <a:cubicBezTo>
                    <a:pt x="1413474" y="3505601"/>
                    <a:pt x="1413030" y="3504954"/>
                    <a:pt x="1412624" y="3504205"/>
                  </a:cubicBezTo>
                  <a:cubicBezTo>
                    <a:pt x="1412230" y="3500636"/>
                    <a:pt x="1412027" y="3491365"/>
                    <a:pt x="1419824" y="3488139"/>
                  </a:cubicBezTo>
                  <a:cubicBezTo>
                    <a:pt x="1428905" y="3484367"/>
                    <a:pt x="1441059" y="3500890"/>
                    <a:pt x="1452806" y="3519343"/>
                  </a:cubicBezTo>
                  <a:cubicBezTo>
                    <a:pt x="1475679" y="3555208"/>
                    <a:pt x="1493192" y="3577534"/>
                    <a:pt x="1493396" y="3577776"/>
                  </a:cubicBezTo>
                  <a:cubicBezTo>
                    <a:pt x="1509563" y="3597766"/>
                    <a:pt x="1527279" y="3615634"/>
                    <a:pt x="1546126" y="3631115"/>
                  </a:cubicBezTo>
                  <a:cubicBezTo>
                    <a:pt x="1546278" y="3631255"/>
                    <a:pt x="1546469" y="3631357"/>
                    <a:pt x="1546621" y="3631509"/>
                  </a:cubicBezTo>
                  <a:cubicBezTo>
                    <a:pt x="1552184" y="3636018"/>
                    <a:pt x="1557785" y="3640437"/>
                    <a:pt x="1563538" y="3644501"/>
                  </a:cubicBezTo>
                  <a:cubicBezTo>
                    <a:pt x="1564427" y="3645149"/>
                    <a:pt x="1565430" y="3645441"/>
                    <a:pt x="1566421" y="3645441"/>
                  </a:cubicBezTo>
                  <a:cubicBezTo>
                    <a:pt x="1567957" y="3645441"/>
                    <a:pt x="1569494" y="3644755"/>
                    <a:pt x="1570485" y="3643358"/>
                  </a:cubicBezTo>
                  <a:cubicBezTo>
                    <a:pt x="1572072" y="3641136"/>
                    <a:pt x="1571577" y="3638050"/>
                    <a:pt x="1569342" y="3636412"/>
                  </a:cubicBezTo>
                  <a:cubicBezTo>
                    <a:pt x="1563982" y="3632601"/>
                    <a:pt x="1558724" y="3628474"/>
                    <a:pt x="1553568" y="3624258"/>
                  </a:cubicBezTo>
                  <a:cubicBezTo>
                    <a:pt x="1552273" y="3621235"/>
                    <a:pt x="1548704" y="3611761"/>
                    <a:pt x="1547459" y="3598312"/>
                  </a:cubicBezTo>
                  <a:lnTo>
                    <a:pt x="1547117" y="3594794"/>
                  </a:lnTo>
                  <a:cubicBezTo>
                    <a:pt x="1545783" y="3581801"/>
                    <a:pt x="1543497" y="3560021"/>
                    <a:pt x="1559664" y="3549696"/>
                  </a:cubicBezTo>
                  <a:cubicBezTo>
                    <a:pt x="1562153" y="3548159"/>
                    <a:pt x="1563296" y="3548705"/>
                    <a:pt x="1563792" y="3548908"/>
                  </a:cubicBezTo>
                  <a:cubicBezTo>
                    <a:pt x="1572771" y="3552820"/>
                    <a:pt x="1578765" y="3585815"/>
                    <a:pt x="1582384" y="3605563"/>
                  </a:cubicBezTo>
                  <a:lnTo>
                    <a:pt x="1582842" y="3607989"/>
                  </a:lnTo>
                  <a:cubicBezTo>
                    <a:pt x="1583032" y="3608840"/>
                    <a:pt x="1588099" y="3629516"/>
                    <a:pt x="1602336" y="3649861"/>
                  </a:cubicBezTo>
                  <a:cubicBezTo>
                    <a:pt x="1603022" y="3650851"/>
                    <a:pt x="1603974" y="3651347"/>
                    <a:pt x="1605067" y="3651651"/>
                  </a:cubicBezTo>
                  <a:cubicBezTo>
                    <a:pt x="1581496" y="3662358"/>
                    <a:pt x="1555003" y="3677191"/>
                    <a:pt x="1530594" y="3697143"/>
                  </a:cubicBezTo>
                  <a:cubicBezTo>
                    <a:pt x="1522110" y="3691530"/>
                    <a:pt x="1512446" y="3688456"/>
                    <a:pt x="1501384" y="3685129"/>
                  </a:cubicBezTo>
                  <a:cubicBezTo>
                    <a:pt x="1494983" y="3683198"/>
                    <a:pt x="1488379" y="3681217"/>
                    <a:pt x="1481140" y="3678436"/>
                  </a:cubicBezTo>
                  <a:cubicBezTo>
                    <a:pt x="1478562" y="3677496"/>
                    <a:pt x="1475679" y="3678779"/>
                    <a:pt x="1474689" y="3681319"/>
                  </a:cubicBezTo>
                  <a:cubicBezTo>
                    <a:pt x="1473749" y="3683897"/>
                    <a:pt x="1475031" y="3686767"/>
                    <a:pt x="1477609" y="3687758"/>
                  </a:cubicBezTo>
                  <a:cubicBezTo>
                    <a:pt x="1485153" y="3690640"/>
                    <a:pt x="1492253" y="3692774"/>
                    <a:pt x="1498501" y="3694654"/>
                  </a:cubicBezTo>
                  <a:cubicBezTo>
                    <a:pt x="1508077" y="3697537"/>
                    <a:pt x="1515913" y="3700013"/>
                    <a:pt x="1522656" y="3703887"/>
                  </a:cubicBezTo>
                  <a:cubicBezTo>
                    <a:pt x="1504648" y="3719812"/>
                    <a:pt x="1488227" y="3738761"/>
                    <a:pt x="1475438" y="3761138"/>
                  </a:cubicBezTo>
                  <a:cubicBezTo>
                    <a:pt x="1460147" y="3744717"/>
                    <a:pt x="1407518" y="3684583"/>
                    <a:pt x="1394171" y="3666828"/>
                  </a:cubicBezTo>
                  <a:close/>
                  <a:moveTo>
                    <a:pt x="1471564" y="3792190"/>
                  </a:moveTo>
                  <a:cubicBezTo>
                    <a:pt x="1514084" y="3681217"/>
                    <a:pt x="1650114" y="3643714"/>
                    <a:pt x="1672872" y="3638151"/>
                  </a:cubicBezTo>
                  <a:lnTo>
                    <a:pt x="1672872" y="3838481"/>
                  </a:lnTo>
                  <a:lnTo>
                    <a:pt x="1639039" y="3838481"/>
                  </a:lnTo>
                  <a:cubicBezTo>
                    <a:pt x="1593357" y="3838481"/>
                    <a:pt x="1556146" y="3875680"/>
                    <a:pt x="1556146" y="3921374"/>
                  </a:cubicBezTo>
                  <a:lnTo>
                    <a:pt x="1556146" y="4119710"/>
                  </a:lnTo>
                  <a:lnTo>
                    <a:pt x="1424181" y="4119710"/>
                  </a:lnTo>
                  <a:cubicBezTo>
                    <a:pt x="1424587" y="4087262"/>
                    <a:pt x="1428753" y="3903962"/>
                    <a:pt x="1471564" y="3792190"/>
                  </a:cubicBezTo>
                  <a:close/>
                  <a:moveTo>
                    <a:pt x="2088111" y="3848451"/>
                  </a:moveTo>
                  <a:cubicBezTo>
                    <a:pt x="2128345" y="3848451"/>
                    <a:pt x="2161085" y="3881140"/>
                    <a:pt x="2161085" y="3921374"/>
                  </a:cubicBezTo>
                  <a:lnTo>
                    <a:pt x="2161085" y="4119710"/>
                  </a:lnTo>
                  <a:lnTo>
                    <a:pt x="1566116" y="4119710"/>
                  </a:lnTo>
                  <a:lnTo>
                    <a:pt x="1566116" y="3921374"/>
                  </a:lnTo>
                  <a:cubicBezTo>
                    <a:pt x="1566116" y="3881140"/>
                    <a:pt x="1598806" y="3848451"/>
                    <a:pt x="1639039" y="3848451"/>
                  </a:cubicBezTo>
                  <a:moveTo>
                    <a:pt x="2171004" y="4119710"/>
                  </a:moveTo>
                  <a:lnTo>
                    <a:pt x="2171004" y="3921374"/>
                  </a:lnTo>
                  <a:cubicBezTo>
                    <a:pt x="2171004" y="3875680"/>
                    <a:pt x="2133844" y="3838481"/>
                    <a:pt x="2088111" y="3838481"/>
                  </a:cubicBezTo>
                  <a:lnTo>
                    <a:pt x="2064896" y="3838481"/>
                  </a:lnTo>
                  <a:cubicBezTo>
                    <a:pt x="2064984" y="3824041"/>
                    <a:pt x="2065493" y="3743523"/>
                    <a:pt x="2065785" y="3638748"/>
                  </a:cubicBezTo>
                  <a:cubicBezTo>
                    <a:pt x="2094068" y="3645937"/>
                    <a:pt x="2223595" y="3684392"/>
                    <a:pt x="2264870" y="3792190"/>
                  </a:cubicBezTo>
                  <a:cubicBezTo>
                    <a:pt x="2307682" y="3903962"/>
                    <a:pt x="2311847" y="4087262"/>
                    <a:pt x="2312241" y="4119710"/>
                  </a:cubicBezTo>
                  <a:close/>
                  <a:moveTo>
                    <a:pt x="998339" y="1200894"/>
                  </a:moveTo>
                  <a:lnTo>
                    <a:pt x="1018134" y="1200894"/>
                  </a:lnTo>
                  <a:lnTo>
                    <a:pt x="1018134" y="1088626"/>
                  </a:lnTo>
                  <a:lnTo>
                    <a:pt x="1039866" y="1088626"/>
                  </a:lnTo>
                  <a:lnTo>
                    <a:pt x="1039866" y="1069932"/>
                  </a:lnTo>
                  <a:lnTo>
                    <a:pt x="976610" y="1069932"/>
                  </a:lnTo>
                  <a:lnTo>
                    <a:pt x="976610" y="1088626"/>
                  </a:lnTo>
                  <a:lnTo>
                    <a:pt x="998339" y="1088626"/>
                  </a:lnTo>
                  <a:close/>
                  <a:moveTo>
                    <a:pt x="1065114" y="1171926"/>
                  </a:moveTo>
                  <a:lnTo>
                    <a:pt x="1086450" y="1171926"/>
                  </a:lnTo>
                  <a:lnTo>
                    <a:pt x="1090717" y="1200894"/>
                  </a:lnTo>
                  <a:lnTo>
                    <a:pt x="1110948" y="1200894"/>
                  </a:lnTo>
                  <a:lnTo>
                    <a:pt x="1089218" y="1069932"/>
                  </a:lnTo>
                  <a:lnTo>
                    <a:pt x="1062688" y="1069932"/>
                  </a:lnTo>
                  <a:lnTo>
                    <a:pt x="1040958" y="1200894"/>
                  </a:lnTo>
                  <a:lnTo>
                    <a:pt x="1060796" y="1200894"/>
                  </a:lnTo>
                  <a:close/>
                  <a:moveTo>
                    <a:pt x="1075781" y="1097999"/>
                  </a:moveTo>
                  <a:lnTo>
                    <a:pt x="1083821" y="1152825"/>
                  </a:lnTo>
                  <a:lnTo>
                    <a:pt x="1067742" y="1152825"/>
                  </a:lnTo>
                  <a:close/>
                  <a:moveTo>
                    <a:pt x="1146076" y="1146818"/>
                  </a:moveTo>
                  <a:lnTo>
                    <a:pt x="1156388" y="1146818"/>
                  </a:lnTo>
                  <a:lnTo>
                    <a:pt x="1170778" y="1200894"/>
                  </a:lnTo>
                  <a:lnTo>
                    <a:pt x="1191364" y="1200894"/>
                  </a:lnTo>
                  <a:lnTo>
                    <a:pt x="1174702" y="1142360"/>
                  </a:lnTo>
                  <a:cubicBezTo>
                    <a:pt x="1183338" y="1137102"/>
                    <a:pt x="1188392" y="1127717"/>
                    <a:pt x="1188392" y="1115563"/>
                  </a:cubicBezTo>
                  <a:lnTo>
                    <a:pt x="1188392" y="1101174"/>
                  </a:lnTo>
                  <a:cubicBezTo>
                    <a:pt x="1188392" y="1082276"/>
                    <a:pt x="1176188" y="1069932"/>
                    <a:pt x="1157341" y="1069932"/>
                  </a:cubicBezTo>
                  <a:lnTo>
                    <a:pt x="1126277" y="1069932"/>
                  </a:lnTo>
                  <a:lnTo>
                    <a:pt x="1126277" y="1200894"/>
                  </a:lnTo>
                  <a:lnTo>
                    <a:pt x="1146076" y="1200894"/>
                  </a:lnTo>
                  <a:close/>
                  <a:moveTo>
                    <a:pt x="1146076" y="1088626"/>
                  </a:moveTo>
                  <a:lnTo>
                    <a:pt x="1156388" y="1088626"/>
                  </a:lnTo>
                  <a:cubicBezTo>
                    <a:pt x="1164034" y="1088626"/>
                    <a:pt x="1168555" y="1093147"/>
                    <a:pt x="1168555" y="1100780"/>
                  </a:cubicBezTo>
                  <a:lnTo>
                    <a:pt x="1168555" y="1115969"/>
                  </a:lnTo>
                  <a:cubicBezTo>
                    <a:pt x="1168555" y="1123653"/>
                    <a:pt x="1164034" y="1128123"/>
                    <a:pt x="1156388" y="1128123"/>
                  </a:cubicBezTo>
                  <a:lnTo>
                    <a:pt x="1146076" y="1128123"/>
                  </a:lnTo>
                  <a:close/>
                  <a:moveTo>
                    <a:pt x="1237757" y="1202774"/>
                  </a:moveTo>
                  <a:cubicBezTo>
                    <a:pt x="1256858" y="1202774"/>
                    <a:pt x="1269558" y="1190036"/>
                    <a:pt x="1269558" y="1171125"/>
                  </a:cubicBezTo>
                  <a:lnTo>
                    <a:pt x="1269558" y="1129254"/>
                  </a:lnTo>
                  <a:lnTo>
                    <a:pt x="1237757" y="1129254"/>
                  </a:lnTo>
                  <a:lnTo>
                    <a:pt x="1237757" y="1147961"/>
                  </a:lnTo>
                  <a:lnTo>
                    <a:pt x="1249708" y="1147961"/>
                  </a:lnTo>
                  <a:lnTo>
                    <a:pt x="1249708" y="1171125"/>
                  </a:lnTo>
                  <a:cubicBezTo>
                    <a:pt x="1249708" y="1179368"/>
                    <a:pt x="1245047" y="1184080"/>
                    <a:pt x="1237757" y="1184080"/>
                  </a:cubicBezTo>
                  <a:cubicBezTo>
                    <a:pt x="1230467" y="1184080"/>
                    <a:pt x="1225743" y="1179368"/>
                    <a:pt x="1225743" y="1171125"/>
                  </a:cubicBezTo>
                  <a:lnTo>
                    <a:pt x="1225743" y="1099688"/>
                  </a:lnTo>
                  <a:cubicBezTo>
                    <a:pt x="1225743" y="1091458"/>
                    <a:pt x="1230467" y="1086797"/>
                    <a:pt x="1237757" y="1086797"/>
                  </a:cubicBezTo>
                  <a:cubicBezTo>
                    <a:pt x="1245047" y="1086797"/>
                    <a:pt x="1249708" y="1091458"/>
                    <a:pt x="1249708" y="1099688"/>
                  </a:cubicBezTo>
                  <a:lnTo>
                    <a:pt x="1249708" y="1110699"/>
                  </a:lnTo>
                  <a:lnTo>
                    <a:pt x="1269558" y="1110699"/>
                  </a:lnTo>
                  <a:lnTo>
                    <a:pt x="1269558" y="1099688"/>
                  </a:lnTo>
                  <a:cubicBezTo>
                    <a:pt x="1269558" y="1080790"/>
                    <a:pt x="1256858" y="1068040"/>
                    <a:pt x="1237757" y="1068040"/>
                  </a:cubicBezTo>
                  <a:cubicBezTo>
                    <a:pt x="1218656" y="1068040"/>
                    <a:pt x="1205956" y="1080790"/>
                    <a:pt x="1205956" y="1099688"/>
                  </a:cubicBezTo>
                  <a:lnTo>
                    <a:pt x="1205956" y="1171125"/>
                  </a:lnTo>
                  <a:cubicBezTo>
                    <a:pt x="1205956" y="1190036"/>
                    <a:pt x="1218656" y="1202774"/>
                    <a:pt x="1237757" y="1202774"/>
                  </a:cubicBezTo>
                  <a:close/>
                  <a:moveTo>
                    <a:pt x="1345110" y="1182187"/>
                  </a:moveTo>
                  <a:lnTo>
                    <a:pt x="1308649" y="1182187"/>
                  </a:lnTo>
                  <a:lnTo>
                    <a:pt x="1308649" y="1143846"/>
                  </a:lnTo>
                  <a:lnTo>
                    <a:pt x="1337617" y="1143846"/>
                  </a:lnTo>
                  <a:lnTo>
                    <a:pt x="1337617" y="1125139"/>
                  </a:lnTo>
                  <a:lnTo>
                    <a:pt x="1308649" y="1125139"/>
                  </a:lnTo>
                  <a:lnTo>
                    <a:pt x="1308649" y="1088626"/>
                  </a:lnTo>
                  <a:lnTo>
                    <a:pt x="1345110" y="1088626"/>
                  </a:lnTo>
                  <a:lnTo>
                    <a:pt x="1345110" y="1069932"/>
                  </a:lnTo>
                  <a:lnTo>
                    <a:pt x="1288799" y="1069932"/>
                  </a:lnTo>
                  <a:lnTo>
                    <a:pt x="1288799" y="1200894"/>
                  </a:lnTo>
                  <a:lnTo>
                    <a:pt x="1345110" y="1200894"/>
                  </a:lnTo>
                  <a:close/>
                  <a:moveTo>
                    <a:pt x="1377102" y="1200894"/>
                  </a:moveTo>
                  <a:lnTo>
                    <a:pt x="1396901" y="1200894"/>
                  </a:lnTo>
                  <a:lnTo>
                    <a:pt x="1396901" y="1088626"/>
                  </a:lnTo>
                  <a:lnTo>
                    <a:pt x="1418631" y="1088626"/>
                  </a:lnTo>
                  <a:lnTo>
                    <a:pt x="1418631" y="1069932"/>
                  </a:lnTo>
                  <a:lnTo>
                    <a:pt x="1355372" y="1069932"/>
                  </a:lnTo>
                  <a:lnTo>
                    <a:pt x="1355372" y="1088626"/>
                  </a:lnTo>
                  <a:lnTo>
                    <a:pt x="1377102" y="1088626"/>
                  </a:lnTo>
                  <a:close/>
                  <a:moveTo>
                    <a:pt x="1489128" y="1171926"/>
                  </a:moveTo>
                  <a:lnTo>
                    <a:pt x="1510452" y="1171926"/>
                  </a:lnTo>
                  <a:lnTo>
                    <a:pt x="1514770" y="1200894"/>
                  </a:lnTo>
                  <a:lnTo>
                    <a:pt x="1534963" y="1200894"/>
                  </a:lnTo>
                  <a:lnTo>
                    <a:pt x="1513284" y="1069932"/>
                  </a:lnTo>
                  <a:lnTo>
                    <a:pt x="1486690" y="1069932"/>
                  </a:lnTo>
                  <a:lnTo>
                    <a:pt x="1465011" y="1200894"/>
                  </a:lnTo>
                  <a:lnTo>
                    <a:pt x="1484810" y="1200894"/>
                  </a:lnTo>
                  <a:close/>
                  <a:moveTo>
                    <a:pt x="1499796" y="1097999"/>
                  </a:moveTo>
                  <a:lnTo>
                    <a:pt x="1507823" y="1152825"/>
                  </a:lnTo>
                  <a:lnTo>
                    <a:pt x="1491757" y="1152825"/>
                  </a:lnTo>
                  <a:close/>
                  <a:moveTo>
                    <a:pt x="1579667" y="1202774"/>
                  </a:moveTo>
                  <a:cubicBezTo>
                    <a:pt x="1597815" y="1202774"/>
                    <a:pt x="1610172" y="1190430"/>
                    <a:pt x="1610172" y="1172065"/>
                  </a:cubicBezTo>
                  <a:lnTo>
                    <a:pt x="1610172" y="1069932"/>
                  </a:lnTo>
                  <a:lnTo>
                    <a:pt x="1590728" y="1069932"/>
                  </a:lnTo>
                  <a:lnTo>
                    <a:pt x="1590728" y="1172065"/>
                  </a:lnTo>
                  <a:cubicBezTo>
                    <a:pt x="1590728" y="1179761"/>
                    <a:pt x="1586017" y="1184080"/>
                    <a:pt x="1579667" y="1184080"/>
                  </a:cubicBezTo>
                  <a:cubicBezTo>
                    <a:pt x="1573317" y="1184080"/>
                    <a:pt x="1568643" y="1179761"/>
                    <a:pt x="1568643" y="1172065"/>
                  </a:cubicBezTo>
                  <a:lnTo>
                    <a:pt x="1568643" y="1069932"/>
                  </a:lnTo>
                  <a:lnTo>
                    <a:pt x="1548806" y="1069932"/>
                  </a:lnTo>
                  <a:lnTo>
                    <a:pt x="1548806" y="1172065"/>
                  </a:lnTo>
                  <a:cubicBezTo>
                    <a:pt x="1548806" y="1190430"/>
                    <a:pt x="1561506" y="1202774"/>
                    <a:pt x="1579667" y="1202774"/>
                  </a:cubicBezTo>
                  <a:close/>
                  <a:moveTo>
                    <a:pt x="1693217" y="1169640"/>
                  </a:moveTo>
                  <a:lnTo>
                    <a:pt x="1693217" y="1101174"/>
                  </a:lnTo>
                  <a:cubicBezTo>
                    <a:pt x="1693217" y="1082276"/>
                    <a:pt x="1681064" y="1069932"/>
                    <a:pt x="1662166" y="1069932"/>
                  </a:cubicBezTo>
                  <a:lnTo>
                    <a:pt x="1631102" y="1069932"/>
                  </a:lnTo>
                  <a:lnTo>
                    <a:pt x="1631102" y="1200894"/>
                  </a:lnTo>
                  <a:lnTo>
                    <a:pt x="1662166" y="1200894"/>
                  </a:lnTo>
                  <a:cubicBezTo>
                    <a:pt x="1681064" y="1200894"/>
                    <a:pt x="1693217" y="1188537"/>
                    <a:pt x="1693217" y="1169640"/>
                  </a:cubicBezTo>
                  <a:close/>
                  <a:moveTo>
                    <a:pt x="1650901" y="1182187"/>
                  </a:moveTo>
                  <a:lnTo>
                    <a:pt x="1650901" y="1088626"/>
                  </a:lnTo>
                  <a:lnTo>
                    <a:pt x="1661213" y="1088626"/>
                  </a:lnTo>
                  <a:cubicBezTo>
                    <a:pt x="1668910" y="1088626"/>
                    <a:pt x="1673380" y="1093147"/>
                    <a:pt x="1673380" y="1100780"/>
                  </a:cubicBezTo>
                  <a:lnTo>
                    <a:pt x="1673380" y="1170033"/>
                  </a:lnTo>
                  <a:cubicBezTo>
                    <a:pt x="1673380" y="1177730"/>
                    <a:pt x="1668910" y="1182187"/>
                    <a:pt x="1661213" y="1182187"/>
                  </a:cubicBezTo>
                  <a:close/>
                  <a:moveTo>
                    <a:pt x="1732854" y="1069932"/>
                  </a:moveTo>
                  <a:lnTo>
                    <a:pt x="1713017" y="1069932"/>
                  </a:lnTo>
                  <a:lnTo>
                    <a:pt x="1713017" y="1200894"/>
                  </a:lnTo>
                  <a:lnTo>
                    <a:pt x="1732854" y="1200894"/>
                  </a:lnTo>
                  <a:close/>
                  <a:moveTo>
                    <a:pt x="1810845" y="1182187"/>
                  </a:moveTo>
                  <a:lnTo>
                    <a:pt x="1774383" y="1182187"/>
                  </a:lnTo>
                  <a:lnTo>
                    <a:pt x="1774383" y="1143846"/>
                  </a:lnTo>
                  <a:lnTo>
                    <a:pt x="1803352" y="1143846"/>
                  </a:lnTo>
                  <a:lnTo>
                    <a:pt x="1803352" y="1125139"/>
                  </a:lnTo>
                  <a:lnTo>
                    <a:pt x="1774383" y="1125139"/>
                  </a:lnTo>
                  <a:lnTo>
                    <a:pt x="1774383" y="1088626"/>
                  </a:lnTo>
                  <a:lnTo>
                    <a:pt x="1810845" y="1088626"/>
                  </a:lnTo>
                  <a:lnTo>
                    <a:pt x="1810845" y="1069932"/>
                  </a:lnTo>
                  <a:lnTo>
                    <a:pt x="1754533" y="1069932"/>
                  </a:lnTo>
                  <a:lnTo>
                    <a:pt x="1754533" y="1200894"/>
                  </a:lnTo>
                  <a:lnTo>
                    <a:pt x="1810845" y="1200894"/>
                  </a:lnTo>
                  <a:close/>
                  <a:moveTo>
                    <a:pt x="1846964" y="1117100"/>
                  </a:moveTo>
                  <a:lnTo>
                    <a:pt x="1873151" y="1200894"/>
                  </a:lnTo>
                  <a:lnTo>
                    <a:pt x="1894081" y="1200894"/>
                  </a:lnTo>
                  <a:lnTo>
                    <a:pt x="1894081" y="1069932"/>
                  </a:lnTo>
                  <a:lnTo>
                    <a:pt x="1874637" y="1069932"/>
                  </a:lnTo>
                  <a:lnTo>
                    <a:pt x="1874637" y="1157879"/>
                  </a:lnTo>
                  <a:lnTo>
                    <a:pt x="1849389" y="1069932"/>
                  </a:lnTo>
                  <a:lnTo>
                    <a:pt x="1827456" y="1069932"/>
                  </a:lnTo>
                  <a:lnTo>
                    <a:pt x="1827456" y="1200894"/>
                  </a:lnTo>
                  <a:lnTo>
                    <a:pt x="1846964" y="1200894"/>
                  </a:lnTo>
                  <a:close/>
                  <a:moveTo>
                    <a:pt x="1945135" y="1202774"/>
                  </a:moveTo>
                  <a:cubicBezTo>
                    <a:pt x="1963689" y="1202774"/>
                    <a:pt x="1976186" y="1190036"/>
                    <a:pt x="1976186" y="1171722"/>
                  </a:cubicBezTo>
                  <a:lnTo>
                    <a:pt x="1976186" y="1153015"/>
                  </a:lnTo>
                  <a:lnTo>
                    <a:pt x="1956742" y="1153015"/>
                  </a:lnTo>
                  <a:lnTo>
                    <a:pt x="1956742" y="1171722"/>
                  </a:lnTo>
                  <a:cubicBezTo>
                    <a:pt x="1956742" y="1179368"/>
                    <a:pt x="1952081" y="1184080"/>
                    <a:pt x="1945338" y="1184080"/>
                  </a:cubicBezTo>
                  <a:cubicBezTo>
                    <a:pt x="1938581" y="1184080"/>
                    <a:pt x="1933921" y="1179368"/>
                    <a:pt x="1933921" y="1171722"/>
                  </a:cubicBezTo>
                  <a:lnTo>
                    <a:pt x="1933921" y="1099091"/>
                  </a:lnTo>
                  <a:cubicBezTo>
                    <a:pt x="1933921" y="1091458"/>
                    <a:pt x="1938581" y="1086797"/>
                    <a:pt x="1945338" y="1086797"/>
                  </a:cubicBezTo>
                  <a:cubicBezTo>
                    <a:pt x="1952081" y="1086797"/>
                    <a:pt x="1956742" y="1091458"/>
                    <a:pt x="1956742" y="1099091"/>
                  </a:cubicBezTo>
                  <a:lnTo>
                    <a:pt x="1956742" y="1114471"/>
                  </a:lnTo>
                  <a:lnTo>
                    <a:pt x="1976186" y="1114471"/>
                  </a:lnTo>
                  <a:lnTo>
                    <a:pt x="1976186" y="1099091"/>
                  </a:lnTo>
                  <a:cubicBezTo>
                    <a:pt x="1976186" y="1080790"/>
                    <a:pt x="1963689" y="1068040"/>
                    <a:pt x="1945135" y="1068040"/>
                  </a:cubicBezTo>
                  <a:cubicBezTo>
                    <a:pt x="1926631" y="1068040"/>
                    <a:pt x="1914083" y="1080790"/>
                    <a:pt x="1914083" y="1099091"/>
                  </a:cubicBezTo>
                  <a:lnTo>
                    <a:pt x="1914083" y="1171722"/>
                  </a:lnTo>
                  <a:cubicBezTo>
                    <a:pt x="1914083" y="1190036"/>
                    <a:pt x="1926631" y="1202774"/>
                    <a:pt x="1945135" y="1202774"/>
                  </a:cubicBezTo>
                  <a:close/>
                  <a:moveTo>
                    <a:pt x="2050659" y="1182187"/>
                  </a:moveTo>
                  <a:lnTo>
                    <a:pt x="2014146" y="1182187"/>
                  </a:lnTo>
                  <a:lnTo>
                    <a:pt x="2014146" y="1143846"/>
                  </a:lnTo>
                  <a:lnTo>
                    <a:pt x="2043166" y="1143846"/>
                  </a:lnTo>
                  <a:lnTo>
                    <a:pt x="2043166" y="1125139"/>
                  </a:lnTo>
                  <a:lnTo>
                    <a:pt x="2014146" y="1125139"/>
                  </a:lnTo>
                  <a:lnTo>
                    <a:pt x="2014146" y="1088626"/>
                  </a:lnTo>
                  <a:lnTo>
                    <a:pt x="2050659" y="1088626"/>
                  </a:lnTo>
                  <a:lnTo>
                    <a:pt x="2050659" y="1069932"/>
                  </a:lnTo>
                  <a:lnTo>
                    <a:pt x="1994347" y="1069932"/>
                  </a:lnTo>
                  <a:lnTo>
                    <a:pt x="1994347" y="1200894"/>
                  </a:lnTo>
                  <a:lnTo>
                    <a:pt x="2050659" y="1200894"/>
                  </a:lnTo>
                  <a:close/>
                  <a:moveTo>
                    <a:pt x="993329" y="1281311"/>
                  </a:moveTo>
                  <a:cubicBezTo>
                    <a:pt x="990600" y="1281311"/>
                    <a:pt x="988367" y="1283546"/>
                    <a:pt x="988367" y="1286327"/>
                  </a:cubicBezTo>
                  <a:lnTo>
                    <a:pt x="988367" y="1681615"/>
                  </a:lnTo>
                  <a:cubicBezTo>
                    <a:pt x="988367" y="1684383"/>
                    <a:pt x="990600" y="1686619"/>
                    <a:pt x="993329" y="1686619"/>
                  </a:cubicBezTo>
                  <a:lnTo>
                    <a:pt x="1531940" y="1686619"/>
                  </a:lnTo>
                  <a:cubicBezTo>
                    <a:pt x="1534671" y="1686619"/>
                    <a:pt x="1536893" y="1684383"/>
                    <a:pt x="1536893" y="1681615"/>
                  </a:cubicBezTo>
                  <a:lnTo>
                    <a:pt x="1536893" y="1286327"/>
                  </a:lnTo>
                  <a:cubicBezTo>
                    <a:pt x="1536893" y="1283546"/>
                    <a:pt x="1534671" y="1281311"/>
                    <a:pt x="1531940" y="1281311"/>
                  </a:cubicBezTo>
                  <a:close/>
                  <a:moveTo>
                    <a:pt x="1526974" y="1291280"/>
                  </a:moveTo>
                  <a:lnTo>
                    <a:pt x="1526974" y="1595534"/>
                  </a:lnTo>
                  <a:cubicBezTo>
                    <a:pt x="1512941" y="1563238"/>
                    <a:pt x="1477762" y="1508869"/>
                    <a:pt x="1394767" y="1483177"/>
                  </a:cubicBezTo>
                  <a:cubicBezTo>
                    <a:pt x="1367081" y="1474643"/>
                    <a:pt x="1341237" y="1473944"/>
                    <a:pt x="1318225" y="1478466"/>
                  </a:cubicBezTo>
                  <a:cubicBezTo>
                    <a:pt x="1317234" y="1473004"/>
                    <a:pt x="1315888" y="1467645"/>
                    <a:pt x="1314059" y="1462438"/>
                  </a:cubicBezTo>
                  <a:cubicBezTo>
                    <a:pt x="1304674" y="1435298"/>
                    <a:pt x="1279769" y="1401618"/>
                    <a:pt x="1214681" y="1395458"/>
                  </a:cubicBezTo>
                  <a:cubicBezTo>
                    <a:pt x="1078956" y="1382466"/>
                    <a:pt x="1017538" y="1480345"/>
                    <a:pt x="998339" y="1520274"/>
                  </a:cubicBezTo>
                  <a:lnTo>
                    <a:pt x="998339" y="1291280"/>
                  </a:lnTo>
                  <a:close/>
                  <a:moveTo>
                    <a:pt x="1275908" y="1588448"/>
                  </a:moveTo>
                  <a:cubicBezTo>
                    <a:pt x="1268110" y="1595839"/>
                    <a:pt x="1256261" y="1603675"/>
                    <a:pt x="1243904" y="1598760"/>
                  </a:cubicBezTo>
                  <a:cubicBezTo>
                    <a:pt x="1221933" y="1589933"/>
                    <a:pt x="1227242" y="1567264"/>
                    <a:pt x="1230556" y="1557879"/>
                  </a:cubicBezTo>
                  <a:cubicBezTo>
                    <a:pt x="1240234" y="1530599"/>
                    <a:pt x="1269304" y="1501973"/>
                    <a:pt x="1309741" y="1490657"/>
                  </a:cubicBezTo>
                  <a:cubicBezTo>
                    <a:pt x="1312611" y="1528072"/>
                    <a:pt x="1296939" y="1568356"/>
                    <a:pt x="1275908" y="1588448"/>
                  </a:cubicBezTo>
                  <a:close/>
                  <a:moveTo>
                    <a:pt x="998339" y="1676649"/>
                  </a:moveTo>
                  <a:lnTo>
                    <a:pt x="998339" y="1542753"/>
                  </a:lnTo>
                  <a:cubicBezTo>
                    <a:pt x="999430" y="1542156"/>
                    <a:pt x="1000323" y="1541165"/>
                    <a:pt x="1000721" y="1539921"/>
                  </a:cubicBezTo>
                  <a:cubicBezTo>
                    <a:pt x="1002754" y="1533774"/>
                    <a:pt x="1052566" y="1390061"/>
                    <a:pt x="1213742" y="1405339"/>
                  </a:cubicBezTo>
                  <a:cubicBezTo>
                    <a:pt x="1261125" y="1409847"/>
                    <a:pt x="1292520" y="1430739"/>
                    <a:pt x="1304623" y="1465664"/>
                  </a:cubicBezTo>
                  <a:cubicBezTo>
                    <a:pt x="1306363" y="1470566"/>
                    <a:pt x="1307607" y="1475583"/>
                    <a:pt x="1308496" y="1480739"/>
                  </a:cubicBezTo>
                  <a:cubicBezTo>
                    <a:pt x="1263996" y="1492740"/>
                    <a:pt x="1231852" y="1524452"/>
                    <a:pt x="1221184" y="1554564"/>
                  </a:cubicBezTo>
                  <a:cubicBezTo>
                    <a:pt x="1212408" y="1579316"/>
                    <a:pt x="1219749" y="1599751"/>
                    <a:pt x="1240234" y="1607993"/>
                  </a:cubicBezTo>
                  <a:cubicBezTo>
                    <a:pt x="1253683" y="1613352"/>
                    <a:pt x="1268758" y="1608983"/>
                    <a:pt x="1282753" y="1595636"/>
                  </a:cubicBezTo>
                  <a:cubicBezTo>
                    <a:pt x="1305867" y="1573614"/>
                    <a:pt x="1323482" y="1529850"/>
                    <a:pt x="1319558" y="1488283"/>
                  </a:cubicBezTo>
                  <a:cubicBezTo>
                    <a:pt x="1341237" y="1483965"/>
                    <a:pt x="1365646" y="1484612"/>
                    <a:pt x="1391846" y="1492702"/>
                  </a:cubicBezTo>
                  <a:cubicBezTo>
                    <a:pt x="1507378" y="1528465"/>
                    <a:pt x="1525539" y="1621874"/>
                    <a:pt x="1525692" y="1622826"/>
                  </a:cubicBezTo>
                  <a:cubicBezTo>
                    <a:pt x="1525882" y="1623766"/>
                    <a:pt x="1526378" y="1624554"/>
                    <a:pt x="1526974" y="1625201"/>
                  </a:cubicBezTo>
                  <a:lnTo>
                    <a:pt x="1526974" y="1676649"/>
                  </a:lnTo>
                  <a:close/>
                  <a:moveTo>
                    <a:pt x="1412878" y="1417290"/>
                  </a:moveTo>
                  <a:cubicBezTo>
                    <a:pt x="1431534" y="1417290"/>
                    <a:pt x="1446710" y="1402113"/>
                    <a:pt x="1446710" y="1383457"/>
                  </a:cubicBezTo>
                  <a:cubicBezTo>
                    <a:pt x="1446710" y="1364801"/>
                    <a:pt x="1431534" y="1349624"/>
                    <a:pt x="1412878" y="1349624"/>
                  </a:cubicBezTo>
                  <a:cubicBezTo>
                    <a:pt x="1394221" y="1349624"/>
                    <a:pt x="1379045" y="1364801"/>
                    <a:pt x="1379045" y="1383457"/>
                  </a:cubicBezTo>
                  <a:cubicBezTo>
                    <a:pt x="1379045" y="1402113"/>
                    <a:pt x="1394221" y="1417290"/>
                    <a:pt x="1412878" y="1417290"/>
                  </a:cubicBezTo>
                  <a:close/>
                  <a:moveTo>
                    <a:pt x="1412878" y="1359594"/>
                  </a:moveTo>
                  <a:cubicBezTo>
                    <a:pt x="1426022" y="1359594"/>
                    <a:pt x="1436741" y="1370312"/>
                    <a:pt x="1436741" y="1383457"/>
                  </a:cubicBezTo>
                  <a:cubicBezTo>
                    <a:pt x="1436741" y="1396652"/>
                    <a:pt x="1426022" y="1407371"/>
                    <a:pt x="1412878" y="1407371"/>
                  </a:cubicBezTo>
                  <a:cubicBezTo>
                    <a:pt x="1399733" y="1407371"/>
                    <a:pt x="1389014" y="1396652"/>
                    <a:pt x="1389014" y="1383457"/>
                  </a:cubicBezTo>
                  <a:cubicBezTo>
                    <a:pt x="1389014" y="1370312"/>
                    <a:pt x="1399733" y="1359594"/>
                    <a:pt x="1412878" y="1359594"/>
                  </a:cubicBezTo>
                  <a:close/>
                  <a:moveTo>
                    <a:pt x="1842341" y="1653776"/>
                  </a:moveTo>
                  <a:cubicBezTo>
                    <a:pt x="1925589" y="1653776"/>
                    <a:pt x="1993255" y="1586060"/>
                    <a:pt x="1993255" y="1502862"/>
                  </a:cubicBezTo>
                  <a:cubicBezTo>
                    <a:pt x="1993255" y="1500144"/>
                    <a:pt x="1991020" y="1497909"/>
                    <a:pt x="1988289" y="1497909"/>
                  </a:cubicBezTo>
                  <a:lnTo>
                    <a:pt x="1847357" y="1497909"/>
                  </a:lnTo>
                  <a:lnTo>
                    <a:pt x="1847357" y="1356965"/>
                  </a:lnTo>
                  <a:cubicBezTo>
                    <a:pt x="1847357" y="1354183"/>
                    <a:pt x="1845122" y="1351961"/>
                    <a:pt x="1842341" y="1351961"/>
                  </a:cubicBezTo>
                  <a:cubicBezTo>
                    <a:pt x="1759143" y="1351961"/>
                    <a:pt x="1691427" y="1419677"/>
                    <a:pt x="1691427" y="1502862"/>
                  </a:cubicBezTo>
                  <a:cubicBezTo>
                    <a:pt x="1691427" y="1586060"/>
                    <a:pt x="1759143" y="1653776"/>
                    <a:pt x="1842341" y="1653776"/>
                  </a:cubicBezTo>
                  <a:close/>
                  <a:moveTo>
                    <a:pt x="1837388" y="1362032"/>
                  </a:moveTo>
                  <a:lnTo>
                    <a:pt x="1837388" y="1502862"/>
                  </a:lnTo>
                  <a:cubicBezTo>
                    <a:pt x="1837388" y="1505593"/>
                    <a:pt x="1839610" y="1507828"/>
                    <a:pt x="1842341" y="1507828"/>
                  </a:cubicBezTo>
                  <a:lnTo>
                    <a:pt x="1983235" y="1507828"/>
                  </a:lnTo>
                  <a:cubicBezTo>
                    <a:pt x="1980606" y="1583279"/>
                    <a:pt x="1918388" y="1643807"/>
                    <a:pt x="1842341" y="1643807"/>
                  </a:cubicBezTo>
                  <a:cubicBezTo>
                    <a:pt x="1764655" y="1643807"/>
                    <a:pt x="1701409" y="1580599"/>
                    <a:pt x="1701409" y="1502862"/>
                  </a:cubicBezTo>
                  <a:cubicBezTo>
                    <a:pt x="1701409" y="1426815"/>
                    <a:pt x="1761975" y="1364661"/>
                    <a:pt x="1837388" y="1362032"/>
                  </a:cubicBezTo>
                  <a:close/>
                  <a:moveTo>
                    <a:pt x="1875183" y="1319119"/>
                  </a:moveTo>
                  <a:lnTo>
                    <a:pt x="1875183" y="1465067"/>
                  </a:lnTo>
                  <a:cubicBezTo>
                    <a:pt x="1875183" y="1467798"/>
                    <a:pt x="1877418" y="1470020"/>
                    <a:pt x="1880149" y="1470020"/>
                  </a:cubicBezTo>
                  <a:lnTo>
                    <a:pt x="2026097" y="1470020"/>
                  </a:lnTo>
                  <a:cubicBezTo>
                    <a:pt x="2028828" y="1470020"/>
                    <a:pt x="2031063" y="1467798"/>
                    <a:pt x="2031063" y="1465067"/>
                  </a:cubicBezTo>
                  <a:cubicBezTo>
                    <a:pt x="2031063" y="1381869"/>
                    <a:pt x="1963384" y="1314153"/>
                    <a:pt x="1880149" y="1314153"/>
                  </a:cubicBezTo>
                  <a:cubicBezTo>
                    <a:pt x="1877418" y="1314153"/>
                    <a:pt x="1875183" y="1316388"/>
                    <a:pt x="1875183" y="1319119"/>
                  </a:cubicBezTo>
                  <a:close/>
                  <a:moveTo>
                    <a:pt x="2212775" y="1530802"/>
                  </a:moveTo>
                  <a:cubicBezTo>
                    <a:pt x="2216800" y="1535806"/>
                    <a:pt x="2222198" y="1555161"/>
                    <a:pt x="2224789" y="1566515"/>
                  </a:cubicBezTo>
                  <a:lnTo>
                    <a:pt x="2224789" y="1645191"/>
                  </a:lnTo>
                  <a:cubicBezTo>
                    <a:pt x="2224789" y="1647922"/>
                    <a:pt x="2227011" y="1650157"/>
                    <a:pt x="2229742" y="1650157"/>
                  </a:cubicBezTo>
                  <a:lnTo>
                    <a:pt x="2233806" y="1650157"/>
                  </a:lnTo>
                  <a:cubicBezTo>
                    <a:pt x="2236981" y="1670744"/>
                    <a:pt x="2258914" y="1686771"/>
                    <a:pt x="2285749" y="1686771"/>
                  </a:cubicBezTo>
                  <a:cubicBezTo>
                    <a:pt x="2312597" y="1686771"/>
                    <a:pt x="2334567" y="1670744"/>
                    <a:pt x="2337692" y="1650157"/>
                  </a:cubicBezTo>
                  <a:lnTo>
                    <a:pt x="2341756" y="1650157"/>
                  </a:lnTo>
                  <a:cubicBezTo>
                    <a:pt x="2344537" y="1650157"/>
                    <a:pt x="2346772" y="1647922"/>
                    <a:pt x="2346772" y="1645191"/>
                  </a:cubicBezTo>
                  <a:lnTo>
                    <a:pt x="2346772" y="1566515"/>
                  </a:lnTo>
                  <a:cubicBezTo>
                    <a:pt x="2349350" y="1555161"/>
                    <a:pt x="2354760" y="1535806"/>
                    <a:pt x="2358774" y="1530802"/>
                  </a:cubicBezTo>
                  <a:cubicBezTo>
                    <a:pt x="2363841" y="1524452"/>
                    <a:pt x="2369149" y="1518242"/>
                    <a:pt x="2374458" y="1512044"/>
                  </a:cubicBezTo>
                  <a:cubicBezTo>
                    <a:pt x="2398118" y="1484561"/>
                    <a:pt x="2422528" y="1456088"/>
                    <a:pt x="2422528" y="1415601"/>
                  </a:cubicBezTo>
                  <a:cubicBezTo>
                    <a:pt x="2422528" y="1340201"/>
                    <a:pt x="2361212" y="1278834"/>
                    <a:pt x="2285749" y="1278834"/>
                  </a:cubicBezTo>
                  <a:cubicBezTo>
                    <a:pt x="2210349" y="1278834"/>
                    <a:pt x="2148982" y="1340201"/>
                    <a:pt x="2148982" y="1415601"/>
                  </a:cubicBezTo>
                  <a:cubicBezTo>
                    <a:pt x="2148982" y="1456088"/>
                    <a:pt x="2173443" y="1484561"/>
                    <a:pt x="2197052" y="1512044"/>
                  </a:cubicBezTo>
                  <a:cubicBezTo>
                    <a:pt x="2202360" y="1518242"/>
                    <a:pt x="2207720" y="1524452"/>
                    <a:pt x="2212775" y="1530802"/>
                  </a:cubicBezTo>
                  <a:close/>
                  <a:moveTo>
                    <a:pt x="2263232" y="1477957"/>
                  </a:moveTo>
                  <a:cubicBezTo>
                    <a:pt x="2250773" y="1471607"/>
                    <a:pt x="2244080" y="1460597"/>
                    <a:pt x="2240803" y="1453066"/>
                  </a:cubicBezTo>
                  <a:cubicBezTo>
                    <a:pt x="2232129" y="1433317"/>
                    <a:pt x="2234606" y="1412578"/>
                    <a:pt x="2241845" y="1404742"/>
                  </a:cubicBezTo>
                  <a:cubicBezTo>
                    <a:pt x="2244918" y="1401364"/>
                    <a:pt x="2248195" y="1399586"/>
                    <a:pt x="2251128" y="1399586"/>
                  </a:cubicBezTo>
                  <a:cubicBezTo>
                    <a:pt x="2251967" y="1399586"/>
                    <a:pt x="2252818" y="1399726"/>
                    <a:pt x="2253605" y="1400081"/>
                  </a:cubicBezTo>
                  <a:cubicBezTo>
                    <a:pt x="2258266" y="1401859"/>
                    <a:pt x="2263232" y="1409746"/>
                    <a:pt x="2263232" y="1426421"/>
                  </a:cubicBezTo>
                  <a:close/>
                  <a:moveTo>
                    <a:pt x="2298347" y="1560965"/>
                  </a:moveTo>
                  <a:lnTo>
                    <a:pt x="2273150" y="1560965"/>
                  </a:lnTo>
                  <a:lnTo>
                    <a:pt x="2273150" y="1491801"/>
                  </a:lnTo>
                  <a:cubicBezTo>
                    <a:pt x="2281240" y="1493490"/>
                    <a:pt x="2290321" y="1493490"/>
                    <a:pt x="2298347" y="1491801"/>
                  </a:cubicBezTo>
                  <a:close/>
                  <a:moveTo>
                    <a:pt x="2336803" y="1570934"/>
                  </a:moveTo>
                  <a:lnTo>
                    <a:pt x="2336803" y="1616667"/>
                  </a:lnTo>
                  <a:lnTo>
                    <a:pt x="2254989" y="1616667"/>
                  </a:lnTo>
                  <a:cubicBezTo>
                    <a:pt x="2252272" y="1616667"/>
                    <a:pt x="2250036" y="1618902"/>
                    <a:pt x="2250036" y="1621683"/>
                  </a:cubicBezTo>
                  <a:cubicBezTo>
                    <a:pt x="2250036" y="1624414"/>
                    <a:pt x="2252272" y="1626636"/>
                    <a:pt x="2254989" y="1626636"/>
                  </a:cubicBezTo>
                  <a:lnTo>
                    <a:pt x="2336803" y="1626636"/>
                  </a:lnTo>
                  <a:lnTo>
                    <a:pt x="2336803" y="1640187"/>
                  </a:lnTo>
                  <a:lnTo>
                    <a:pt x="2234707" y="1640187"/>
                  </a:lnTo>
                  <a:lnTo>
                    <a:pt x="2234707" y="1594442"/>
                  </a:lnTo>
                  <a:lnTo>
                    <a:pt x="2323747" y="1594442"/>
                  </a:lnTo>
                  <a:cubicBezTo>
                    <a:pt x="2326478" y="1594442"/>
                    <a:pt x="2328713" y="1592219"/>
                    <a:pt x="2328713" y="1589438"/>
                  </a:cubicBezTo>
                  <a:cubicBezTo>
                    <a:pt x="2328713" y="1586708"/>
                    <a:pt x="2326478" y="1584472"/>
                    <a:pt x="2323747" y="1584472"/>
                  </a:cubicBezTo>
                  <a:lnTo>
                    <a:pt x="2234707" y="1584472"/>
                  </a:lnTo>
                  <a:lnTo>
                    <a:pt x="2234707" y="1570934"/>
                  </a:lnTo>
                  <a:close/>
                  <a:moveTo>
                    <a:pt x="2285749" y="1676801"/>
                  </a:moveTo>
                  <a:cubicBezTo>
                    <a:pt x="2264565" y="1676801"/>
                    <a:pt x="2247052" y="1665244"/>
                    <a:pt x="2243839" y="1650157"/>
                  </a:cubicBezTo>
                  <a:lnTo>
                    <a:pt x="2327722" y="1650157"/>
                  </a:lnTo>
                  <a:cubicBezTo>
                    <a:pt x="2324446" y="1665244"/>
                    <a:pt x="2306983" y="1676801"/>
                    <a:pt x="2285749" y="1676801"/>
                  </a:cubicBezTo>
                  <a:close/>
                  <a:moveTo>
                    <a:pt x="2285749" y="1288804"/>
                  </a:moveTo>
                  <a:cubicBezTo>
                    <a:pt x="2355700" y="1288804"/>
                    <a:pt x="2412609" y="1345700"/>
                    <a:pt x="2412609" y="1415601"/>
                  </a:cubicBezTo>
                  <a:cubicBezTo>
                    <a:pt x="2412609" y="1452418"/>
                    <a:pt x="2390422" y="1478211"/>
                    <a:pt x="2366914" y="1505593"/>
                  </a:cubicBezTo>
                  <a:cubicBezTo>
                    <a:pt x="2361555" y="1511841"/>
                    <a:pt x="2356145" y="1518140"/>
                    <a:pt x="2350989" y="1524592"/>
                  </a:cubicBezTo>
                  <a:cubicBezTo>
                    <a:pt x="2345388" y="1531640"/>
                    <a:pt x="2339978" y="1552075"/>
                    <a:pt x="2337844" y="1560965"/>
                  </a:cubicBezTo>
                  <a:lnTo>
                    <a:pt x="2308329" y="1560965"/>
                  </a:lnTo>
                  <a:lnTo>
                    <a:pt x="2308329" y="1488829"/>
                  </a:lnTo>
                  <a:cubicBezTo>
                    <a:pt x="2322160" y="1483266"/>
                    <a:pt x="2333132" y="1472357"/>
                    <a:pt x="2339825" y="1457079"/>
                  </a:cubicBezTo>
                  <a:cubicBezTo>
                    <a:pt x="2349198" y="1435794"/>
                    <a:pt x="2347915" y="1409847"/>
                    <a:pt x="2336993" y="1397998"/>
                  </a:cubicBezTo>
                  <a:cubicBezTo>
                    <a:pt x="2330199" y="1390607"/>
                    <a:pt x="2321715" y="1387876"/>
                    <a:pt x="2314324" y="1390797"/>
                  </a:cubicBezTo>
                  <a:cubicBezTo>
                    <a:pt x="2304164" y="1394722"/>
                    <a:pt x="2298347" y="1407714"/>
                    <a:pt x="2298347" y="1426421"/>
                  </a:cubicBezTo>
                  <a:lnTo>
                    <a:pt x="2298347" y="1481679"/>
                  </a:lnTo>
                  <a:cubicBezTo>
                    <a:pt x="2290765" y="1483520"/>
                    <a:pt x="2280745" y="1483520"/>
                    <a:pt x="2273150" y="1481679"/>
                  </a:cubicBezTo>
                  <a:lnTo>
                    <a:pt x="2273150" y="1426421"/>
                  </a:lnTo>
                  <a:cubicBezTo>
                    <a:pt x="2273150" y="1407714"/>
                    <a:pt x="2267346" y="1394722"/>
                    <a:pt x="2257225" y="1390797"/>
                  </a:cubicBezTo>
                  <a:cubicBezTo>
                    <a:pt x="2249782" y="1387876"/>
                    <a:pt x="2241299" y="1390607"/>
                    <a:pt x="2234504" y="1397998"/>
                  </a:cubicBezTo>
                  <a:cubicBezTo>
                    <a:pt x="2223595" y="1409847"/>
                    <a:pt x="2222350" y="1435794"/>
                    <a:pt x="2231672" y="1457079"/>
                  </a:cubicBezTo>
                  <a:cubicBezTo>
                    <a:pt x="2238378" y="1472357"/>
                    <a:pt x="2249389" y="1483266"/>
                    <a:pt x="2263232" y="1488829"/>
                  </a:cubicBezTo>
                  <a:lnTo>
                    <a:pt x="2263232" y="1560965"/>
                  </a:lnTo>
                  <a:lnTo>
                    <a:pt x="2233717" y="1560965"/>
                  </a:lnTo>
                  <a:cubicBezTo>
                    <a:pt x="2231583" y="1552075"/>
                    <a:pt x="2226173" y="1531640"/>
                    <a:pt x="2220560" y="1524592"/>
                  </a:cubicBezTo>
                  <a:cubicBezTo>
                    <a:pt x="2215403" y="1518140"/>
                    <a:pt x="2209993" y="1511841"/>
                    <a:pt x="2204596" y="1505593"/>
                  </a:cubicBezTo>
                  <a:cubicBezTo>
                    <a:pt x="2181126" y="1478211"/>
                    <a:pt x="2158952" y="1452418"/>
                    <a:pt x="2158952" y="1415601"/>
                  </a:cubicBezTo>
                  <a:cubicBezTo>
                    <a:pt x="2158952" y="1345700"/>
                    <a:pt x="2215848" y="1288804"/>
                    <a:pt x="2285749" y="1288804"/>
                  </a:cubicBezTo>
                  <a:close/>
                  <a:moveTo>
                    <a:pt x="2308329" y="1477957"/>
                  </a:moveTo>
                  <a:lnTo>
                    <a:pt x="2308329" y="1426421"/>
                  </a:lnTo>
                  <a:cubicBezTo>
                    <a:pt x="2308329" y="1409746"/>
                    <a:pt x="2313282" y="1401859"/>
                    <a:pt x="2317905" y="1400081"/>
                  </a:cubicBezTo>
                  <a:cubicBezTo>
                    <a:pt x="2318743" y="1399726"/>
                    <a:pt x="2319531" y="1399586"/>
                    <a:pt x="2320432" y="1399586"/>
                  </a:cubicBezTo>
                  <a:cubicBezTo>
                    <a:pt x="2323353" y="1399586"/>
                    <a:pt x="2326630" y="1401364"/>
                    <a:pt x="2329703" y="1404742"/>
                  </a:cubicBezTo>
                  <a:cubicBezTo>
                    <a:pt x="2336955" y="1412578"/>
                    <a:pt x="2339381" y="1433317"/>
                    <a:pt x="2330745" y="1453066"/>
                  </a:cubicBezTo>
                  <a:cubicBezTo>
                    <a:pt x="2327430" y="1460597"/>
                    <a:pt x="2320725" y="1471607"/>
                    <a:pt x="2308329" y="1477957"/>
                  </a:cubicBezTo>
                  <a:close/>
                  <a:moveTo>
                    <a:pt x="2457897" y="1771150"/>
                  </a:moveTo>
                  <a:lnTo>
                    <a:pt x="993329" y="1771150"/>
                  </a:lnTo>
                  <a:cubicBezTo>
                    <a:pt x="990600" y="1771150"/>
                    <a:pt x="988367" y="1773385"/>
                    <a:pt x="988367" y="1776166"/>
                  </a:cubicBezTo>
                  <a:lnTo>
                    <a:pt x="988367" y="2157712"/>
                  </a:lnTo>
                  <a:cubicBezTo>
                    <a:pt x="988367" y="2160443"/>
                    <a:pt x="990600" y="2162665"/>
                    <a:pt x="993329" y="2162665"/>
                  </a:cubicBezTo>
                  <a:lnTo>
                    <a:pt x="2457897" y="2162665"/>
                  </a:lnTo>
                  <a:cubicBezTo>
                    <a:pt x="2460628" y="2162665"/>
                    <a:pt x="2462863" y="2160443"/>
                    <a:pt x="2462863" y="2157712"/>
                  </a:cubicBezTo>
                  <a:lnTo>
                    <a:pt x="2462863" y="1776166"/>
                  </a:lnTo>
                  <a:cubicBezTo>
                    <a:pt x="2462863" y="1773385"/>
                    <a:pt x="2460628" y="1771150"/>
                    <a:pt x="2457897" y="1771150"/>
                  </a:cubicBezTo>
                  <a:close/>
                  <a:moveTo>
                    <a:pt x="2452931" y="2152747"/>
                  </a:moveTo>
                  <a:lnTo>
                    <a:pt x="998339" y="2152747"/>
                  </a:lnTo>
                  <a:lnTo>
                    <a:pt x="998339" y="1781132"/>
                  </a:lnTo>
                  <a:lnTo>
                    <a:pt x="2452931" y="1781132"/>
                  </a:lnTo>
                  <a:close/>
                  <a:moveTo>
                    <a:pt x="1671437" y="2319434"/>
                  </a:moveTo>
                  <a:cubicBezTo>
                    <a:pt x="1655067" y="2307179"/>
                    <a:pt x="1638049" y="2302873"/>
                    <a:pt x="1620789" y="2306493"/>
                  </a:cubicBezTo>
                  <a:cubicBezTo>
                    <a:pt x="1591224" y="2312792"/>
                    <a:pt x="1569342" y="2340923"/>
                    <a:pt x="1560464" y="2354220"/>
                  </a:cubicBezTo>
                  <a:cubicBezTo>
                    <a:pt x="1551587" y="2340923"/>
                    <a:pt x="1529705" y="2312792"/>
                    <a:pt x="1500089" y="2306493"/>
                  </a:cubicBezTo>
                  <a:cubicBezTo>
                    <a:pt x="1482880" y="2302873"/>
                    <a:pt x="1465811" y="2307179"/>
                    <a:pt x="1449492" y="2319434"/>
                  </a:cubicBezTo>
                  <a:cubicBezTo>
                    <a:pt x="1427013" y="2336300"/>
                    <a:pt x="1421463" y="2364240"/>
                    <a:pt x="1433464" y="2400206"/>
                  </a:cubicBezTo>
                  <a:cubicBezTo>
                    <a:pt x="1453949" y="2461712"/>
                    <a:pt x="1521615" y="2531816"/>
                    <a:pt x="1560464" y="2531816"/>
                  </a:cubicBezTo>
                  <a:cubicBezTo>
                    <a:pt x="1599314" y="2531816"/>
                    <a:pt x="1666979" y="2461712"/>
                    <a:pt x="1687464" y="2400206"/>
                  </a:cubicBezTo>
                  <a:cubicBezTo>
                    <a:pt x="1699466" y="2364240"/>
                    <a:pt x="1693916" y="2336300"/>
                    <a:pt x="1671437" y="2319434"/>
                  </a:cubicBezTo>
                  <a:close/>
                  <a:moveTo>
                    <a:pt x="1678041" y="2397082"/>
                  </a:moveTo>
                  <a:cubicBezTo>
                    <a:pt x="1657949" y="2457305"/>
                    <a:pt x="1591821" y="2521847"/>
                    <a:pt x="1560464" y="2521847"/>
                  </a:cubicBezTo>
                  <a:cubicBezTo>
                    <a:pt x="1529057" y="2521847"/>
                    <a:pt x="1462979" y="2457305"/>
                    <a:pt x="1442888" y="2397082"/>
                  </a:cubicBezTo>
                  <a:cubicBezTo>
                    <a:pt x="1435547" y="2375098"/>
                    <a:pt x="1431775" y="2345190"/>
                    <a:pt x="1455486" y="2327422"/>
                  </a:cubicBezTo>
                  <a:cubicBezTo>
                    <a:pt x="1466306" y="2319295"/>
                    <a:pt x="1477317" y="2315218"/>
                    <a:pt x="1488430" y="2315218"/>
                  </a:cubicBezTo>
                  <a:cubicBezTo>
                    <a:pt x="1491656" y="2315218"/>
                    <a:pt x="1494831" y="2315573"/>
                    <a:pt x="1498006" y="2316208"/>
                  </a:cubicBezTo>
                  <a:cubicBezTo>
                    <a:pt x="1531839" y="2323409"/>
                    <a:pt x="1555854" y="2365624"/>
                    <a:pt x="1556096" y="2366069"/>
                  </a:cubicBezTo>
                  <a:cubicBezTo>
                    <a:pt x="1557886" y="2369193"/>
                    <a:pt x="1563042" y="2369193"/>
                    <a:pt x="1564782" y="2366069"/>
                  </a:cubicBezTo>
                  <a:cubicBezTo>
                    <a:pt x="1565024" y="2365624"/>
                    <a:pt x="1589039" y="2323409"/>
                    <a:pt x="1622872" y="2316208"/>
                  </a:cubicBezTo>
                  <a:cubicBezTo>
                    <a:pt x="1637210" y="2313237"/>
                    <a:pt x="1651549" y="2316958"/>
                    <a:pt x="1665443" y="2327422"/>
                  </a:cubicBezTo>
                  <a:cubicBezTo>
                    <a:pt x="1689103" y="2345190"/>
                    <a:pt x="1685381" y="2375098"/>
                    <a:pt x="1678041" y="2397082"/>
                  </a:cubicBezTo>
                  <a:close/>
                  <a:moveTo>
                    <a:pt x="1985864" y="2463160"/>
                  </a:moveTo>
                  <a:cubicBezTo>
                    <a:pt x="1986753" y="2464049"/>
                    <a:pt x="1988048" y="2464595"/>
                    <a:pt x="1989381" y="2464595"/>
                  </a:cubicBezTo>
                  <a:cubicBezTo>
                    <a:pt x="1989432" y="2464595"/>
                    <a:pt x="1989534" y="2464595"/>
                    <a:pt x="1989585" y="2464595"/>
                  </a:cubicBezTo>
                  <a:lnTo>
                    <a:pt x="2031507" y="2462512"/>
                  </a:lnTo>
                  <a:lnTo>
                    <a:pt x="2072338" y="2503343"/>
                  </a:lnTo>
                  <a:cubicBezTo>
                    <a:pt x="2008736" y="2570805"/>
                    <a:pt x="2009778" y="2677269"/>
                    <a:pt x="2075754" y="2743246"/>
                  </a:cubicBezTo>
                  <a:cubicBezTo>
                    <a:pt x="2109346" y="2776837"/>
                    <a:pt x="2153440" y="2793652"/>
                    <a:pt x="2197598" y="2793652"/>
                  </a:cubicBezTo>
                  <a:cubicBezTo>
                    <a:pt x="2241743" y="2793652"/>
                    <a:pt x="2285850" y="2776837"/>
                    <a:pt x="2319442" y="2743246"/>
                  </a:cubicBezTo>
                  <a:cubicBezTo>
                    <a:pt x="2352030" y="2710708"/>
                    <a:pt x="2369937" y="2667452"/>
                    <a:pt x="2369937" y="2621415"/>
                  </a:cubicBezTo>
                  <a:cubicBezTo>
                    <a:pt x="2369937" y="2575377"/>
                    <a:pt x="2352030" y="2532108"/>
                    <a:pt x="2319442" y="2499571"/>
                  </a:cubicBezTo>
                  <a:cubicBezTo>
                    <a:pt x="2253402" y="2433493"/>
                    <a:pt x="2146747" y="2432502"/>
                    <a:pt x="2079323" y="2496294"/>
                  </a:cubicBezTo>
                  <a:lnTo>
                    <a:pt x="2038594" y="2455565"/>
                  </a:lnTo>
                  <a:lnTo>
                    <a:pt x="2040588" y="2413592"/>
                  </a:lnTo>
                  <a:cubicBezTo>
                    <a:pt x="2040639" y="2412208"/>
                    <a:pt x="2040131" y="2410861"/>
                    <a:pt x="2039140" y="2409871"/>
                  </a:cubicBezTo>
                  <a:lnTo>
                    <a:pt x="1980898" y="2351629"/>
                  </a:lnTo>
                  <a:cubicBezTo>
                    <a:pt x="1979564" y="2350295"/>
                    <a:pt x="1977583" y="2349800"/>
                    <a:pt x="1975792" y="2350448"/>
                  </a:cubicBezTo>
                  <a:cubicBezTo>
                    <a:pt x="1974002" y="2351045"/>
                    <a:pt x="1972719" y="2352581"/>
                    <a:pt x="1972414" y="2354461"/>
                  </a:cubicBezTo>
                  <a:lnTo>
                    <a:pt x="1967410" y="2391367"/>
                  </a:lnTo>
                  <a:lnTo>
                    <a:pt x="1930453" y="2396434"/>
                  </a:lnTo>
                  <a:cubicBezTo>
                    <a:pt x="1928561" y="2396676"/>
                    <a:pt x="1927024" y="2398022"/>
                    <a:pt x="1926377" y="2399800"/>
                  </a:cubicBezTo>
                  <a:cubicBezTo>
                    <a:pt x="1925793" y="2401590"/>
                    <a:pt x="1926288" y="2403572"/>
                    <a:pt x="1927621" y="2404918"/>
                  </a:cubicBezTo>
                  <a:close/>
                  <a:moveTo>
                    <a:pt x="2197598" y="2459083"/>
                  </a:moveTo>
                  <a:cubicBezTo>
                    <a:pt x="2239165" y="2459083"/>
                    <a:pt x="2280745" y="2474907"/>
                    <a:pt x="2312444" y="2506569"/>
                  </a:cubicBezTo>
                  <a:cubicBezTo>
                    <a:pt x="2343102" y="2537277"/>
                    <a:pt x="2359967" y="2578057"/>
                    <a:pt x="2359967" y="2621415"/>
                  </a:cubicBezTo>
                  <a:cubicBezTo>
                    <a:pt x="2359967" y="2664773"/>
                    <a:pt x="2343102" y="2705552"/>
                    <a:pt x="2312444" y="2736210"/>
                  </a:cubicBezTo>
                  <a:cubicBezTo>
                    <a:pt x="2249097" y="2799507"/>
                    <a:pt x="2146100" y="2799507"/>
                    <a:pt x="2082803" y="2736210"/>
                  </a:cubicBezTo>
                  <a:cubicBezTo>
                    <a:pt x="2020687" y="2674145"/>
                    <a:pt x="2019646" y="2573930"/>
                    <a:pt x="2079323" y="2510379"/>
                  </a:cubicBezTo>
                  <a:lnTo>
                    <a:pt x="2110438" y="2541494"/>
                  </a:lnTo>
                  <a:cubicBezTo>
                    <a:pt x="2067918" y="2587874"/>
                    <a:pt x="2068960" y="2660201"/>
                    <a:pt x="2113905" y="2705095"/>
                  </a:cubicBezTo>
                  <a:cubicBezTo>
                    <a:pt x="2136282" y="2727472"/>
                    <a:pt x="2166000" y="2739779"/>
                    <a:pt x="2197598" y="2739779"/>
                  </a:cubicBezTo>
                  <a:cubicBezTo>
                    <a:pt x="2229246" y="2739779"/>
                    <a:pt x="2258964" y="2727472"/>
                    <a:pt x="2281342" y="2705095"/>
                  </a:cubicBezTo>
                  <a:cubicBezTo>
                    <a:pt x="2327468" y="2658969"/>
                    <a:pt x="2327468" y="2583861"/>
                    <a:pt x="2281342" y="2537671"/>
                  </a:cubicBezTo>
                  <a:cubicBezTo>
                    <a:pt x="2258964" y="2515294"/>
                    <a:pt x="2229246" y="2502987"/>
                    <a:pt x="2197598" y="2502987"/>
                  </a:cubicBezTo>
                  <a:cubicBezTo>
                    <a:pt x="2167588" y="2502987"/>
                    <a:pt x="2139407" y="2514201"/>
                    <a:pt x="2117474" y="2534445"/>
                  </a:cubicBezTo>
                  <a:lnTo>
                    <a:pt x="2086371" y="2503343"/>
                  </a:lnTo>
                  <a:cubicBezTo>
                    <a:pt x="2117575" y="2473968"/>
                    <a:pt x="2157517" y="2459083"/>
                    <a:pt x="2197598" y="2459083"/>
                  </a:cubicBezTo>
                  <a:close/>
                  <a:moveTo>
                    <a:pt x="2148589" y="2579645"/>
                  </a:moveTo>
                  <a:cubicBezTo>
                    <a:pt x="2138606" y="2591290"/>
                    <a:pt x="2133158" y="2605883"/>
                    <a:pt x="2133158" y="2621415"/>
                  </a:cubicBezTo>
                  <a:cubicBezTo>
                    <a:pt x="2133158" y="2638623"/>
                    <a:pt x="2139851" y="2654790"/>
                    <a:pt x="2152005" y="2666995"/>
                  </a:cubicBezTo>
                  <a:cubicBezTo>
                    <a:pt x="2164603" y="2679555"/>
                    <a:pt x="2181075" y="2685854"/>
                    <a:pt x="2197598" y="2685854"/>
                  </a:cubicBezTo>
                  <a:cubicBezTo>
                    <a:pt x="2214121" y="2685854"/>
                    <a:pt x="2230631" y="2679555"/>
                    <a:pt x="2243191" y="2666995"/>
                  </a:cubicBezTo>
                  <a:cubicBezTo>
                    <a:pt x="2268337" y="2641849"/>
                    <a:pt x="2268337" y="2600968"/>
                    <a:pt x="2243191" y="2575822"/>
                  </a:cubicBezTo>
                  <a:cubicBezTo>
                    <a:pt x="2219226" y="2551857"/>
                    <a:pt x="2180923" y="2550815"/>
                    <a:pt x="2155625" y="2572596"/>
                  </a:cubicBezTo>
                  <a:lnTo>
                    <a:pt x="2124522" y="2541494"/>
                  </a:lnTo>
                  <a:cubicBezTo>
                    <a:pt x="2145160" y="2522583"/>
                    <a:pt x="2171347" y="2513007"/>
                    <a:pt x="2197598" y="2513007"/>
                  </a:cubicBezTo>
                  <a:cubicBezTo>
                    <a:pt x="2225373" y="2513007"/>
                    <a:pt x="2253160" y="2523574"/>
                    <a:pt x="2274293" y="2544720"/>
                  </a:cubicBezTo>
                  <a:cubicBezTo>
                    <a:pt x="2316559" y="2586985"/>
                    <a:pt x="2316559" y="2655794"/>
                    <a:pt x="2274293" y="2698059"/>
                  </a:cubicBezTo>
                  <a:cubicBezTo>
                    <a:pt x="2232028" y="2740376"/>
                    <a:pt x="2163219" y="2740376"/>
                    <a:pt x="2120953" y="2698059"/>
                  </a:cubicBezTo>
                  <a:cubicBezTo>
                    <a:pt x="2079869" y="2657026"/>
                    <a:pt x="2078777" y="2591049"/>
                    <a:pt x="2117474" y="2548530"/>
                  </a:cubicBezTo>
                  <a:close/>
                  <a:moveTo>
                    <a:pt x="2193775" y="2624831"/>
                  </a:moveTo>
                  <a:cubicBezTo>
                    <a:pt x="2194766" y="2625771"/>
                    <a:pt x="2196010" y="2626266"/>
                    <a:pt x="2197293" y="2626266"/>
                  </a:cubicBezTo>
                  <a:cubicBezTo>
                    <a:pt x="2198589" y="2626266"/>
                    <a:pt x="2199833" y="2625771"/>
                    <a:pt x="2200824" y="2624831"/>
                  </a:cubicBezTo>
                  <a:cubicBezTo>
                    <a:pt x="2202754" y="2622901"/>
                    <a:pt x="2202754" y="2619726"/>
                    <a:pt x="2200824" y="2617782"/>
                  </a:cubicBezTo>
                  <a:lnTo>
                    <a:pt x="2162825" y="2579784"/>
                  </a:lnTo>
                  <a:cubicBezTo>
                    <a:pt x="2172897" y="2571351"/>
                    <a:pt x="2185190" y="2566894"/>
                    <a:pt x="2197598" y="2566894"/>
                  </a:cubicBezTo>
                  <a:cubicBezTo>
                    <a:pt x="2211581" y="2566894"/>
                    <a:pt x="2225525" y="2572240"/>
                    <a:pt x="2236142" y="2582857"/>
                  </a:cubicBezTo>
                  <a:cubicBezTo>
                    <a:pt x="2257377" y="2604092"/>
                    <a:pt x="2257377" y="2638674"/>
                    <a:pt x="2236142" y="2659959"/>
                  </a:cubicBezTo>
                  <a:cubicBezTo>
                    <a:pt x="2214908" y="2681194"/>
                    <a:pt x="2180339" y="2681194"/>
                    <a:pt x="2159053" y="2659959"/>
                  </a:cubicBezTo>
                  <a:cubicBezTo>
                    <a:pt x="2148779" y="2649634"/>
                    <a:pt x="2143077" y="2635944"/>
                    <a:pt x="2143077" y="2621415"/>
                  </a:cubicBezTo>
                  <a:cubicBezTo>
                    <a:pt x="2143077" y="2608613"/>
                    <a:pt x="2147687" y="2596599"/>
                    <a:pt x="2155777" y="2586833"/>
                  </a:cubicBezTo>
                  <a:close/>
                  <a:moveTo>
                    <a:pt x="1238900" y="2383290"/>
                  </a:moveTo>
                  <a:lnTo>
                    <a:pt x="1201981" y="2383290"/>
                  </a:lnTo>
                  <a:cubicBezTo>
                    <a:pt x="1209728" y="2317110"/>
                    <a:pt x="1204064" y="2276381"/>
                    <a:pt x="1186017" y="2268393"/>
                  </a:cubicBezTo>
                  <a:cubicBezTo>
                    <a:pt x="1178766" y="2265167"/>
                    <a:pt x="1170689" y="2267898"/>
                    <a:pt x="1163881" y="2275835"/>
                  </a:cubicBezTo>
                  <a:cubicBezTo>
                    <a:pt x="1155550" y="2285551"/>
                    <a:pt x="1150991" y="2299343"/>
                    <a:pt x="1146178" y="2313986"/>
                  </a:cubicBezTo>
                  <a:cubicBezTo>
                    <a:pt x="1141860" y="2326876"/>
                    <a:pt x="1137440" y="2340275"/>
                    <a:pt x="1130099" y="2352327"/>
                  </a:cubicBezTo>
                  <a:cubicBezTo>
                    <a:pt x="1116015" y="2375492"/>
                    <a:pt x="1061989" y="2393399"/>
                    <a:pt x="1055436" y="2395495"/>
                  </a:cubicBezTo>
                  <a:lnTo>
                    <a:pt x="994123" y="2395495"/>
                  </a:lnTo>
                  <a:cubicBezTo>
                    <a:pt x="991394" y="2395495"/>
                    <a:pt x="989161" y="2397717"/>
                    <a:pt x="989161" y="2400447"/>
                  </a:cubicBezTo>
                  <a:lnTo>
                    <a:pt x="989161" y="2538814"/>
                  </a:lnTo>
                  <a:cubicBezTo>
                    <a:pt x="989161" y="2541545"/>
                    <a:pt x="991394" y="2543767"/>
                    <a:pt x="994123" y="2543767"/>
                  </a:cubicBezTo>
                  <a:lnTo>
                    <a:pt x="1238900" y="2543767"/>
                  </a:lnTo>
                  <a:cubicBezTo>
                    <a:pt x="1258789" y="2543767"/>
                    <a:pt x="1274917" y="2527651"/>
                    <a:pt x="1274917" y="2507801"/>
                  </a:cubicBezTo>
                  <a:lnTo>
                    <a:pt x="1274917" y="2419307"/>
                  </a:lnTo>
                  <a:cubicBezTo>
                    <a:pt x="1274917" y="2399457"/>
                    <a:pt x="1258738" y="2383290"/>
                    <a:pt x="1238900" y="2383290"/>
                  </a:cubicBezTo>
                  <a:close/>
                  <a:moveTo>
                    <a:pt x="1264935" y="2507801"/>
                  </a:moveTo>
                  <a:cubicBezTo>
                    <a:pt x="1264935" y="2522139"/>
                    <a:pt x="1253277" y="2533848"/>
                    <a:pt x="1238900" y="2533848"/>
                  </a:cubicBezTo>
                  <a:lnTo>
                    <a:pt x="1061138" y="2533848"/>
                  </a:lnTo>
                  <a:lnTo>
                    <a:pt x="1061138" y="2404067"/>
                  </a:lnTo>
                  <a:cubicBezTo>
                    <a:pt x="1074892" y="2399508"/>
                    <a:pt x="1123800" y="2381791"/>
                    <a:pt x="1138583" y="2357534"/>
                  </a:cubicBezTo>
                  <a:cubicBezTo>
                    <a:pt x="1146521" y="2344491"/>
                    <a:pt x="1151334" y="2329950"/>
                    <a:pt x="1155601" y="2317110"/>
                  </a:cubicBezTo>
                  <a:cubicBezTo>
                    <a:pt x="1160110" y="2303457"/>
                    <a:pt x="1164428" y="2290516"/>
                    <a:pt x="1171425" y="2282325"/>
                  </a:cubicBezTo>
                  <a:cubicBezTo>
                    <a:pt x="1173660" y="2279747"/>
                    <a:pt x="1177978" y="2275733"/>
                    <a:pt x="1181992" y="2277473"/>
                  </a:cubicBezTo>
                  <a:cubicBezTo>
                    <a:pt x="1190183" y="2281093"/>
                    <a:pt x="1201346" y="2308372"/>
                    <a:pt x="1191466" y="2387646"/>
                  </a:cubicBezTo>
                  <a:cubicBezTo>
                    <a:pt x="1191275" y="2389043"/>
                    <a:pt x="1191720" y="2390478"/>
                    <a:pt x="1192660" y="2391570"/>
                  </a:cubicBezTo>
                  <a:cubicBezTo>
                    <a:pt x="1193599" y="2392612"/>
                    <a:pt x="1194946" y="2393259"/>
                    <a:pt x="1196381" y="2393259"/>
                  </a:cubicBezTo>
                  <a:lnTo>
                    <a:pt x="1238900" y="2393259"/>
                  </a:lnTo>
                  <a:cubicBezTo>
                    <a:pt x="1253277" y="2393259"/>
                    <a:pt x="1264935" y="2404918"/>
                    <a:pt x="1264935" y="2419307"/>
                  </a:cubicBezTo>
                  <a:cubicBezTo>
                    <a:pt x="1264935" y="2419307"/>
                    <a:pt x="1264935" y="2507801"/>
                    <a:pt x="1264935" y="2507801"/>
                  </a:cubicBezTo>
                  <a:close/>
                  <a:moveTo>
                    <a:pt x="271661" y="2548733"/>
                  </a:moveTo>
                  <a:cubicBezTo>
                    <a:pt x="306785" y="2548733"/>
                    <a:pt x="335310" y="2520158"/>
                    <a:pt x="335310" y="2485080"/>
                  </a:cubicBezTo>
                  <a:cubicBezTo>
                    <a:pt x="335310" y="2450016"/>
                    <a:pt x="306785" y="2421441"/>
                    <a:pt x="271661" y="2421441"/>
                  </a:cubicBezTo>
                  <a:cubicBezTo>
                    <a:pt x="236587" y="2421441"/>
                    <a:pt x="208062" y="2450016"/>
                    <a:pt x="208062" y="2485080"/>
                  </a:cubicBezTo>
                  <a:cubicBezTo>
                    <a:pt x="208062" y="2520158"/>
                    <a:pt x="236587" y="2548733"/>
                    <a:pt x="271661" y="2548733"/>
                  </a:cubicBezTo>
                  <a:close/>
                  <a:moveTo>
                    <a:pt x="271661" y="2431410"/>
                  </a:moveTo>
                  <a:cubicBezTo>
                    <a:pt x="301278" y="2431410"/>
                    <a:pt x="325388" y="2455464"/>
                    <a:pt x="325388" y="2485080"/>
                  </a:cubicBezTo>
                  <a:cubicBezTo>
                    <a:pt x="325388" y="2514646"/>
                    <a:pt x="301278" y="2538763"/>
                    <a:pt x="271661" y="2538763"/>
                  </a:cubicBezTo>
                  <a:cubicBezTo>
                    <a:pt x="242094" y="2538763"/>
                    <a:pt x="217984" y="2514646"/>
                    <a:pt x="217984" y="2485080"/>
                  </a:cubicBezTo>
                  <a:cubicBezTo>
                    <a:pt x="217984" y="2455464"/>
                    <a:pt x="242094" y="2431410"/>
                    <a:pt x="271661" y="2431410"/>
                  </a:cubicBezTo>
                  <a:close/>
                  <a:moveTo>
                    <a:pt x="379115" y="2697513"/>
                  </a:moveTo>
                  <a:cubicBezTo>
                    <a:pt x="379115" y="2631778"/>
                    <a:pt x="330895" y="2578247"/>
                    <a:pt x="271661" y="2578247"/>
                  </a:cubicBezTo>
                  <a:cubicBezTo>
                    <a:pt x="212477" y="2578247"/>
                    <a:pt x="164257" y="2631778"/>
                    <a:pt x="164257" y="2697513"/>
                  </a:cubicBezTo>
                  <a:cubicBezTo>
                    <a:pt x="164257" y="2700295"/>
                    <a:pt x="166489" y="2702517"/>
                    <a:pt x="169217" y="2702517"/>
                  </a:cubicBezTo>
                  <a:lnTo>
                    <a:pt x="374104" y="2702517"/>
                  </a:lnTo>
                  <a:cubicBezTo>
                    <a:pt x="376883" y="2702517"/>
                    <a:pt x="379115" y="2700295"/>
                    <a:pt x="379115" y="2697513"/>
                  </a:cubicBezTo>
                  <a:close/>
                  <a:moveTo>
                    <a:pt x="174328" y="2692547"/>
                  </a:moveTo>
                  <a:cubicBezTo>
                    <a:pt x="176660" y="2634610"/>
                    <a:pt x="219423" y="2588217"/>
                    <a:pt x="271661" y="2588217"/>
                  </a:cubicBezTo>
                  <a:cubicBezTo>
                    <a:pt x="323949" y="2588217"/>
                    <a:pt x="366713" y="2634610"/>
                    <a:pt x="369044" y="2692547"/>
                  </a:cubicBezTo>
                  <a:close/>
                  <a:moveTo>
                    <a:pt x="543372" y="2561979"/>
                  </a:moveTo>
                  <a:cubicBezTo>
                    <a:pt x="543372" y="2412157"/>
                    <a:pt x="421481" y="2290313"/>
                    <a:pt x="271661" y="2290313"/>
                  </a:cubicBezTo>
                  <a:cubicBezTo>
                    <a:pt x="121891" y="2290313"/>
                    <a:pt x="0" y="2412157"/>
                    <a:pt x="0" y="2561979"/>
                  </a:cubicBezTo>
                  <a:cubicBezTo>
                    <a:pt x="0" y="2711801"/>
                    <a:pt x="121891" y="2833645"/>
                    <a:pt x="271661" y="2833645"/>
                  </a:cubicBezTo>
                  <a:cubicBezTo>
                    <a:pt x="421481" y="2833645"/>
                    <a:pt x="543372" y="2711750"/>
                    <a:pt x="543372" y="2561979"/>
                  </a:cubicBezTo>
                  <a:close/>
                  <a:moveTo>
                    <a:pt x="9972" y="2561979"/>
                  </a:moveTo>
                  <a:cubicBezTo>
                    <a:pt x="9972" y="2417669"/>
                    <a:pt x="127398" y="2300245"/>
                    <a:pt x="271661" y="2300245"/>
                  </a:cubicBezTo>
                  <a:cubicBezTo>
                    <a:pt x="415975" y="2300245"/>
                    <a:pt x="533400" y="2417669"/>
                    <a:pt x="533400" y="2561979"/>
                  </a:cubicBezTo>
                  <a:cubicBezTo>
                    <a:pt x="533400" y="2706289"/>
                    <a:pt x="415975" y="2823713"/>
                    <a:pt x="271661" y="2823713"/>
                  </a:cubicBezTo>
                  <a:cubicBezTo>
                    <a:pt x="127398" y="2823713"/>
                    <a:pt x="9972" y="2706289"/>
                    <a:pt x="9972" y="2561979"/>
                  </a:cubicBezTo>
                  <a:close/>
                </a:path>
              </a:pathLst>
            </a:custGeom>
            <a:solidFill>
              <a:srgbClr val="1F2639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BE7BBC62-25B2-AC4C-DC80-1B024DAA833D}"/>
                </a:ext>
              </a:extLst>
            </p:cNvPr>
            <p:cNvSpPr/>
            <p:nvPr/>
          </p:nvSpPr>
          <p:spPr>
            <a:xfrm>
              <a:off x="8729372" y="7128151"/>
              <a:ext cx="281826" cy="281775"/>
            </a:xfrm>
            <a:custGeom>
              <a:avLst/>
              <a:gdLst>
                <a:gd name="connsiteX0" fmla="*/ 135979 w 281826"/>
                <a:gd name="connsiteY0" fmla="*/ 0 h 281775"/>
                <a:gd name="connsiteX1" fmla="*/ 135979 w 281826"/>
                <a:gd name="connsiteY1" fmla="*/ 140830 h 281775"/>
                <a:gd name="connsiteX2" fmla="*/ 140932 w 281826"/>
                <a:gd name="connsiteY2" fmla="*/ 145796 h 281775"/>
                <a:gd name="connsiteX3" fmla="*/ 281826 w 281826"/>
                <a:gd name="connsiteY3" fmla="*/ 145796 h 281775"/>
                <a:gd name="connsiteX4" fmla="*/ 140932 w 281826"/>
                <a:gd name="connsiteY4" fmla="*/ 281775 h 281775"/>
                <a:gd name="connsiteX5" fmla="*/ 0 w 281826"/>
                <a:gd name="connsiteY5" fmla="*/ 140830 h 281775"/>
                <a:gd name="connsiteX6" fmla="*/ 135979 w 281826"/>
                <a:gd name="connsiteY6" fmla="*/ 0 h 281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1826" h="281775">
                  <a:moveTo>
                    <a:pt x="135979" y="0"/>
                  </a:moveTo>
                  <a:lnTo>
                    <a:pt x="135979" y="140830"/>
                  </a:lnTo>
                  <a:cubicBezTo>
                    <a:pt x="135979" y="143561"/>
                    <a:pt x="138201" y="145796"/>
                    <a:pt x="140932" y="145796"/>
                  </a:cubicBezTo>
                  <a:lnTo>
                    <a:pt x="281826" y="145796"/>
                  </a:lnTo>
                  <a:cubicBezTo>
                    <a:pt x="279197" y="221247"/>
                    <a:pt x="216979" y="281775"/>
                    <a:pt x="140932" y="281775"/>
                  </a:cubicBezTo>
                  <a:cubicBezTo>
                    <a:pt x="63246" y="281775"/>
                    <a:pt x="0" y="218567"/>
                    <a:pt x="0" y="140830"/>
                  </a:cubicBezTo>
                  <a:cubicBezTo>
                    <a:pt x="0" y="64783"/>
                    <a:pt x="60566" y="2629"/>
                    <a:pt x="135979" y="0"/>
                  </a:cubicBezTo>
                  <a:close/>
                </a:path>
              </a:pathLst>
            </a:custGeom>
            <a:solidFill>
              <a:srgbClr val="6A8D6C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3965EBCA-7BC6-2302-C235-7E9BBB40C434}"/>
                </a:ext>
              </a:extLst>
            </p:cNvPr>
            <p:cNvSpPr/>
            <p:nvPr/>
          </p:nvSpPr>
          <p:spPr>
            <a:xfrm>
              <a:off x="9744034" y="8718432"/>
              <a:ext cx="532223" cy="673905"/>
            </a:xfrm>
            <a:custGeom>
              <a:avLst/>
              <a:gdLst>
                <a:gd name="connsiteX0" fmla="*/ 334669 w 532223"/>
                <a:gd name="connsiteY0" fmla="*/ 1113 h 673905"/>
                <a:gd name="connsiteX1" fmla="*/ 391325 w 532223"/>
                <a:gd name="connsiteY1" fmla="*/ 10724 h 673905"/>
                <a:gd name="connsiteX2" fmla="*/ 521246 w 532223"/>
                <a:gd name="connsiteY2" fmla="*/ 142537 h 673905"/>
                <a:gd name="connsiteX3" fmla="*/ 517829 w 532223"/>
                <a:gd name="connsiteY3" fmla="*/ 280548 h 673905"/>
                <a:gd name="connsiteX4" fmla="*/ 494157 w 532223"/>
                <a:gd name="connsiteY4" fmla="*/ 166451 h 673905"/>
                <a:gd name="connsiteX5" fmla="*/ 488950 w 532223"/>
                <a:gd name="connsiteY5" fmla="*/ 163518 h 673905"/>
                <a:gd name="connsiteX6" fmla="*/ 484733 w 532223"/>
                <a:gd name="connsiteY6" fmla="*/ 167683 h 673905"/>
                <a:gd name="connsiteX7" fmla="*/ 416775 w 532223"/>
                <a:gd name="connsiteY7" fmla="*/ 362310 h 673905"/>
                <a:gd name="connsiteX8" fmla="*/ 403225 w 532223"/>
                <a:gd name="connsiteY8" fmla="*/ 361320 h 673905"/>
                <a:gd name="connsiteX9" fmla="*/ 388391 w 532223"/>
                <a:gd name="connsiteY9" fmla="*/ 351287 h 673905"/>
                <a:gd name="connsiteX10" fmla="*/ 388340 w 532223"/>
                <a:gd name="connsiteY10" fmla="*/ 351287 h 673905"/>
                <a:gd name="connsiteX11" fmla="*/ 360019 w 532223"/>
                <a:gd name="connsiteY11" fmla="*/ 376395 h 673905"/>
                <a:gd name="connsiteX12" fmla="*/ 375691 w 532223"/>
                <a:gd name="connsiteY12" fmla="*/ 475163 h 673905"/>
                <a:gd name="connsiteX13" fmla="*/ 356400 w 532223"/>
                <a:gd name="connsiteY13" fmla="*/ 611840 h 673905"/>
                <a:gd name="connsiteX14" fmla="*/ 295275 w 532223"/>
                <a:gd name="connsiteY14" fmla="*/ 673905 h 673905"/>
                <a:gd name="connsiteX15" fmla="*/ 0 w 532223"/>
                <a:gd name="connsiteY15" fmla="*/ 673905 h 673905"/>
                <a:gd name="connsiteX16" fmla="*/ 21183 w 532223"/>
                <a:gd name="connsiteY16" fmla="*/ 381107 h 673905"/>
                <a:gd name="connsiteX17" fmla="*/ 21590 w 532223"/>
                <a:gd name="connsiteY17" fmla="*/ 191699 h 673905"/>
                <a:gd name="connsiteX18" fmla="*/ 114007 w 532223"/>
                <a:gd name="connsiteY18" fmla="*/ 49865 h 673905"/>
                <a:gd name="connsiteX19" fmla="*/ 334669 w 532223"/>
                <a:gd name="connsiteY19" fmla="*/ 1113 h 673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32223" h="673905">
                  <a:moveTo>
                    <a:pt x="334669" y="1113"/>
                  </a:moveTo>
                  <a:cubicBezTo>
                    <a:pt x="356564" y="2766"/>
                    <a:pt x="375983" y="6171"/>
                    <a:pt x="391325" y="10724"/>
                  </a:cubicBezTo>
                  <a:cubicBezTo>
                    <a:pt x="442226" y="25811"/>
                    <a:pt x="497433" y="53243"/>
                    <a:pt x="521246" y="142537"/>
                  </a:cubicBezTo>
                  <a:cubicBezTo>
                    <a:pt x="543877" y="227373"/>
                    <a:pt x="525767" y="267899"/>
                    <a:pt x="517829" y="280548"/>
                  </a:cubicBezTo>
                  <a:cubicBezTo>
                    <a:pt x="515746" y="215956"/>
                    <a:pt x="495249" y="168826"/>
                    <a:pt x="494157" y="166451"/>
                  </a:cubicBezTo>
                  <a:cubicBezTo>
                    <a:pt x="493268" y="164419"/>
                    <a:pt x="491236" y="163225"/>
                    <a:pt x="488950" y="163518"/>
                  </a:cubicBezTo>
                  <a:cubicBezTo>
                    <a:pt x="486765" y="163822"/>
                    <a:pt x="485038" y="165511"/>
                    <a:pt x="484733" y="167683"/>
                  </a:cubicBezTo>
                  <a:cubicBezTo>
                    <a:pt x="477291" y="216705"/>
                    <a:pt x="450659" y="347223"/>
                    <a:pt x="416775" y="362310"/>
                  </a:cubicBezTo>
                  <a:cubicBezTo>
                    <a:pt x="412254" y="364342"/>
                    <a:pt x="407936" y="364038"/>
                    <a:pt x="403225" y="361320"/>
                  </a:cubicBezTo>
                  <a:cubicBezTo>
                    <a:pt x="398665" y="352633"/>
                    <a:pt x="392011" y="351287"/>
                    <a:pt x="388391" y="351287"/>
                  </a:cubicBezTo>
                  <a:cubicBezTo>
                    <a:pt x="388340" y="351287"/>
                    <a:pt x="388340" y="351287"/>
                    <a:pt x="388340" y="351287"/>
                  </a:cubicBezTo>
                  <a:cubicBezTo>
                    <a:pt x="378129" y="351287"/>
                    <a:pt x="367258" y="360914"/>
                    <a:pt x="360019" y="376395"/>
                  </a:cubicBezTo>
                  <a:cubicBezTo>
                    <a:pt x="348564" y="400906"/>
                    <a:pt x="346824" y="439552"/>
                    <a:pt x="375691" y="475163"/>
                  </a:cubicBezTo>
                  <a:cubicBezTo>
                    <a:pt x="374510" y="487863"/>
                    <a:pt x="367664" y="557522"/>
                    <a:pt x="356400" y="611840"/>
                  </a:cubicBezTo>
                  <a:cubicBezTo>
                    <a:pt x="347268" y="655896"/>
                    <a:pt x="329564" y="673905"/>
                    <a:pt x="295275" y="673905"/>
                  </a:cubicBezTo>
                  <a:lnTo>
                    <a:pt x="0" y="673905"/>
                  </a:lnTo>
                  <a:cubicBezTo>
                    <a:pt x="30861" y="634319"/>
                    <a:pt x="25946" y="505681"/>
                    <a:pt x="21183" y="381107"/>
                  </a:cubicBezTo>
                  <a:cubicBezTo>
                    <a:pt x="18313" y="305300"/>
                    <a:pt x="15532" y="233672"/>
                    <a:pt x="21590" y="191699"/>
                  </a:cubicBezTo>
                  <a:cubicBezTo>
                    <a:pt x="30314" y="131272"/>
                    <a:pt x="61417" y="83546"/>
                    <a:pt x="114007" y="49865"/>
                  </a:cubicBezTo>
                  <a:cubicBezTo>
                    <a:pt x="181016" y="6964"/>
                    <a:pt x="268984" y="-3846"/>
                    <a:pt x="334669" y="1113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17EC0227-0BE1-0D0E-BFAB-E09C0EC982CA}"/>
                </a:ext>
              </a:extLst>
            </p:cNvPr>
            <p:cNvSpPr/>
            <p:nvPr/>
          </p:nvSpPr>
          <p:spPr>
            <a:xfrm>
              <a:off x="7224036" y="8787179"/>
              <a:ext cx="1109307" cy="1104354"/>
            </a:xfrm>
            <a:custGeom>
              <a:avLst/>
              <a:gdLst>
                <a:gd name="connsiteX0" fmla="*/ 545515 w 1109307"/>
                <a:gd name="connsiteY0" fmla="*/ 0 h 1104354"/>
                <a:gd name="connsiteX1" fmla="*/ 822882 w 1109307"/>
                <a:gd name="connsiteY1" fmla="*/ 286842 h 1104354"/>
                <a:gd name="connsiteX2" fmla="*/ 819458 w 1109307"/>
                <a:gd name="connsiteY2" fmla="*/ 397078 h 1104354"/>
                <a:gd name="connsiteX3" fmla="*/ 877901 w 1109307"/>
                <a:gd name="connsiteY3" fmla="*/ 609156 h 1104354"/>
                <a:gd name="connsiteX4" fmla="*/ 966255 w 1109307"/>
                <a:gd name="connsiteY4" fmla="*/ 817766 h 1104354"/>
                <a:gd name="connsiteX5" fmla="*/ 1014528 w 1109307"/>
                <a:gd name="connsiteY5" fmla="*/ 907859 h 1104354"/>
                <a:gd name="connsiteX6" fmla="*/ 1109079 w 1109307"/>
                <a:gd name="connsiteY6" fmla="*/ 1030237 h 1104354"/>
                <a:gd name="connsiteX7" fmla="*/ 1056044 w 1109307"/>
                <a:gd name="connsiteY7" fmla="*/ 1104354 h 1104354"/>
                <a:gd name="connsiteX8" fmla="*/ 852946 w 1109307"/>
                <a:gd name="connsiteY8" fmla="*/ 1104354 h 1104354"/>
                <a:gd name="connsiteX9" fmla="*/ 852946 w 1109307"/>
                <a:gd name="connsiteY9" fmla="*/ 906018 h 1104354"/>
                <a:gd name="connsiteX10" fmla="*/ 770048 w 1109307"/>
                <a:gd name="connsiteY10" fmla="*/ 823125 h 1104354"/>
                <a:gd name="connsiteX11" fmla="*/ 320983 w 1109307"/>
                <a:gd name="connsiteY11" fmla="*/ 823125 h 1104354"/>
                <a:gd name="connsiteX12" fmla="*/ 238037 w 1109307"/>
                <a:gd name="connsiteY12" fmla="*/ 906018 h 1104354"/>
                <a:gd name="connsiteX13" fmla="*/ 238037 w 1109307"/>
                <a:gd name="connsiteY13" fmla="*/ 1104354 h 1104354"/>
                <a:gd name="connsiteX14" fmla="*/ 37218 w 1109307"/>
                <a:gd name="connsiteY14" fmla="*/ 1104354 h 1104354"/>
                <a:gd name="connsiteX15" fmla="*/ 11 w 1109307"/>
                <a:gd name="connsiteY15" fmla="*/ 1036435 h 1104354"/>
                <a:gd name="connsiteX16" fmla="*/ 110342 w 1109307"/>
                <a:gd name="connsiteY16" fmla="*/ 897687 h 1104354"/>
                <a:gd name="connsiteX17" fmla="*/ 131476 w 1109307"/>
                <a:gd name="connsiteY17" fmla="*/ 820001 h 1104354"/>
                <a:gd name="connsiteX18" fmla="*/ 214224 w 1109307"/>
                <a:gd name="connsiteY18" fmla="*/ 609156 h 1104354"/>
                <a:gd name="connsiteX19" fmla="*/ 272665 w 1109307"/>
                <a:gd name="connsiteY19" fmla="*/ 397078 h 1104354"/>
                <a:gd name="connsiteX20" fmla="*/ 269241 w 1109307"/>
                <a:gd name="connsiteY20" fmla="*/ 286842 h 1104354"/>
                <a:gd name="connsiteX21" fmla="*/ 545515 w 1109307"/>
                <a:gd name="connsiteY21" fmla="*/ 0 h 1104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09307" h="1104354">
                  <a:moveTo>
                    <a:pt x="545515" y="0"/>
                  </a:moveTo>
                  <a:cubicBezTo>
                    <a:pt x="661304" y="0"/>
                    <a:pt x="822882" y="109144"/>
                    <a:pt x="822882" y="286842"/>
                  </a:cubicBezTo>
                  <a:cubicBezTo>
                    <a:pt x="822882" y="328765"/>
                    <a:pt x="821046" y="365024"/>
                    <a:pt x="819458" y="397078"/>
                  </a:cubicBezTo>
                  <a:cubicBezTo>
                    <a:pt x="814399" y="497586"/>
                    <a:pt x="811372" y="558203"/>
                    <a:pt x="877901" y="609156"/>
                  </a:cubicBezTo>
                  <a:cubicBezTo>
                    <a:pt x="990614" y="695579"/>
                    <a:pt x="976517" y="766166"/>
                    <a:pt x="966255" y="817766"/>
                  </a:cubicBezTo>
                  <a:cubicBezTo>
                    <a:pt x="958317" y="857504"/>
                    <a:pt x="951472" y="891883"/>
                    <a:pt x="1014528" y="907859"/>
                  </a:cubicBezTo>
                  <a:cubicBezTo>
                    <a:pt x="1088835" y="926706"/>
                    <a:pt x="1111911" y="985596"/>
                    <a:pt x="1109079" y="1030237"/>
                  </a:cubicBezTo>
                  <a:cubicBezTo>
                    <a:pt x="1106603" y="1070318"/>
                    <a:pt x="1084517" y="1100785"/>
                    <a:pt x="1056044" y="1104354"/>
                  </a:cubicBezTo>
                  <a:lnTo>
                    <a:pt x="852946" y="1104354"/>
                  </a:lnTo>
                  <a:lnTo>
                    <a:pt x="852946" y="906018"/>
                  </a:lnTo>
                  <a:cubicBezTo>
                    <a:pt x="852946" y="860324"/>
                    <a:pt x="815738" y="823125"/>
                    <a:pt x="770048" y="823125"/>
                  </a:cubicBezTo>
                  <a:lnTo>
                    <a:pt x="320983" y="823125"/>
                  </a:lnTo>
                  <a:cubicBezTo>
                    <a:pt x="275244" y="823125"/>
                    <a:pt x="238037" y="860324"/>
                    <a:pt x="238037" y="906018"/>
                  </a:cubicBezTo>
                  <a:lnTo>
                    <a:pt x="238037" y="1104354"/>
                  </a:lnTo>
                  <a:lnTo>
                    <a:pt x="37218" y="1104354"/>
                  </a:lnTo>
                  <a:cubicBezTo>
                    <a:pt x="13455" y="1092898"/>
                    <a:pt x="-435" y="1067600"/>
                    <a:pt x="11" y="1036435"/>
                  </a:cubicBezTo>
                  <a:cubicBezTo>
                    <a:pt x="656" y="993826"/>
                    <a:pt x="29926" y="931913"/>
                    <a:pt x="110342" y="897687"/>
                  </a:cubicBezTo>
                  <a:cubicBezTo>
                    <a:pt x="151221" y="880275"/>
                    <a:pt x="142092" y="852335"/>
                    <a:pt x="131476" y="820001"/>
                  </a:cubicBezTo>
                  <a:cubicBezTo>
                    <a:pt x="115204" y="770281"/>
                    <a:pt x="92880" y="702170"/>
                    <a:pt x="214224" y="609156"/>
                  </a:cubicBezTo>
                  <a:cubicBezTo>
                    <a:pt x="280751" y="558203"/>
                    <a:pt x="277675" y="497586"/>
                    <a:pt x="272665" y="397078"/>
                  </a:cubicBezTo>
                  <a:cubicBezTo>
                    <a:pt x="271077" y="365024"/>
                    <a:pt x="269241" y="328714"/>
                    <a:pt x="269241" y="286842"/>
                  </a:cubicBezTo>
                  <a:cubicBezTo>
                    <a:pt x="269241" y="115240"/>
                    <a:pt x="412066" y="0"/>
                    <a:pt x="545515" y="0"/>
                  </a:cubicBez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0E59D675-DD01-19D3-A83C-902FD94B30B6}"/>
              </a:ext>
            </a:extLst>
          </p:cNvPr>
          <p:cNvSpPr/>
          <p:nvPr/>
        </p:nvSpPr>
        <p:spPr>
          <a:xfrm>
            <a:off x="4796661" y="15869382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  <a:gd name="connsiteX4" fmla="*/ 0 w 914400"/>
              <a:gd name="connsiteY4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1F2639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30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2EB992D-D262-4E62-998E-BC1E7379037C}"/>
              </a:ext>
            </a:extLst>
          </p:cNvPr>
          <p:cNvGrpSpPr/>
          <p:nvPr/>
        </p:nvGrpSpPr>
        <p:grpSpPr>
          <a:xfrm rot="20219350">
            <a:off x="446125" y="322548"/>
            <a:ext cx="682565" cy="467540"/>
            <a:chOff x="1091790" y="1470063"/>
            <a:chExt cx="6111406" cy="418615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3582250-673B-D9DE-531E-D47BC5150D5D}"/>
                </a:ext>
              </a:extLst>
            </p:cNvPr>
            <p:cNvSpPr/>
            <p:nvPr/>
          </p:nvSpPr>
          <p:spPr>
            <a:xfrm>
              <a:off x="1091790" y="1470063"/>
              <a:ext cx="3231296" cy="3917871"/>
            </a:xfrm>
            <a:custGeom>
              <a:avLst/>
              <a:gdLst>
                <a:gd name="connsiteX0" fmla="*/ 3231296 w 3231296"/>
                <a:gd name="connsiteY0" fmla="*/ 0 h 3917871"/>
                <a:gd name="connsiteX1" fmla="*/ 3231296 w 3231296"/>
                <a:gd name="connsiteY1" fmla="*/ 3917871 h 3917871"/>
                <a:gd name="connsiteX2" fmla="*/ 1753266 w 3231296"/>
                <a:gd name="connsiteY2" fmla="*/ 3279476 h 3917871"/>
                <a:gd name="connsiteX3" fmla="*/ 1753266 w 3231296"/>
                <a:gd name="connsiteY3" fmla="*/ 2954984 h 3917871"/>
                <a:gd name="connsiteX4" fmla="*/ 2328783 w 3231296"/>
                <a:gd name="connsiteY4" fmla="*/ 2506385 h 3917871"/>
                <a:gd name="connsiteX5" fmla="*/ 2549091 w 3231296"/>
                <a:gd name="connsiteY5" fmla="*/ 1806895 h 3917871"/>
                <a:gd name="connsiteX6" fmla="*/ 2126343 w 3231296"/>
                <a:gd name="connsiteY6" fmla="*/ 1000993 h 3917871"/>
                <a:gd name="connsiteX7" fmla="*/ 1334874 w 3231296"/>
                <a:gd name="connsiteY7" fmla="*/ 1374217 h 3917871"/>
                <a:gd name="connsiteX8" fmla="*/ 1885661 w 3231296"/>
                <a:gd name="connsiteY8" fmla="*/ 1547156 h 3917871"/>
                <a:gd name="connsiteX9" fmla="*/ 1925646 w 3231296"/>
                <a:gd name="connsiteY9" fmla="*/ 1622532 h 3917871"/>
                <a:gd name="connsiteX10" fmla="*/ 1850133 w 3231296"/>
                <a:gd name="connsiteY10" fmla="*/ 1660636 h 3917871"/>
                <a:gd name="connsiteX11" fmla="*/ 1296768 w 3231296"/>
                <a:gd name="connsiteY11" fmla="*/ 1487696 h 3917871"/>
                <a:gd name="connsiteX12" fmla="*/ 1261275 w 3231296"/>
                <a:gd name="connsiteY12" fmla="*/ 1601178 h 3917871"/>
                <a:gd name="connsiteX13" fmla="*/ 1814640 w 3231296"/>
                <a:gd name="connsiteY13" fmla="*/ 1774118 h 3917871"/>
                <a:gd name="connsiteX14" fmla="*/ 1854485 w 3231296"/>
                <a:gd name="connsiteY14" fmla="*/ 1847719 h 3917871"/>
                <a:gd name="connsiteX15" fmla="*/ 1778972 w 3231296"/>
                <a:gd name="connsiteY15" fmla="*/ 1887564 h 3917871"/>
                <a:gd name="connsiteX16" fmla="*/ 1225747 w 3231296"/>
                <a:gd name="connsiteY16" fmla="*/ 1714660 h 3917871"/>
                <a:gd name="connsiteX17" fmla="*/ 1190115 w 3231296"/>
                <a:gd name="connsiteY17" fmla="*/ 1827306 h 3917871"/>
                <a:gd name="connsiteX18" fmla="*/ 1743480 w 3231296"/>
                <a:gd name="connsiteY18" fmla="*/ 2002022 h 3917871"/>
                <a:gd name="connsiteX19" fmla="*/ 1781690 w 3231296"/>
                <a:gd name="connsiteY19" fmla="*/ 2075481 h 3917871"/>
                <a:gd name="connsiteX20" fmla="*/ 1707952 w 3231296"/>
                <a:gd name="connsiteY20" fmla="*/ 2115469 h 3917871"/>
                <a:gd name="connsiteX21" fmla="*/ 1155563 w 3231296"/>
                <a:gd name="connsiteY21" fmla="*/ 1941588 h 3917871"/>
                <a:gd name="connsiteX22" fmla="*/ 1120035 w 3231296"/>
                <a:gd name="connsiteY22" fmla="*/ 2055070 h 3917871"/>
                <a:gd name="connsiteX23" fmla="*/ 1673397 w 3231296"/>
                <a:gd name="connsiteY23" fmla="*/ 2228010 h 3917871"/>
                <a:gd name="connsiteX24" fmla="*/ 1711503 w 3231296"/>
                <a:gd name="connsiteY24" fmla="*/ 2303386 h 3917871"/>
                <a:gd name="connsiteX25" fmla="*/ 1637869 w 3231296"/>
                <a:gd name="connsiteY25" fmla="*/ 2341492 h 3917871"/>
                <a:gd name="connsiteX26" fmla="*/ 1086281 w 3231296"/>
                <a:gd name="connsiteY26" fmla="*/ 2168692 h 3917871"/>
                <a:gd name="connsiteX27" fmla="*/ 1494887 w 3231296"/>
                <a:gd name="connsiteY27" fmla="*/ 2918655 h 3917871"/>
                <a:gd name="connsiteX28" fmla="*/ 1494887 w 3231296"/>
                <a:gd name="connsiteY28" fmla="*/ 2844220 h 3917871"/>
                <a:gd name="connsiteX29" fmla="*/ 1392694 w 3231296"/>
                <a:gd name="connsiteY29" fmla="*/ 2671277 h 3917871"/>
                <a:gd name="connsiteX30" fmla="*/ 1590814 w 3231296"/>
                <a:gd name="connsiteY30" fmla="*/ 2471833 h 3917871"/>
                <a:gd name="connsiteX31" fmla="*/ 1608509 w 3231296"/>
                <a:gd name="connsiteY31" fmla="*/ 2473610 h 3917871"/>
                <a:gd name="connsiteX32" fmla="*/ 1593392 w 3231296"/>
                <a:gd name="connsiteY32" fmla="*/ 2478103 h 3917871"/>
                <a:gd name="connsiteX33" fmla="*/ 1586321 w 3231296"/>
                <a:gd name="connsiteY33" fmla="*/ 2480681 h 3917871"/>
                <a:gd name="connsiteX34" fmla="*/ 1584544 w 3231296"/>
                <a:gd name="connsiteY34" fmla="*/ 2480681 h 3917871"/>
                <a:gd name="connsiteX35" fmla="*/ 1566709 w 3231296"/>
                <a:gd name="connsiteY35" fmla="*/ 2487751 h 3917871"/>
                <a:gd name="connsiteX36" fmla="*/ 1546298 w 3231296"/>
                <a:gd name="connsiteY36" fmla="*/ 2501091 h 3917871"/>
                <a:gd name="connsiteX37" fmla="*/ 1543723 w 3231296"/>
                <a:gd name="connsiteY37" fmla="*/ 2502833 h 3917871"/>
                <a:gd name="connsiteX38" fmla="*/ 1539228 w 3231296"/>
                <a:gd name="connsiteY38" fmla="*/ 2505584 h 3917871"/>
                <a:gd name="connsiteX39" fmla="*/ 1528638 w 3231296"/>
                <a:gd name="connsiteY39" fmla="*/ 2514396 h 3917871"/>
                <a:gd name="connsiteX40" fmla="*/ 1526864 w 3231296"/>
                <a:gd name="connsiteY40" fmla="*/ 2516173 h 3917871"/>
                <a:gd name="connsiteX41" fmla="*/ 1524146 w 3231296"/>
                <a:gd name="connsiteY41" fmla="*/ 2517950 h 3917871"/>
                <a:gd name="connsiteX42" fmla="*/ 1524146 w 3231296"/>
                <a:gd name="connsiteY42" fmla="*/ 2519725 h 3917871"/>
                <a:gd name="connsiteX43" fmla="*/ 1521431 w 3231296"/>
                <a:gd name="connsiteY43" fmla="*/ 2522303 h 3917871"/>
                <a:gd name="connsiteX44" fmla="*/ 1519653 w 3231296"/>
                <a:gd name="connsiteY44" fmla="*/ 2522303 h 3917871"/>
                <a:gd name="connsiteX45" fmla="*/ 1517075 w 3231296"/>
                <a:gd name="connsiteY45" fmla="*/ 2525021 h 3917871"/>
                <a:gd name="connsiteX46" fmla="*/ 1514360 w 3231296"/>
                <a:gd name="connsiteY46" fmla="*/ 2527739 h 3917871"/>
                <a:gd name="connsiteX47" fmla="*/ 1511746 w 3231296"/>
                <a:gd name="connsiteY47" fmla="*/ 2532091 h 3917871"/>
                <a:gd name="connsiteX48" fmla="*/ 1509031 w 3231296"/>
                <a:gd name="connsiteY48" fmla="*/ 2534809 h 3917871"/>
                <a:gd name="connsiteX49" fmla="*/ 1506313 w 3231296"/>
                <a:gd name="connsiteY49" fmla="*/ 2539162 h 3917871"/>
                <a:gd name="connsiteX50" fmla="*/ 1501958 w 3231296"/>
                <a:gd name="connsiteY50" fmla="*/ 2542714 h 3917871"/>
                <a:gd name="connsiteX51" fmla="*/ 1499243 w 3231296"/>
                <a:gd name="connsiteY51" fmla="*/ 2545432 h 3917871"/>
                <a:gd name="connsiteX52" fmla="*/ 1499243 w 3231296"/>
                <a:gd name="connsiteY52" fmla="*/ 2547209 h 3917871"/>
                <a:gd name="connsiteX53" fmla="*/ 1497465 w 3231296"/>
                <a:gd name="connsiteY53" fmla="*/ 2547209 h 3917871"/>
                <a:gd name="connsiteX54" fmla="*/ 1495688 w 3231296"/>
                <a:gd name="connsiteY54" fmla="*/ 2549787 h 3917871"/>
                <a:gd name="connsiteX55" fmla="*/ 1489454 w 3231296"/>
                <a:gd name="connsiteY55" fmla="*/ 2556057 h 3917871"/>
                <a:gd name="connsiteX56" fmla="*/ 1489454 w 3231296"/>
                <a:gd name="connsiteY56" fmla="*/ 2557831 h 3917871"/>
                <a:gd name="connsiteX57" fmla="*/ 1487677 w 3231296"/>
                <a:gd name="connsiteY57" fmla="*/ 2560549 h 3917871"/>
                <a:gd name="connsiteX58" fmla="*/ 1485902 w 3231296"/>
                <a:gd name="connsiteY58" fmla="*/ 2560549 h 3917871"/>
                <a:gd name="connsiteX59" fmla="*/ 1485902 w 3231296"/>
                <a:gd name="connsiteY59" fmla="*/ 2562326 h 3917871"/>
                <a:gd name="connsiteX60" fmla="*/ 1484125 w 3231296"/>
                <a:gd name="connsiteY60" fmla="*/ 2564902 h 3917871"/>
                <a:gd name="connsiteX61" fmla="*/ 1481547 w 3231296"/>
                <a:gd name="connsiteY61" fmla="*/ 2569397 h 3917871"/>
                <a:gd name="connsiteX62" fmla="*/ 1479770 w 3231296"/>
                <a:gd name="connsiteY62" fmla="*/ 2573749 h 3917871"/>
                <a:gd name="connsiteX63" fmla="*/ 1477055 w 3231296"/>
                <a:gd name="connsiteY63" fmla="*/ 2576467 h 3917871"/>
                <a:gd name="connsiteX64" fmla="*/ 1477055 w 3231296"/>
                <a:gd name="connsiteY64" fmla="*/ 2578244 h 3917871"/>
                <a:gd name="connsiteX65" fmla="*/ 1475278 w 3231296"/>
                <a:gd name="connsiteY65" fmla="*/ 2582701 h 3917871"/>
                <a:gd name="connsiteX66" fmla="*/ 1473536 w 3231296"/>
                <a:gd name="connsiteY66" fmla="*/ 2587057 h 3917871"/>
                <a:gd name="connsiteX67" fmla="*/ 1470821 w 3231296"/>
                <a:gd name="connsiteY67" fmla="*/ 2589807 h 3917871"/>
                <a:gd name="connsiteX68" fmla="*/ 1470821 w 3231296"/>
                <a:gd name="connsiteY68" fmla="*/ 2592385 h 3917871"/>
                <a:gd name="connsiteX69" fmla="*/ 1469043 w 3231296"/>
                <a:gd name="connsiteY69" fmla="*/ 2594163 h 3917871"/>
                <a:gd name="connsiteX70" fmla="*/ 1469043 w 3231296"/>
                <a:gd name="connsiteY70" fmla="*/ 2597679 h 3917871"/>
                <a:gd name="connsiteX71" fmla="*/ 1467266 w 3231296"/>
                <a:gd name="connsiteY71" fmla="*/ 2599456 h 3917871"/>
                <a:gd name="connsiteX72" fmla="*/ 1467266 w 3231296"/>
                <a:gd name="connsiteY72" fmla="*/ 2602174 h 3917871"/>
                <a:gd name="connsiteX73" fmla="*/ 1465492 w 3231296"/>
                <a:gd name="connsiteY73" fmla="*/ 2604749 h 3917871"/>
                <a:gd name="connsiteX74" fmla="*/ 1465492 w 3231296"/>
                <a:gd name="connsiteY74" fmla="*/ 2606527 h 3917871"/>
                <a:gd name="connsiteX75" fmla="*/ 1463715 w 3231296"/>
                <a:gd name="connsiteY75" fmla="*/ 2609244 h 3917871"/>
                <a:gd name="connsiteX76" fmla="*/ 1461973 w 3231296"/>
                <a:gd name="connsiteY76" fmla="*/ 2613737 h 3917871"/>
                <a:gd name="connsiteX77" fmla="*/ 1461973 w 3231296"/>
                <a:gd name="connsiteY77" fmla="*/ 2615514 h 3917871"/>
                <a:gd name="connsiteX78" fmla="*/ 1460196 w 3231296"/>
                <a:gd name="connsiteY78" fmla="*/ 2622585 h 3917871"/>
                <a:gd name="connsiteX79" fmla="*/ 1460196 w 3231296"/>
                <a:gd name="connsiteY79" fmla="*/ 2625163 h 3917871"/>
                <a:gd name="connsiteX80" fmla="*/ 1458419 w 3231296"/>
                <a:gd name="connsiteY80" fmla="*/ 2626937 h 3917871"/>
                <a:gd name="connsiteX81" fmla="*/ 1458419 w 3231296"/>
                <a:gd name="connsiteY81" fmla="*/ 2634008 h 3917871"/>
                <a:gd name="connsiteX82" fmla="*/ 1456644 w 3231296"/>
                <a:gd name="connsiteY82" fmla="*/ 2634008 h 3917871"/>
                <a:gd name="connsiteX83" fmla="*/ 1456644 w 3231296"/>
                <a:gd name="connsiteY83" fmla="*/ 2644773 h 3917871"/>
                <a:gd name="connsiteX84" fmla="*/ 1454902 w 3231296"/>
                <a:gd name="connsiteY84" fmla="*/ 2647351 h 3917871"/>
                <a:gd name="connsiteX85" fmla="*/ 1454902 w 3231296"/>
                <a:gd name="connsiteY85" fmla="*/ 2664207 h 3917871"/>
                <a:gd name="connsiteX86" fmla="*/ 1556923 w 3231296"/>
                <a:gd name="connsiteY86" fmla="*/ 2837146 h 3917871"/>
                <a:gd name="connsiteX87" fmla="*/ 1556923 w 3231296"/>
                <a:gd name="connsiteY87" fmla="*/ 3763600 h 3917871"/>
                <a:gd name="connsiteX88" fmla="*/ 992969 w 3231296"/>
                <a:gd name="connsiteY88" fmla="*/ 2954183 h 3917871"/>
                <a:gd name="connsiteX89" fmla="*/ 0 w 3231296"/>
                <a:gd name="connsiteY89" fmla="*/ 2524080 h 3917871"/>
                <a:gd name="connsiteX90" fmla="*/ 0 w 3231296"/>
                <a:gd name="connsiteY90" fmla="*/ 1393827 h 3917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231296" h="3917871">
                  <a:moveTo>
                    <a:pt x="3231296" y="0"/>
                  </a:moveTo>
                  <a:lnTo>
                    <a:pt x="3231296" y="3917871"/>
                  </a:lnTo>
                  <a:lnTo>
                    <a:pt x="1753266" y="3279476"/>
                  </a:lnTo>
                  <a:lnTo>
                    <a:pt x="1753266" y="2954984"/>
                  </a:lnTo>
                  <a:cubicBezTo>
                    <a:pt x="2011784" y="2939066"/>
                    <a:pt x="2247173" y="2766126"/>
                    <a:pt x="2328783" y="2506385"/>
                  </a:cubicBezTo>
                  <a:lnTo>
                    <a:pt x="2549091" y="1806895"/>
                  </a:lnTo>
                  <a:cubicBezTo>
                    <a:pt x="2653969" y="1469063"/>
                    <a:pt x="2464730" y="1105628"/>
                    <a:pt x="2126343" y="1000993"/>
                  </a:cubicBezTo>
                  <a:cubicBezTo>
                    <a:pt x="1803875" y="899110"/>
                    <a:pt x="1457478" y="1067521"/>
                    <a:pt x="1334874" y="1374217"/>
                  </a:cubicBezTo>
                  <a:lnTo>
                    <a:pt x="1885661" y="1547156"/>
                  </a:lnTo>
                  <a:cubicBezTo>
                    <a:pt x="1916661" y="1557779"/>
                    <a:pt x="1934493" y="1591497"/>
                    <a:pt x="1925646" y="1622532"/>
                  </a:cubicBezTo>
                  <a:cubicBezTo>
                    <a:pt x="1914919" y="1653565"/>
                    <a:pt x="1881166" y="1671225"/>
                    <a:pt x="1850133" y="1660636"/>
                  </a:cubicBezTo>
                  <a:lnTo>
                    <a:pt x="1296768" y="1487696"/>
                  </a:lnTo>
                  <a:lnTo>
                    <a:pt x="1261275" y="1601178"/>
                  </a:lnTo>
                  <a:lnTo>
                    <a:pt x="1814640" y="1774118"/>
                  </a:lnTo>
                  <a:cubicBezTo>
                    <a:pt x="1845640" y="1784707"/>
                    <a:pt x="1863473" y="1816683"/>
                    <a:pt x="1854485" y="1847719"/>
                  </a:cubicBezTo>
                  <a:cubicBezTo>
                    <a:pt x="1843863" y="1880493"/>
                    <a:pt x="1810145" y="1896412"/>
                    <a:pt x="1778972" y="1887564"/>
                  </a:cubicBezTo>
                  <a:lnTo>
                    <a:pt x="1225747" y="1714660"/>
                  </a:lnTo>
                  <a:lnTo>
                    <a:pt x="1190115" y="1827306"/>
                  </a:lnTo>
                  <a:lnTo>
                    <a:pt x="1743480" y="2002022"/>
                  </a:lnTo>
                  <a:cubicBezTo>
                    <a:pt x="1774617" y="2010834"/>
                    <a:pt x="1792312" y="2044448"/>
                    <a:pt x="1781690" y="2075481"/>
                  </a:cubicBezTo>
                  <a:cubicBezTo>
                    <a:pt x="1772842" y="2106517"/>
                    <a:pt x="1739125" y="2124316"/>
                    <a:pt x="1707952" y="2115469"/>
                  </a:cubicBezTo>
                  <a:lnTo>
                    <a:pt x="1155563" y="1941588"/>
                  </a:lnTo>
                  <a:lnTo>
                    <a:pt x="1120035" y="2055070"/>
                  </a:lnTo>
                  <a:lnTo>
                    <a:pt x="1673397" y="2228010"/>
                  </a:lnTo>
                  <a:cubicBezTo>
                    <a:pt x="1704433" y="2238635"/>
                    <a:pt x="1722233" y="2272350"/>
                    <a:pt x="1711503" y="2303386"/>
                  </a:cubicBezTo>
                  <a:cubicBezTo>
                    <a:pt x="1702656" y="2334421"/>
                    <a:pt x="1668905" y="2352081"/>
                    <a:pt x="1637869" y="2341492"/>
                  </a:cubicBezTo>
                  <a:lnTo>
                    <a:pt x="1086281" y="2168692"/>
                  </a:lnTo>
                  <a:cubicBezTo>
                    <a:pt x="1013379" y="2483396"/>
                    <a:pt x="1188337" y="2807888"/>
                    <a:pt x="1494887" y="2918655"/>
                  </a:cubicBezTo>
                  <a:lnTo>
                    <a:pt x="1494887" y="2844220"/>
                  </a:lnTo>
                  <a:cubicBezTo>
                    <a:pt x="1434492" y="2810466"/>
                    <a:pt x="1392694" y="2744912"/>
                    <a:pt x="1392694" y="2671277"/>
                  </a:cubicBezTo>
                  <a:cubicBezTo>
                    <a:pt x="1392694" y="2562326"/>
                    <a:pt x="1481547" y="2471833"/>
                    <a:pt x="1590814" y="2471833"/>
                  </a:cubicBezTo>
                  <a:cubicBezTo>
                    <a:pt x="1596944" y="2471833"/>
                    <a:pt x="1602237" y="2473610"/>
                    <a:pt x="1608509" y="2473610"/>
                  </a:cubicBezTo>
                  <a:cubicBezTo>
                    <a:pt x="1604014" y="2475349"/>
                    <a:pt x="1597884" y="2476325"/>
                    <a:pt x="1593392" y="2478103"/>
                  </a:cubicBezTo>
                  <a:cubicBezTo>
                    <a:pt x="1590814" y="2478103"/>
                    <a:pt x="1587122" y="2479844"/>
                    <a:pt x="1586321" y="2480681"/>
                  </a:cubicBezTo>
                  <a:lnTo>
                    <a:pt x="1584544" y="2480681"/>
                  </a:lnTo>
                  <a:cubicBezTo>
                    <a:pt x="1578274" y="2483396"/>
                    <a:pt x="1572981" y="2485173"/>
                    <a:pt x="1566709" y="2487751"/>
                  </a:cubicBezTo>
                  <a:cubicBezTo>
                    <a:pt x="1559641" y="2492244"/>
                    <a:pt x="1553404" y="2496599"/>
                    <a:pt x="1546298" y="2501091"/>
                  </a:cubicBezTo>
                  <a:lnTo>
                    <a:pt x="1543723" y="2502833"/>
                  </a:lnTo>
                  <a:lnTo>
                    <a:pt x="1539228" y="2505584"/>
                  </a:lnTo>
                  <a:cubicBezTo>
                    <a:pt x="1534735" y="2508162"/>
                    <a:pt x="1532157" y="2511681"/>
                    <a:pt x="1528638" y="2514396"/>
                  </a:cubicBezTo>
                  <a:lnTo>
                    <a:pt x="1526864" y="2516173"/>
                  </a:lnTo>
                  <a:lnTo>
                    <a:pt x="1524146" y="2517950"/>
                  </a:lnTo>
                  <a:lnTo>
                    <a:pt x="1524146" y="2519725"/>
                  </a:lnTo>
                  <a:lnTo>
                    <a:pt x="1521431" y="2522303"/>
                  </a:lnTo>
                  <a:lnTo>
                    <a:pt x="1519653" y="2522303"/>
                  </a:lnTo>
                  <a:lnTo>
                    <a:pt x="1517075" y="2525021"/>
                  </a:lnTo>
                  <a:lnTo>
                    <a:pt x="1514360" y="2527739"/>
                  </a:lnTo>
                  <a:lnTo>
                    <a:pt x="1511746" y="2532091"/>
                  </a:lnTo>
                  <a:lnTo>
                    <a:pt x="1509031" y="2534809"/>
                  </a:lnTo>
                  <a:lnTo>
                    <a:pt x="1506313" y="2539162"/>
                  </a:lnTo>
                  <a:lnTo>
                    <a:pt x="1501958" y="2542714"/>
                  </a:lnTo>
                  <a:lnTo>
                    <a:pt x="1499243" y="2545432"/>
                  </a:lnTo>
                  <a:lnTo>
                    <a:pt x="1499243" y="2547209"/>
                  </a:lnTo>
                  <a:lnTo>
                    <a:pt x="1497465" y="2547209"/>
                  </a:lnTo>
                  <a:lnTo>
                    <a:pt x="1495688" y="2549787"/>
                  </a:lnTo>
                  <a:lnTo>
                    <a:pt x="1489454" y="2556057"/>
                  </a:lnTo>
                  <a:lnTo>
                    <a:pt x="1489454" y="2557831"/>
                  </a:lnTo>
                  <a:lnTo>
                    <a:pt x="1487677" y="2560549"/>
                  </a:lnTo>
                  <a:lnTo>
                    <a:pt x="1485902" y="2560549"/>
                  </a:lnTo>
                  <a:lnTo>
                    <a:pt x="1485902" y="2562326"/>
                  </a:lnTo>
                  <a:lnTo>
                    <a:pt x="1484125" y="2564902"/>
                  </a:lnTo>
                  <a:lnTo>
                    <a:pt x="1481547" y="2569397"/>
                  </a:lnTo>
                  <a:lnTo>
                    <a:pt x="1479770" y="2573749"/>
                  </a:lnTo>
                  <a:lnTo>
                    <a:pt x="1477055" y="2576467"/>
                  </a:lnTo>
                  <a:lnTo>
                    <a:pt x="1477055" y="2578244"/>
                  </a:lnTo>
                  <a:lnTo>
                    <a:pt x="1475278" y="2582701"/>
                  </a:lnTo>
                  <a:lnTo>
                    <a:pt x="1473536" y="2587057"/>
                  </a:lnTo>
                  <a:lnTo>
                    <a:pt x="1470821" y="2589807"/>
                  </a:lnTo>
                  <a:lnTo>
                    <a:pt x="1470821" y="2592385"/>
                  </a:lnTo>
                  <a:lnTo>
                    <a:pt x="1469043" y="2594163"/>
                  </a:lnTo>
                  <a:lnTo>
                    <a:pt x="1469043" y="2597679"/>
                  </a:lnTo>
                  <a:lnTo>
                    <a:pt x="1467266" y="2599456"/>
                  </a:lnTo>
                  <a:lnTo>
                    <a:pt x="1467266" y="2602174"/>
                  </a:lnTo>
                  <a:lnTo>
                    <a:pt x="1465492" y="2604749"/>
                  </a:lnTo>
                  <a:lnTo>
                    <a:pt x="1465492" y="2606527"/>
                  </a:lnTo>
                  <a:lnTo>
                    <a:pt x="1463715" y="2609244"/>
                  </a:lnTo>
                  <a:lnTo>
                    <a:pt x="1461973" y="2613737"/>
                  </a:lnTo>
                  <a:lnTo>
                    <a:pt x="1461973" y="2615514"/>
                  </a:lnTo>
                  <a:cubicBezTo>
                    <a:pt x="1461973" y="2618089"/>
                    <a:pt x="1460196" y="2621644"/>
                    <a:pt x="1460196" y="2622585"/>
                  </a:cubicBezTo>
                  <a:lnTo>
                    <a:pt x="1460196" y="2625163"/>
                  </a:lnTo>
                  <a:lnTo>
                    <a:pt x="1458419" y="2626937"/>
                  </a:lnTo>
                  <a:lnTo>
                    <a:pt x="1458419" y="2634008"/>
                  </a:lnTo>
                  <a:lnTo>
                    <a:pt x="1456644" y="2634008"/>
                  </a:lnTo>
                  <a:lnTo>
                    <a:pt x="1456644" y="2644773"/>
                  </a:lnTo>
                  <a:lnTo>
                    <a:pt x="1454902" y="2647351"/>
                  </a:lnTo>
                  <a:lnTo>
                    <a:pt x="1454902" y="2664207"/>
                  </a:lnTo>
                  <a:cubicBezTo>
                    <a:pt x="1454902" y="2739583"/>
                    <a:pt x="1496665" y="2803396"/>
                    <a:pt x="1556923" y="2837146"/>
                  </a:cubicBezTo>
                  <a:lnTo>
                    <a:pt x="1556923" y="3763600"/>
                  </a:lnTo>
                  <a:lnTo>
                    <a:pt x="992969" y="2954183"/>
                  </a:lnTo>
                  <a:lnTo>
                    <a:pt x="0" y="2524080"/>
                  </a:lnTo>
                  <a:lnTo>
                    <a:pt x="0" y="1393827"/>
                  </a:lnTo>
                  <a:close/>
                </a:path>
              </a:pathLst>
            </a:custGeom>
            <a:solidFill>
              <a:srgbClr val="3E4B6D"/>
            </a:solidFill>
            <a:ln w="9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32B1DDF-1BAA-9C48-EF3C-4B6B321985F3}"/>
                </a:ext>
              </a:extLst>
            </p:cNvPr>
            <p:cNvSpPr txBox="1"/>
            <p:nvPr/>
          </p:nvSpPr>
          <p:spPr>
            <a:xfrm rot="1520721">
              <a:off x="3378064" y="2106818"/>
              <a:ext cx="3825132" cy="3549402"/>
            </a:xfrm>
            <a:custGeom>
              <a:avLst/>
              <a:gdLst/>
              <a:ahLst/>
              <a:cxnLst/>
              <a:rect l="l" t="t" r="r" b="b"/>
              <a:pathLst>
                <a:path w="1620669" h="1503845">
                  <a:moveTo>
                    <a:pt x="0" y="0"/>
                  </a:moveTo>
                  <a:lnTo>
                    <a:pt x="501282" y="0"/>
                  </a:lnTo>
                  <a:lnTo>
                    <a:pt x="811397" y="1034425"/>
                  </a:lnTo>
                  <a:lnTo>
                    <a:pt x="1119388" y="0"/>
                  </a:lnTo>
                  <a:lnTo>
                    <a:pt x="1620669" y="0"/>
                  </a:lnTo>
                  <a:lnTo>
                    <a:pt x="1115140" y="1503845"/>
                  </a:lnTo>
                  <a:lnTo>
                    <a:pt x="505530" y="1503845"/>
                  </a:lnTo>
                  <a:close/>
                </a:path>
              </a:pathLst>
            </a:custGeom>
            <a:solidFill>
              <a:srgbClr val="E3B43E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6700" dirty="0">
                <a:solidFill>
                  <a:srgbClr val="E3B43E"/>
                </a:solidFill>
                <a:latin typeface="Poppins Black" panose="00000A00000000000000" pitchFamily="2" charset="0"/>
                <a:cs typeface="Poppins Black" panose="00000A00000000000000" pitchFamily="2" charset="0"/>
              </a:endParaRPr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2BBE45A-3287-61E4-8B18-E1BE389B580E}"/>
              </a:ext>
            </a:extLst>
          </p:cNvPr>
          <p:cNvSpPr/>
          <p:nvPr/>
        </p:nvSpPr>
        <p:spPr>
          <a:xfrm>
            <a:off x="1715616" y="348135"/>
            <a:ext cx="307443" cy="392814"/>
          </a:xfrm>
          <a:custGeom>
            <a:avLst/>
            <a:gdLst>
              <a:gd name="connsiteX0" fmla="*/ 1073934 w 2238347"/>
              <a:gd name="connsiteY0" fmla="*/ 0 h 2859891"/>
              <a:gd name="connsiteX1" fmla="*/ 1886269 w 2238347"/>
              <a:gd name="connsiteY1" fmla="*/ 236029 h 2859891"/>
              <a:gd name="connsiteX2" fmla="*/ 2202942 w 2238347"/>
              <a:gd name="connsiteY2" fmla="*/ 900846 h 2859891"/>
              <a:gd name="connsiteX3" fmla="*/ 1262758 w 2238347"/>
              <a:gd name="connsiteY3" fmla="*/ 900846 h 2859891"/>
              <a:gd name="connsiteX4" fmla="*/ 1203751 w 2238347"/>
              <a:gd name="connsiteY4" fmla="*/ 731692 h 2859891"/>
              <a:gd name="connsiteX5" fmla="*/ 1070001 w 2238347"/>
              <a:gd name="connsiteY5" fmla="*/ 680552 h 2859891"/>
              <a:gd name="connsiteX6" fmla="*/ 979523 w 2238347"/>
              <a:gd name="connsiteY6" fmla="*/ 717923 h 2859891"/>
              <a:gd name="connsiteX7" fmla="*/ 944118 w 2238347"/>
              <a:gd name="connsiteY7" fmla="*/ 822170 h 2859891"/>
              <a:gd name="connsiteX8" fmla="*/ 1048365 w 2238347"/>
              <a:gd name="connsiteY8" fmla="*/ 977556 h 2859891"/>
              <a:gd name="connsiteX9" fmla="*/ 1380772 w 2238347"/>
              <a:gd name="connsiteY9" fmla="*/ 1125074 h 2859891"/>
              <a:gd name="connsiteX10" fmla="*/ 1815460 w 2238347"/>
              <a:gd name="connsiteY10" fmla="*/ 1313898 h 2859891"/>
              <a:gd name="connsiteX11" fmla="*/ 2112464 w 2238347"/>
              <a:gd name="connsiteY11" fmla="*/ 1565663 h 2859891"/>
              <a:gd name="connsiteX12" fmla="*/ 2238347 w 2238347"/>
              <a:gd name="connsiteY12" fmla="*/ 1970846 h 2859891"/>
              <a:gd name="connsiteX13" fmla="*/ 2112464 w 2238347"/>
              <a:gd name="connsiteY13" fmla="*/ 2429137 h 2859891"/>
              <a:gd name="connsiteX14" fmla="*/ 1746619 w 2238347"/>
              <a:gd name="connsiteY14" fmla="*/ 2745810 h 2859891"/>
              <a:gd name="connsiteX15" fmla="*/ 1176214 w 2238347"/>
              <a:gd name="connsiteY15" fmla="*/ 2859891 h 2859891"/>
              <a:gd name="connsiteX16" fmla="*/ 352077 w 2238347"/>
              <a:gd name="connsiteY16" fmla="*/ 2625828 h 2859891"/>
              <a:gd name="connsiteX17" fmla="*/ 0 w 2238347"/>
              <a:gd name="connsiteY17" fmla="*/ 1939376 h 2859891"/>
              <a:gd name="connsiteX18" fmla="*/ 928383 w 2238347"/>
              <a:gd name="connsiteY18" fmla="*/ 1939376 h 2859891"/>
              <a:gd name="connsiteX19" fmla="*/ 1140809 w 2238347"/>
              <a:gd name="connsiteY19" fmla="*/ 2179339 h 2859891"/>
              <a:gd name="connsiteX20" fmla="*/ 1260791 w 2238347"/>
              <a:gd name="connsiteY20" fmla="*/ 2145902 h 2859891"/>
              <a:gd name="connsiteX21" fmla="*/ 1309964 w 2238347"/>
              <a:gd name="connsiteY21" fmla="*/ 2041655 h 2859891"/>
              <a:gd name="connsiteX22" fmla="*/ 1203751 w 2238347"/>
              <a:gd name="connsiteY22" fmla="*/ 1882335 h 2859891"/>
              <a:gd name="connsiteX23" fmla="*/ 873309 w 2238347"/>
              <a:gd name="connsiteY23" fmla="*/ 1742684 h 2859891"/>
              <a:gd name="connsiteX24" fmla="*/ 430754 w 2238347"/>
              <a:gd name="connsiteY24" fmla="*/ 1557795 h 2859891"/>
              <a:gd name="connsiteX25" fmla="*/ 129817 w 2238347"/>
              <a:gd name="connsiteY25" fmla="*/ 1294229 h 2859891"/>
              <a:gd name="connsiteX26" fmla="*/ 7867 w 2238347"/>
              <a:gd name="connsiteY26" fmla="*/ 849706 h 2859891"/>
              <a:gd name="connsiteX27" fmla="*/ 147519 w 2238347"/>
              <a:gd name="connsiteY27" fmla="*/ 387482 h 2859891"/>
              <a:gd name="connsiteX28" fmla="*/ 529100 w 2238347"/>
              <a:gd name="connsiteY28" fmla="*/ 98345 h 2859891"/>
              <a:gd name="connsiteX29" fmla="*/ 1073934 w 2238347"/>
              <a:gd name="connsiteY29" fmla="*/ 0 h 2859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238347" h="2859891">
                <a:moveTo>
                  <a:pt x="1073934" y="0"/>
                </a:moveTo>
                <a:cubicBezTo>
                  <a:pt x="1414865" y="0"/>
                  <a:pt x="1685643" y="78676"/>
                  <a:pt x="1886269" y="236029"/>
                </a:cubicBezTo>
                <a:cubicBezTo>
                  <a:pt x="2086894" y="393382"/>
                  <a:pt x="2192452" y="614988"/>
                  <a:pt x="2202942" y="900846"/>
                </a:cubicBezTo>
                <a:lnTo>
                  <a:pt x="1262758" y="900846"/>
                </a:lnTo>
                <a:cubicBezTo>
                  <a:pt x="1260135" y="822170"/>
                  <a:pt x="1240467" y="765785"/>
                  <a:pt x="1203751" y="731692"/>
                </a:cubicBezTo>
                <a:cubicBezTo>
                  <a:pt x="1167035" y="697598"/>
                  <a:pt x="1122451" y="680552"/>
                  <a:pt x="1070001" y="680552"/>
                </a:cubicBezTo>
                <a:cubicBezTo>
                  <a:pt x="1033285" y="680552"/>
                  <a:pt x="1003125" y="693009"/>
                  <a:pt x="979523" y="717923"/>
                </a:cubicBezTo>
                <a:cubicBezTo>
                  <a:pt x="955919" y="742837"/>
                  <a:pt x="944118" y="777586"/>
                  <a:pt x="944118" y="822170"/>
                </a:cubicBezTo>
                <a:cubicBezTo>
                  <a:pt x="944118" y="885111"/>
                  <a:pt x="978867" y="936906"/>
                  <a:pt x="1048365" y="977556"/>
                </a:cubicBezTo>
                <a:cubicBezTo>
                  <a:pt x="1117862" y="1018205"/>
                  <a:pt x="1228665" y="1067378"/>
                  <a:pt x="1380772" y="1125074"/>
                </a:cubicBezTo>
                <a:cubicBezTo>
                  <a:pt x="1556483" y="1190638"/>
                  <a:pt x="1701379" y="1253579"/>
                  <a:pt x="1815460" y="1313898"/>
                </a:cubicBezTo>
                <a:cubicBezTo>
                  <a:pt x="1929541" y="1374216"/>
                  <a:pt x="2028543" y="1458138"/>
                  <a:pt x="2112464" y="1565663"/>
                </a:cubicBezTo>
                <a:cubicBezTo>
                  <a:pt x="2196386" y="1673187"/>
                  <a:pt x="2238347" y="1808248"/>
                  <a:pt x="2238347" y="1970846"/>
                </a:cubicBezTo>
                <a:cubicBezTo>
                  <a:pt x="2238347" y="2141312"/>
                  <a:pt x="2196386" y="2294076"/>
                  <a:pt x="2112464" y="2429137"/>
                </a:cubicBezTo>
                <a:cubicBezTo>
                  <a:pt x="2028543" y="2564198"/>
                  <a:pt x="1906593" y="2669756"/>
                  <a:pt x="1746619" y="2745810"/>
                </a:cubicBezTo>
                <a:cubicBezTo>
                  <a:pt x="1586643" y="2821864"/>
                  <a:pt x="1396508" y="2859891"/>
                  <a:pt x="1176214" y="2859891"/>
                </a:cubicBezTo>
                <a:cubicBezTo>
                  <a:pt x="843150" y="2859891"/>
                  <a:pt x="568438" y="2781870"/>
                  <a:pt x="352077" y="2625828"/>
                </a:cubicBezTo>
                <a:cubicBezTo>
                  <a:pt x="135717" y="2469787"/>
                  <a:pt x="18358" y="2240969"/>
                  <a:pt x="0" y="1939376"/>
                </a:cubicBezTo>
                <a:lnTo>
                  <a:pt x="928383" y="1939376"/>
                </a:lnTo>
                <a:cubicBezTo>
                  <a:pt x="941495" y="2099351"/>
                  <a:pt x="1012305" y="2179339"/>
                  <a:pt x="1140809" y="2179339"/>
                </a:cubicBezTo>
                <a:cubicBezTo>
                  <a:pt x="1188015" y="2179339"/>
                  <a:pt x="1228009" y="2168193"/>
                  <a:pt x="1260791" y="2145902"/>
                </a:cubicBezTo>
                <a:cubicBezTo>
                  <a:pt x="1293573" y="2123610"/>
                  <a:pt x="1309964" y="2088861"/>
                  <a:pt x="1309964" y="2041655"/>
                </a:cubicBezTo>
                <a:cubicBezTo>
                  <a:pt x="1309964" y="1976091"/>
                  <a:pt x="1274559" y="1922985"/>
                  <a:pt x="1203751" y="1882335"/>
                </a:cubicBezTo>
                <a:cubicBezTo>
                  <a:pt x="1132941" y="1841686"/>
                  <a:pt x="1022795" y="1795136"/>
                  <a:pt x="873309" y="1742684"/>
                </a:cubicBezTo>
                <a:cubicBezTo>
                  <a:pt x="694975" y="1679743"/>
                  <a:pt x="547457" y="1618114"/>
                  <a:pt x="430754" y="1557795"/>
                </a:cubicBezTo>
                <a:cubicBezTo>
                  <a:pt x="314051" y="1497476"/>
                  <a:pt x="213738" y="1409621"/>
                  <a:pt x="129817" y="1294229"/>
                </a:cubicBezTo>
                <a:cubicBezTo>
                  <a:pt x="45895" y="1178836"/>
                  <a:pt x="5245" y="1030662"/>
                  <a:pt x="7867" y="849706"/>
                </a:cubicBezTo>
                <a:cubicBezTo>
                  <a:pt x="7867" y="668751"/>
                  <a:pt x="54418" y="514675"/>
                  <a:pt x="147519" y="387482"/>
                </a:cubicBezTo>
                <a:cubicBezTo>
                  <a:pt x="240619" y="260288"/>
                  <a:pt x="367813" y="163909"/>
                  <a:pt x="529100" y="98345"/>
                </a:cubicBezTo>
                <a:cubicBezTo>
                  <a:pt x="690387" y="32782"/>
                  <a:pt x="871998" y="0"/>
                  <a:pt x="1073934" y="0"/>
                </a:cubicBezTo>
                <a:close/>
              </a:path>
            </a:pathLst>
          </a:custGeom>
          <a:solidFill>
            <a:srgbClr val="E3B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01AF3A2-9387-F204-139D-78D896970D6B}"/>
              </a:ext>
            </a:extLst>
          </p:cNvPr>
          <p:cNvSpPr/>
          <p:nvPr/>
        </p:nvSpPr>
        <p:spPr>
          <a:xfrm>
            <a:off x="1553502" y="354619"/>
            <a:ext cx="119951" cy="382547"/>
          </a:xfrm>
          <a:custGeom>
            <a:avLst/>
            <a:gdLst>
              <a:gd name="connsiteX0" fmla="*/ 0 w 873310"/>
              <a:gd name="connsiteY0" fmla="*/ 0 h 2785148"/>
              <a:gd name="connsiteX1" fmla="*/ 873310 w 873310"/>
              <a:gd name="connsiteY1" fmla="*/ 0 h 2785148"/>
              <a:gd name="connsiteX2" fmla="*/ 873310 w 873310"/>
              <a:gd name="connsiteY2" fmla="*/ 2785148 h 2785148"/>
              <a:gd name="connsiteX3" fmla="*/ 0 w 873310"/>
              <a:gd name="connsiteY3" fmla="*/ 2785148 h 2785148"/>
              <a:gd name="connsiteX4" fmla="*/ 0 w 873310"/>
              <a:gd name="connsiteY4" fmla="*/ 0 h 2785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3310" h="2785148">
                <a:moveTo>
                  <a:pt x="0" y="0"/>
                </a:moveTo>
                <a:lnTo>
                  <a:pt x="873310" y="0"/>
                </a:lnTo>
                <a:lnTo>
                  <a:pt x="873310" y="2785148"/>
                </a:lnTo>
                <a:lnTo>
                  <a:pt x="0" y="2785148"/>
                </a:lnTo>
                <a:lnTo>
                  <a:pt x="0" y="0"/>
                </a:lnTo>
                <a:close/>
              </a:path>
            </a:pathLst>
          </a:custGeom>
          <a:solidFill>
            <a:srgbClr val="E3B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4693E56-FE7B-091A-2925-09EBA2295EC3}"/>
              </a:ext>
            </a:extLst>
          </p:cNvPr>
          <p:cNvSpPr/>
          <p:nvPr/>
        </p:nvSpPr>
        <p:spPr>
          <a:xfrm>
            <a:off x="1117503" y="348135"/>
            <a:ext cx="393509" cy="392814"/>
          </a:xfrm>
          <a:custGeom>
            <a:avLst/>
            <a:gdLst>
              <a:gd name="connsiteX0" fmla="*/ 1128 w 2864953"/>
              <a:gd name="connsiteY0" fmla="*/ 1446649 h 2859891"/>
              <a:gd name="connsiteX1" fmla="*/ 10924 w 2864953"/>
              <a:gd name="connsiteY1" fmla="*/ 1608789 h 2859891"/>
              <a:gd name="connsiteX2" fmla="*/ 1128 w 2864953"/>
              <a:gd name="connsiteY2" fmla="*/ 1608789 h 2859891"/>
              <a:gd name="connsiteX3" fmla="*/ 1128 w 2864953"/>
              <a:gd name="connsiteY3" fmla="*/ 1409310 h 2859891"/>
              <a:gd name="connsiteX4" fmla="*/ 1128 w 2864953"/>
              <a:gd name="connsiteY4" fmla="*/ 1446649 h 2859891"/>
              <a:gd name="connsiteX5" fmla="*/ 0 w 2864953"/>
              <a:gd name="connsiteY5" fmla="*/ 1427979 h 2859891"/>
              <a:gd name="connsiteX6" fmla="*/ 2856117 w 2864953"/>
              <a:gd name="connsiteY6" fmla="*/ 1299096 h 2859891"/>
              <a:gd name="connsiteX7" fmla="*/ 2864953 w 2864953"/>
              <a:gd name="connsiteY7" fmla="*/ 1299096 h 2859891"/>
              <a:gd name="connsiteX8" fmla="*/ 2864953 w 2864953"/>
              <a:gd name="connsiteY8" fmla="*/ 1608789 h 2859891"/>
              <a:gd name="connsiteX9" fmla="*/ 2853011 w 2864953"/>
              <a:gd name="connsiteY9" fmla="*/ 1608789 h 2859891"/>
              <a:gd name="connsiteX10" fmla="*/ 2863824 w 2864953"/>
              <a:gd name="connsiteY10" fmla="*/ 1427979 h 2859891"/>
              <a:gd name="connsiteX11" fmla="*/ 1999145 w 2864953"/>
              <a:gd name="connsiteY11" fmla="*/ 1299096 h 2859891"/>
              <a:gd name="connsiteX12" fmla="*/ 1999145 w 2864953"/>
              <a:gd name="connsiteY12" fmla="*/ 1608789 h 2859891"/>
              <a:gd name="connsiteX13" fmla="*/ 2198947 w 2864953"/>
              <a:gd name="connsiteY13" fmla="*/ 1608789 h 2859891"/>
              <a:gd name="connsiteX14" fmla="*/ 2198947 w 2864953"/>
              <a:gd name="connsiteY14" fmla="*/ 1299096 h 2859891"/>
              <a:gd name="connsiteX15" fmla="*/ 1128 w 2864953"/>
              <a:gd name="connsiteY15" fmla="*/ 1299096 h 2859891"/>
              <a:gd name="connsiteX16" fmla="*/ 7787 w 2864953"/>
              <a:gd name="connsiteY16" fmla="*/ 1299096 h 2859891"/>
              <a:gd name="connsiteX17" fmla="*/ 1128 w 2864953"/>
              <a:gd name="connsiteY17" fmla="*/ 1409310 h 2859891"/>
              <a:gd name="connsiteX18" fmla="*/ 2332148 w 2864953"/>
              <a:gd name="connsiteY18" fmla="*/ 1145914 h 2859891"/>
              <a:gd name="connsiteX19" fmla="*/ 2332148 w 2864953"/>
              <a:gd name="connsiteY19" fmla="*/ 1768630 h 2859891"/>
              <a:gd name="connsiteX20" fmla="*/ 2531950 w 2864953"/>
              <a:gd name="connsiteY20" fmla="*/ 1768630 h 2859891"/>
              <a:gd name="connsiteX21" fmla="*/ 2531950 w 2864953"/>
              <a:gd name="connsiteY21" fmla="*/ 1145914 h 2859891"/>
              <a:gd name="connsiteX22" fmla="*/ 1666142 w 2864953"/>
              <a:gd name="connsiteY22" fmla="*/ 1145914 h 2859891"/>
              <a:gd name="connsiteX23" fmla="*/ 1666142 w 2864953"/>
              <a:gd name="connsiteY23" fmla="*/ 1768630 h 2859891"/>
              <a:gd name="connsiteX24" fmla="*/ 1865944 w 2864953"/>
              <a:gd name="connsiteY24" fmla="*/ 1768630 h 2859891"/>
              <a:gd name="connsiteX25" fmla="*/ 1865944 w 2864953"/>
              <a:gd name="connsiteY25" fmla="*/ 1145914 h 2859891"/>
              <a:gd name="connsiteX26" fmla="*/ 334131 w 2864953"/>
              <a:gd name="connsiteY26" fmla="*/ 1145914 h 2859891"/>
              <a:gd name="connsiteX27" fmla="*/ 334131 w 2864953"/>
              <a:gd name="connsiteY27" fmla="*/ 1768630 h 2859891"/>
              <a:gd name="connsiteX28" fmla="*/ 533933 w 2864953"/>
              <a:gd name="connsiteY28" fmla="*/ 1768630 h 2859891"/>
              <a:gd name="connsiteX29" fmla="*/ 533933 w 2864953"/>
              <a:gd name="connsiteY29" fmla="*/ 1145914 h 2859891"/>
              <a:gd name="connsiteX30" fmla="*/ 1333139 w 2864953"/>
              <a:gd name="connsiteY30" fmla="*/ 989403 h 2859891"/>
              <a:gd name="connsiteX31" fmla="*/ 1333139 w 2864953"/>
              <a:gd name="connsiteY31" fmla="*/ 1921811 h 2859891"/>
              <a:gd name="connsiteX32" fmla="*/ 1532941 w 2864953"/>
              <a:gd name="connsiteY32" fmla="*/ 1921811 h 2859891"/>
              <a:gd name="connsiteX33" fmla="*/ 1532941 w 2864953"/>
              <a:gd name="connsiteY33" fmla="*/ 989403 h 2859891"/>
              <a:gd name="connsiteX34" fmla="*/ 667133 w 2864953"/>
              <a:gd name="connsiteY34" fmla="*/ 832892 h 2859891"/>
              <a:gd name="connsiteX35" fmla="*/ 667133 w 2864953"/>
              <a:gd name="connsiteY35" fmla="*/ 2074993 h 2859891"/>
              <a:gd name="connsiteX36" fmla="*/ 866935 w 2864953"/>
              <a:gd name="connsiteY36" fmla="*/ 2074993 h 2859891"/>
              <a:gd name="connsiteX37" fmla="*/ 866935 w 2864953"/>
              <a:gd name="connsiteY37" fmla="*/ 832892 h 2859891"/>
              <a:gd name="connsiteX38" fmla="*/ 1000136 w 2864953"/>
              <a:gd name="connsiteY38" fmla="*/ 523199 h 2859891"/>
              <a:gd name="connsiteX39" fmla="*/ 1000136 w 2864953"/>
              <a:gd name="connsiteY39" fmla="*/ 2388015 h 2859891"/>
              <a:gd name="connsiteX40" fmla="*/ 1199938 w 2864953"/>
              <a:gd name="connsiteY40" fmla="*/ 2388015 h 2859891"/>
              <a:gd name="connsiteX41" fmla="*/ 1199938 w 2864953"/>
              <a:gd name="connsiteY41" fmla="*/ 523199 h 2859891"/>
              <a:gd name="connsiteX42" fmla="*/ 1435846 w 2864953"/>
              <a:gd name="connsiteY42" fmla="*/ 0 h 2859891"/>
              <a:gd name="connsiteX43" fmla="*/ 2155736 w 2864953"/>
              <a:gd name="connsiteY43" fmla="*/ 182923 h 2859891"/>
              <a:gd name="connsiteX44" fmla="*/ 2673034 w 2864953"/>
              <a:gd name="connsiteY44" fmla="*/ 692353 h 2859891"/>
              <a:gd name="connsiteX45" fmla="*/ 2851900 w 2864953"/>
              <a:gd name="connsiteY45" fmla="*/ 1228583 h 2859891"/>
              <a:gd name="connsiteX46" fmla="*/ 2856117 w 2864953"/>
              <a:gd name="connsiteY46" fmla="*/ 1299096 h 2859891"/>
              <a:gd name="connsiteX47" fmla="*/ 2665151 w 2864953"/>
              <a:gd name="connsiteY47" fmla="*/ 1299096 h 2859891"/>
              <a:gd name="connsiteX48" fmla="*/ 2665151 w 2864953"/>
              <a:gd name="connsiteY48" fmla="*/ 1608789 h 2859891"/>
              <a:gd name="connsiteX49" fmla="*/ 2853011 w 2864953"/>
              <a:gd name="connsiteY49" fmla="*/ 1608789 h 2859891"/>
              <a:gd name="connsiteX50" fmla="*/ 2851900 w 2864953"/>
              <a:gd name="connsiteY50" fmla="*/ 1627375 h 2859891"/>
              <a:gd name="connsiteX51" fmla="*/ 2673034 w 2864953"/>
              <a:gd name="connsiteY51" fmla="*/ 2163604 h 2859891"/>
              <a:gd name="connsiteX52" fmla="*/ 2153769 w 2864953"/>
              <a:gd name="connsiteY52" fmla="*/ 2675001 h 2859891"/>
              <a:gd name="connsiteX53" fmla="*/ 1435846 w 2864953"/>
              <a:gd name="connsiteY53" fmla="*/ 2859891 h 2859891"/>
              <a:gd name="connsiteX54" fmla="*/ 713989 w 2864953"/>
              <a:gd name="connsiteY54" fmla="*/ 2675001 h 2859891"/>
              <a:gd name="connsiteX55" fmla="*/ 192757 w 2864953"/>
              <a:gd name="connsiteY55" fmla="*/ 2163604 h 2859891"/>
              <a:gd name="connsiteX56" fmla="*/ 12047 w 2864953"/>
              <a:gd name="connsiteY56" fmla="*/ 1627375 h 2859891"/>
              <a:gd name="connsiteX57" fmla="*/ 10924 w 2864953"/>
              <a:gd name="connsiteY57" fmla="*/ 1608789 h 2859891"/>
              <a:gd name="connsiteX58" fmla="*/ 200930 w 2864953"/>
              <a:gd name="connsiteY58" fmla="*/ 1608789 h 2859891"/>
              <a:gd name="connsiteX59" fmla="*/ 200930 w 2864953"/>
              <a:gd name="connsiteY59" fmla="*/ 1299096 h 2859891"/>
              <a:gd name="connsiteX60" fmla="*/ 7787 w 2864953"/>
              <a:gd name="connsiteY60" fmla="*/ 1299096 h 2859891"/>
              <a:gd name="connsiteX61" fmla="*/ 12047 w 2864953"/>
              <a:gd name="connsiteY61" fmla="*/ 1228583 h 2859891"/>
              <a:gd name="connsiteX62" fmla="*/ 192757 w 2864953"/>
              <a:gd name="connsiteY62" fmla="*/ 692353 h 2859891"/>
              <a:gd name="connsiteX63" fmla="*/ 713989 w 2864953"/>
              <a:gd name="connsiteY63" fmla="*/ 182923 h 2859891"/>
              <a:gd name="connsiteX64" fmla="*/ 1435846 w 2864953"/>
              <a:gd name="connsiteY64" fmla="*/ 0 h 2859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2864953" h="2859891">
                <a:moveTo>
                  <a:pt x="1128" y="1446649"/>
                </a:moveTo>
                <a:lnTo>
                  <a:pt x="10924" y="1608789"/>
                </a:lnTo>
                <a:lnTo>
                  <a:pt x="1128" y="1608789"/>
                </a:lnTo>
                <a:close/>
                <a:moveTo>
                  <a:pt x="1128" y="1409310"/>
                </a:moveTo>
                <a:lnTo>
                  <a:pt x="1128" y="1446649"/>
                </a:lnTo>
                <a:lnTo>
                  <a:pt x="0" y="1427979"/>
                </a:lnTo>
                <a:close/>
                <a:moveTo>
                  <a:pt x="2856117" y="1299096"/>
                </a:moveTo>
                <a:lnTo>
                  <a:pt x="2864953" y="1299096"/>
                </a:lnTo>
                <a:lnTo>
                  <a:pt x="2864953" y="1608789"/>
                </a:lnTo>
                <a:lnTo>
                  <a:pt x="2853011" y="1608789"/>
                </a:lnTo>
                <a:lnTo>
                  <a:pt x="2863824" y="1427979"/>
                </a:lnTo>
                <a:close/>
                <a:moveTo>
                  <a:pt x="1999145" y="1299096"/>
                </a:moveTo>
                <a:lnTo>
                  <a:pt x="1999145" y="1608789"/>
                </a:lnTo>
                <a:lnTo>
                  <a:pt x="2198947" y="1608789"/>
                </a:lnTo>
                <a:lnTo>
                  <a:pt x="2198947" y="1299096"/>
                </a:lnTo>
                <a:close/>
                <a:moveTo>
                  <a:pt x="1128" y="1299096"/>
                </a:moveTo>
                <a:lnTo>
                  <a:pt x="7787" y="1299096"/>
                </a:lnTo>
                <a:lnTo>
                  <a:pt x="1128" y="1409310"/>
                </a:lnTo>
                <a:close/>
                <a:moveTo>
                  <a:pt x="2332148" y="1145914"/>
                </a:moveTo>
                <a:lnTo>
                  <a:pt x="2332148" y="1768630"/>
                </a:lnTo>
                <a:lnTo>
                  <a:pt x="2531950" y="1768630"/>
                </a:lnTo>
                <a:lnTo>
                  <a:pt x="2531950" y="1145914"/>
                </a:lnTo>
                <a:close/>
                <a:moveTo>
                  <a:pt x="1666142" y="1145914"/>
                </a:moveTo>
                <a:lnTo>
                  <a:pt x="1666142" y="1768630"/>
                </a:lnTo>
                <a:lnTo>
                  <a:pt x="1865944" y="1768630"/>
                </a:lnTo>
                <a:lnTo>
                  <a:pt x="1865944" y="1145914"/>
                </a:lnTo>
                <a:close/>
                <a:moveTo>
                  <a:pt x="334131" y="1145914"/>
                </a:moveTo>
                <a:lnTo>
                  <a:pt x="334131" y="1768630"/>
                </a:lnTo>
                <a:lnTo>
                  <a:pt x="533933" y="1768630"/>
                </a:lnTo>
                <a:lnTo>
                  <a:pt x="533933" y="1145914"/>
                </a:lnTo>
                <a:close/>
                <a:moveTo>
                  <a:pt x="1333139" y="989403"/>
                </a:moveTo>
                <a:lnTo>
                  <a:pt x="1333139" y="1921811"/>
                </a:lnTo>
                <a:lnTo>
                  <a:pt x="1532941" y="1921811"/>
                </a:lnTo>
                <a:lnTo>
                  <a:pt x="1532941" y="989403"/>
                </a:lnTo>
                <a:close/>
                <a:moveTo>
                  <a:pt x="667133" y="832892"/>
                </a:moveTo>
                <a:lnTo>
                  <a:pt x="667133" y="2074993"/>
                </a:lnTo>
                <a:lnTo>
                  <a:pt x="866935" y="2074993"/>
                </a:lnTo>
                <a:lnTo>
                  <a:pt x="866935" y="832892"/>
                </a:lnTo>
                <a:close/>
                <a:moveTo>
                  <a:pt x="1000136" y="523199"/>
                </a:moveTo>
                <a:lnTo>
                  <a:pt x="1000136" y="2388015"/>
                </a:lnTo>
                <a:lnTo>
                  <a:pt x="1199938" y="2388015"/>
                </a:lnTo>
                <a:lnTo>
                  <a:pt x="1199938" y="523199"/>
                </a:lnTo>
                <a:close/>
                <a:moveTo>
                  <a:pt x="1435846" y="0"/>
                </a:moveTo>
                <a:cubicBezTo>
                  <a:pt x="1698101" y="0"/>
                  <a:pt x="1938064" y="60974"/>
                  <a:pt x="2155736" y="182923"/>
                </a:cubicBezTo>
                <a:cubicBezTo>
                  <a:pt x="2373408" y="304871"/>
                  <a:pt x="2545840" y="474681"/>
                  <a:pt x="2673034" y="692353"/>
                </a:cubicBezTo>
                <a:cubicBezTo>
                  <a:pt x="2768430" y="855607"/>
                  <a:pt x="2828051" y="1034350"/>
                  <a:pt x="2851900" y="1228583"/>
                </a:cubicBezTo>
                <a:lnTo>
                  <a:pt x="2856117" y="1299096"/>
                </a:lnTo>
                <a:lnTo>
                  <a:pt x="2665151" y="1299096"/>
                </a:lnTo>
                <a:lnTo>
                  <a:pt x="2665151" y="1608789"/>
                </a:lnTo>
                <a:lnTo>
                  <a:pt x="2853011" y="1608789"/>
                </a:lnTo>
                <a:lnTo>
                  <a:pt x="2851900" y="1627375"/>
                </a:lnTo>
                <a:cubicBezTo>
                  <a:pt x="2828051" y="1821607"/>
                  <a:pt x="2768430" y="2000350"/>
                  <a:pt x="2673034" y="2163604"/>
                </a:cubicBezTo>
                <a:cubicBezTo>
                  <a:pt x="2545840" y="2381275"/>
                  <a:pt x="2372752" y="2551741"/>
                  <a:pt x="2153769" y="2675001"/>
                </a:cubicBezTo>
                <a:cubicBezTo>
                  <a:pt x="1934786" y="2798261"/>
                  <a:pt x="1695479" y="2859891"/>
                  <a:pt x="1435846" y="2859891"/>
                </a:cubicBezTo>
                <a:cubicBezTo>
                  <a:pt x="1173591" y="2859891"/>
                  <a:pt x="932972" y="2798261"/>
                  <a:pt x="713989" y="2675001"/>
                </a:cubicBezTo>
                <a:cubicBezTo>
                  <a:pt x="495006" y="2551741"/>
                  <a:pt x="321262" y="2381275"/>
                  <a:pt x="192757" y="2163604"/>
                </a:cubicBezTo>
                <a:cubicBezTo>
                  <a:pt x="96378" y="2000350"/>
                  <a:pt x="36142" y="1821607"/>
                  <a:pt x="12047" y="1627375"/>
                </a:cubicBezTo>
                <a:lnTo>
                  <a:pt x="10924" y="1608789"/>
                </a:lnTo>
                <a:lnTo>
                  <a:pt x="200930" y="1608789"/>
                </a:lnTo>
                <a:lnTo>
                  <a:pt x="200930" y="1299096"/>
                </a:lnTo>
                <a:lnTo>
                  <a:pt x="7787" y="1299096"/>
                </a:lnTo>
                <a:lnTo>
                  <a:pt x="12047" y="1228583"/>
                </a:lnTo>
                <a:cubicBezTo>
                  <a:pt x="36142" y="1034350"/>
                  <a:pt x="96378" y="855607"/>
                  <a:pt x="192757" y="692353"/>
                </a:cubicBezTo>
                <a:cubicBezTo>
                  <a:pt x="321262" y="474681"/>
                  <a:pt x="495006" y="304871"/>
                  <a:pt x="713989" y="182923"/>
                </a:cubicBezTo>
                <a:cubicBezTo>
                  <a:pt x="932972" y="60974"/>
                  <a:pt x="1173591" y="0"/>
                  <a:pt x="1435846" y="0"/>
                </a:cubicBezTo>
                <a:close/>
              </a:path>
            </a:pathLst>
          </a:custGeom>
          <a:solidFill>
            <a:srgbClr val="6A8D6C"/>
          </a:solidFill>
          <a:ln w="322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Title 8">
            <a:extLst>
              <a:ext uri="{FF2B5EF4-FFF2-40B4-BE49-F238E27FC236}">
                <a16:creationId xmlns:a16="http://schemas.microsoft.com/office/drawing/2014/main" id="{3BFFE74C-06C9-07B5-FAB9-E9DECB8FA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719" y="1125753"/>
            <a:ext cx="6307084" cy="7778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6A8D6C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Modules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B00625-5BCD-C866-85BF-294D3F3D75FD}"/>
              </a:ext>
            </a:extLst>
          </p:cNvPr>
          <p:cNvSpPr txBox="1"/>
          <p:nvPr/>
        </p:nvSpPr>
        <p:spPr>
          <a:xfrm>
            <a:off x="885128" y="2992328"/>
            <a:ext cx="5005309" cy="3241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82880" algn="just">
              <a:spcAft>
                <a:spcPts val="100"/>
              </a:spcAft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Module 1 - Portfolio Builder</a:t>
            </a:r>
          </a:p>
          <a:p>
            <a:pPr indent="-182880" algn="just">
              <a:spcAft>
                <a:spcPts val="10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Create an interface with three templates and a customizable templating engine.</a:t>
            </a:r>
          </a:p>
          <a:p>
            <a:pPr indent="-182880" algn="just">
              <a:spcAft>
                <a:spcPts val="100"/>
              </a:spcAft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  <a:cs typeface="Poppins" panose="00000500000000000000" pitchFamily="2" charset="0"/>
            </a:endParaRPr>
          </a:p>
          <a:p>
            <a:pPr indent="-182880" algn="just">
              <a:spcAft>
                <a:spcPts val="100"/>
              </a:spcAft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  <a:cs typeface="Poppins" panose="00000500000000000000" pitchFamily="2" charset="0"/>
            </a:endParaRPr>
          </a:p>
          <a:p>
            <a:pPr indent="-182880" algn="just">
              <a:spcAft>
                <a:spcPts val="100"/>
              </a:spcAft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  <a:cs typeface="Poppins" panose="00000500000000000000" pitchFamily="2" charset="0"/>
            </a:endParaRPr>
          </a:p>
          <a:p>
            <a:pPr indent="-182880" algn="just">
              <a:spcAft>
                <a:spcPts val="100"/>
              </a:spcAft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  <a:cs typeface="Poppins" panose="00000500000000000000" pitchFamily="2" charset="0"/>
            </a:endParaRPr>
          </a:p>
          <a:p>
            <a:pPr indent="-182880" algn="just">
              <a:spcAft>
                <a:spcPts val="100"/>
              </a:spcAft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  <a:cs typeface="Poppins" panose="00000500000000000000" pitchFamily="2" charset="0"/>
            </a:endParaRPr>
          </a:p>
          <a:p>
            <a:pPr indent="-182880" algn="just">
              <a:spcAft>
                <a:spcPts val="100"/>
              </a:spcAft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Module 3 - CV Builder</a:t>
            </a:r>
          </a:p>
          <a:p>
            <a:pPr indent="-182880" algn="just">
              <a:spcAft>
                <a:spcPts val="10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Design an interface with three templates and implement backend PDF conversion.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8F2F149-4DB1-152B-5C1D-F0B787ED7933}"/>
              </a:ext>
            </a:extLst>
          </p:cNvPr>
          <p:cNvSpPr txBox="1"/>
          <p:nvPr/>
        </p:nvSpPr>
        <p:spPr>
          <a:xfrm>
            <a:off x="6481397" y="2992328"/>
            <a:ext cx="5005309" cy="3241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82880" algn="just">
              <a:spcAft>
                <a:spcPts val="100"/>
              </a:spcAft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Module 2 - Text Editor</a:t>
            </a:r>
          </a:p>
          <a:p>
            <a:pPr indent="-182880" algn="just">
              <a:spcAft>
                <a:spcPts val="10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Develop an interface with navigation markers and a backend for data parsing.</a:t>
            </a:r>
          </a:p>
          <a:p>
            <a:pPr indent="-182880" algn="just">
              <a:spcAft>
                <a:spcPts val="100"/>
              </a:spcAft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  <a:cs typeface="Poppins" panose="00000500000000000000" pitchFamily="2" charset="0"/>
            </a:endParaRPr>
          </a:p>
          <a:p>
            <a:pPr indent="-182880" algn="just">
              <a:spcAft>
                <a:spcPts val="100"/>
              </a:spcAft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  <a:cs typeface="Poppins" panose="00000500000000000000" pitchFamily="2" charset="0"/>
            </a:endParaRPr>
          </a:p>
          <a:p>
            <a:pPr indent="-182880" algn="just">
              <a:spcAft>
                <a:spcPts val="100"/>
              </a:spcAft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  <a:cs typeface="Poppins" panose="00000500000000000000" pitchFamily="2" charset="0"/>
            </a:endParaRPr>
          </a:p>
          <a:p>
            <a:pPr indent="-182880" algn="just">
              <a:spcAft>
                <a:spcPts val="100"/>
              </a:spcAft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  <a:cs typeface="Poppins" panose="00000500000000000000" pitchFamily="2" charset="0"/>
            </a:endParaRPr>
          </a:p>
          <a:p>
            <a:pPr indent="-182880" algn="just">
              <a:spcAft>
                <a:spcPts val="100"/>
              </a:spcAft>
              <a:defRPr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  <a:cs typeface="Poppins" panose="00000500000000000000" pitchFamily="2" charset="0"/>
            </a:endParaRPr>
          </a:p>
          <a:p>
            <a:pPr indent="-182880" algn="just">
              <a:spcAft>
                <a:spcPts val="100"/>
              </a:spcAft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Module 4 – Voice Commands</a:t>
            </a:r>
          </a:p>
          <a:p>
            <a:pPr indent="-182880" algn="just">
              <a:spcAft>
                <a:spcPts val="10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Register voice commands and utilize APIs for speech-to-text conversion. 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B86B973-B65C-7B01-F609-9D359BED9C47}"/>
              </a:ext>
            </a:extLst>
          </p:cNvPr>
          <p:cNvGrpSpPr/>
          <p:nvPr/>
        </p:nvGrpSpPr>
        <p:grpSpPr>
          <a:xfrm>
            <a:off x="1009194" y="2109734"/>
            <a:ext cx="1169069" cy="781095"/>
            <a:chOff x="958320" y="9161659"/>
            <a:chExt cx="869885" cy="575761"/>
          </a:xfrm>
        </p:grpSpPr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0704FD6F-07AB-580D-6574-E9946FEA7496}"/>
                </a:ext>
              </a:extLst>
            </p:cNvPr>
            <p:cNvSpPr/>
            <p:nvPr/>
          </p:nvSpPr>
          <p:spPr>
            <a:xfrm>
              <a:off x="1118864" y="9220212"/>
              <a:ext cx="321894" cy="321894"/>
            </a:xfrm>
            <a:custGeom>
              <a:avLst/>
              <a:gdLst>
                <a:gd name="connsiteX0" fmla="*/ 187860 w 193022"/>
                <a:gd name="connsiteY0" fmla="*/ 81024 h 193022"/>
                <a:gd name="connsiteX1" fmla="*/ 174445 w 193022"/>
                <a:gd name="connsiteY1" fmla="*/ 79506 h 193022"/>
                <a:gd name="connsiteX2" fmla="*/ 163638 w 193022"/>
                <a:gd name="connsiteY2" fmla="*/ 53409 h 193022"/>
                <a:gd name="connsiteX3" fmla="*/ 172052 w 193022"/>
                <a:gd name="connsiteY3" fmla="*/ 42852 h 193022"/>
                <a:gd name="connsiteX4" fmla="*/ 171623 w 193022"/>
                <a:gd name="connsiteY4" fmla="*/ 35118 h 193022"/>
                <a:gd name="connsiteX5" fmla="*/ 157904 w 193022"/>
                <a:gd name="connsiteY5" fmla="*/ 21399 h 193022"/>
                <a:gd name="connsiteX6" fmla="*/ 150170 w 193022"/>
                <a:gd name="connsiteY6" fmla="*/ 20971 h 193022"/>
                <a:gd name="connsiteX7" fmla="*/ 139613 w 193022"/>
                <a:gd name="connsiteY7" fmla="*/ 29384 h 193022"/>
                <a:gd name="connsiteX8" fmla="*/ 113516 w 193022"/>
                <a:gd name="connsiteY8" fmla="*/ 18577 h 193022"/>
                <a:gd name="connsiteX9" fmla="*/ 111998 w 193022"/>
                <a:gd name="connsiteY9" fmla="*/ 5162 h 193022"/>
                <a:gd name="connsiteX10" fmla="*/ 106210 w 193022"/>
                <a:gd name="connsiteY10" fmla="*/ 0 h 193022"/>
                <a:gd name="connsiteX11" fmla="*/ 86812 w 193022"/>
                <a:gd name="connsiteY11" fmla="*/ 0 h 193022"/>
                <a:gd name="connsiteX12" fmla="*/ 81024 w 193022"/>
                <a:gd name="connsiteY12" fmla="*/ 5162 h 193022"/>
                <a:gd name="connsiteX13" fmla="*/ 79506 w 193022"/>
                <a:gd name="connsiteY13" fmla="*/ 18577 h 193022"/>
                <a:gd name="connsiteX14" fmla="*/ 53409 w 193022"/>
                <a:gd name="connsiteY14" fmla="*/ 29384 h 193022"/>
                <a:gd name="connsiteX15" fmla="*/ 42852 w 193022"/>
                <a:gd name="connsiteY15" fmla="*/ 20971 h 193022"/>
                <a:gd name="connsiteX16" fmla="*/ 35118 w 193022"/>
                <a:gd name="connsiteY16" fmla="*/ 21399 h 193022"/>
                <a:gd name="connsiteX17" fmla="*/ 21399 w 193022"/>
                <a:gd name="connsiteY17" fmla="*/ 35118 h 193022"/>
                <a:gd name="connsiteX18" fmla="*/ 20971 w 193022"/>
                <a:gd name="connsiteY18" fmla="*/ 42852 h 193022"/>
                <a:gd name="connsiteX19" fmla="*/ 29384 w 193022"/>
                <a:gd name="connsiteY19" fmla="*/ 53409 h 193022"/>
                <a:gd name="connsiteX20" fmla="*/ 18577 w 193022"/>
                <a:gd name="connsiteY20" fmla="*/ 79506 h 193022"/>
                <a:gd name="connsiteX21" fmla="*/ 5162 w 193022"/>
                <a:gd name="connsiteY21" fmla="*/ 81024 h 193022"/>
                <a:gd name="connsiteX22" fmla="*/ 0 w 193022"/>
                <a:gd name="connsiteY22" fmla="*/ 86812 h 193022"/>
                <a:gd name="connsiteX23" fmla="*/ 0 w 193022"/>
                <a:gd name="connsiteY23" fmla="*/ 106210 h 193022"/>
                <a:gd name="connsiteX24" fmla="*/ 5162 w 193022"/>
                <a:gd name="connsiteY24" fmla="*/ 111998 h 193022"/>
                <a:gd name="connsiteX25" fmla="*/ 18577 w 193022"/>
                <a:gd name="connsiteY25" fmla="*/ 113516 h 193022"/>
                <a:gd name="connsiteX26" fmla="*/ 29384 w 193022"/>
                <a:gd name="connsiteY26" fmla="*/ 139613 h 193022"/>
                <a:gd name="connsiteX27" fmla="*/ 20971 w 193022"/>
                <a:gd name="connsiteY27" fmla="*/ 150170 h 193022"/>
                <a:gd name="connsiteX28" fmla="*/ 21399 w 193022"/>
                <a:gd name="connsiteY28" fmla="*/ 157904 h 193022"/>
                <a:gd name="connsiteX29" fmla="*/ 35118 w 193022"/>
                <a:gd name="connsiteY29" fmla="*/ 171623 h 193022"/>
                <a:gd name="connsiteX30" fmla="*/ 42852 w 193022"/>
                <a:gd name="connsiteY30" fmla="*/ 172052 h 193022"/>
                <a:gd name="connsiteX31" fmla="*/ 53409 w 193022"/>
                <a:gd name="connsiteY31" fmla="*/ 163638 h 193022"/>
                <a:gd name="connsiteX32" fmla="*/ 79506 w 193022"/>
                <a:gd name="connsiteY32" fmla="*/ 174445 h 193022"/>
                <a:gd name="connsiteX33" fmla="*/ 81024 w 193022"/>
                <a:gd name="connsiteY33" fmla="*/ 187860 h 193022"/>
                <a:gd name="connsiteX34" fmla="*/ 86812 w 193022"/>
                <a:gd name="connsiteY34" fmla="*/ 193022 h 193022"/>
                <a:gd name="connsiteX35" fmla="*/ 106210 w 193022"/>
                <a:gd name="connsiteY35" fmla="*/ 193022 h 193022"/>
                <a:gd name="connsiteX36" fmla="*/ 111998 w 193022"/>
                <a:gd name="connsiteY36" fmla="*/ 187860 h 193022"/>
                <a:gd name="connsiteX37" fmla="*/ 113516 w 193022"/>
                <a:gd name="connsiteY37" fmla="*/ 174445 h 193022"/>
                <a:gd name="connsiteX38" fmla="*/ 139613 w 193022"/>
                <a:gd name="connsiteY38" fmla="*/ 163638 h 193022"/>
                <a:gd name="connsiteX39" fmla="*/ 150170 w 193022"/>
                <a:gd name="connsiteY39" fmla="*/ 172052 h 193022"/>
                <a:gd name="connsiteX40" fmla="*/ 157904 w 193022"/>
                <a:gd name="connsiteY40" fmla="*/ 171623 h 193022"/>
                <a:gd name="connsiteX41" fmla="*/ 171623 w 193022"/>
                <a:gd name="connsiteY41" fmla="*/ 157904 h 193022"/>
                <a:gd name="connsiteX42" fmla="*/ 172052 w 193022"/>
                <a:gd name="connsiteY42" fmla="*/ 150170 h 193022"/>
                <a:gd name="connsiteX43" fmla="*/ 163638 w 193022"/>
                <a:gd name="connsiteY43" fmla="*/ 139613 h 193022"/>
                <a:gd name="connsiteX44" fmla="*/ 174445 w 193022"/>
                <a:gd name="connsiteY44" fmla="*/ 113516 h 193022"/>
                <a:gd name="connsiteX45" fmla="*/ 187860 w 193022"/>
                <a:gd name="connsiteY45" fmla="*/ 111998 h 193022"/>
                <a:gd name="connsiteX46" fmla="*/ 193022 w 193022"/>
                <a:gd name="connsiteY46" fmla="*/ 106210 h 193022"/>
                <a:gd name="connsiteX47" fmla="*/ 193022 w 193022"/>
                <a:gd name="connsiteY47" fmla="*/ 86812 h 193022"/>
                <a:gd name="connsiteX48" fmla="*/ 187860 w 193022"/>
                <a:gd name="connsiteY48" fmla="*/ 81024 h 193022"/>
                <a:gd name="connsiteX49" fmla="*/ 96511 w 193022"/>
                <a:gd name="connsiteY49" fmla="*/ 136130 h 193022"/>
                <a:gd name="connsiteX50" fmla="*/ 56892 w 193022"/>
                <a:gd name="connsiteY50" fmla="*/ 96511 h 193022"/>
                <a:gd name="connsiteX51" fmla="*/ 96511 w 193022"/>
                <a:gd name="connsiteY51" fmla="*/ 56892 h 193022"/>
                <a:gd name="connsiteX52" fmla="*/ 136130 w 193022"/>
                <a:gd name="connsiteY52" fmla="*/ 96511 h 193022"/>
                <a:gd name="connsiteX53" fmla="*/ 96511 w 193022"/>
                <a:gd name="connsiteY53" fmla="*/ 136130 h 19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93022" h="193022">
                  <a:moveTo>
                    <a:pt x="187860" y="81024"/>
                  </a:moveTo>
                  <a:lnTo>
                    <a:pt x="174445" y="79506"/>
                  </a:lnTo>
                  <a:cubicBezTo>
                    <a:pt x="172391" y="70075"/>
                    <a:pt x="168693" y="61268"/>
                    <a:pt x="163638" y="53409"/>
                  </a:cubicBezTo>
                  <a:lnTo>
                    <a:pt x="172052" y="42852"/>
                  </a:lnTo>
                  <a:cubicBezTo>
                    <a:pt x="173891" y="40530"/>
                    <a:pt x="173713" y="37208"/>
                    <a:pt x="171623" y="35118"/>
                  </a:cubicBezTo>
                  <a:lnTo>
                    <a:pt x="157904" y="21399"/>
                  </a:lnTo>
                  <a:cubicBezTo>
                    <a:pt x="155815" y="19309"/>
                    <a:pt x="152474" y="19113"/>
                    <a:pt x="150170" y="20971"/>
                  </a:cubicBezTo>
                  <a:lnTo>
                    <a:pt x="139613" y="29384"/>
                  </a:lnTo>
                  <a:cubicBezTo>
                    <a:pt x="131754" y="24329"/>
                    <a:pt x="122948" y="20613"/>
                    <a:pt x="113516" y="18577"/>
                  </a:cubicBezTo>
                  <a:lnTo>
                    <a:pt x="111998" y="5162"/>
                  </a:lnTo>
                  <a:cubicBezTo>
                    <a:pt x="111658" y="2215"/>
                    <a:pt x="109176" y="0"/>
                    <a:pt x="106210" y="0"/>
                  </a:cubicBezTo>
                  <a:lnTo>
                    <a:pt x="86812" y="0"/>
                  </a:lnTo>
                  <a:cubicBezTo>
                    <a:pt x="83847" y="0"/>
                    <a:pt x="81364" y="2215"/>
                    <a:pt x="81024" y="5162"/>
                  </a:cubicBezTo>
                  <a:lnTo>
                    <a:pt x="79506" y="18577"/>
                  </a:lnTo>
                  <a:cubicBezTo>
                    <a:pt x="70075" y="20631"/>
                    <a:pt x="61268" y="24329"/>
                    <a:pt x="53409" y="29384"/>
                  </a:cubicBezTo>
                  <a:lnTo>
                    <a:pt x="42852" y="20971"/>
                  </a:lnTo>
                  <a:cubicBezTo>
                    <a:pt x="40530" y="19131"/>
                    <a:pt x="37208" y="19309"/>
                    <a:pt x="35118" y="21399"/>
                  </a:cubicBezTo>
                  <a:lnTo>
                    <a:pt x="21399" y="35118"/>
                  </a:lnTo>
                  <a:cubicBezTo>
                    <a:pt x="19309" y="37208"/>
                    <a:pt x="19113" y="40548"/>
                    <a:pt x="20971" y="42852"/>
                  </a:cubicBezTo>
                  <a:lnTo>
                    <a:pt x="29384" y="53409"/>
                  </a:lnTo>
                  <a:cubicBezTo>
                    <a:pt x="24329" y="61268"/>
                    <a:pt x="20613" y="70075"/>
                    <a:pt x="18577" y="79506"/>
                  </a:cubicBezTo>
                  <a:lnTo>
                    <a:pt x="5162" y="81024"/>
                  </a:lnTo>
                  <a:cubicBezTo>
                    <a:pt x="2215" y="81364"/>
                    <a:pt x="0" y="83847"/>
                    <a:pt x="0" y="86812"/>
                  </a:cubicBezTo>
                  <a:lnTo>
                    <a:pt x="0" y="106210"/>
                  </a:lnTo>
                  <a:cubicBezTo>
                    <a:pt x="0" y="109176"/>
                    <a:pt x="2215" y="111658"/>
                    <a:pt x="5162" y="111998"/>
                  </a:cubicBezTo>
                  <a:lnTo>
                    <a:pt x="18577" y="113516"/>
                  </a:lnTo>
                  <a:cubicBezTo>
                    <a:pt x="20631" y="122948"/>
                    <a:pt x="24329" y="131754"/>
                    <a:pt x="29384" y="139613"/>
                  </a:cubicBezTo>
                  <a:lnTo>
                    <a:pt x="20971" y="150170"/>
                  </a:lnTo>
                  <a:cubicBezTo>
                    <a:pt x="19131" y="152492"/>
                    <a:pt x="19309" y="155815"/>
                    <a:pt x="21399" y="157904"/>
                  </a:cubicBezTo>
                  <a:lnTo>
                    <a:pt x="35118" y="171623"/>
                  </a:lnTo>
                  <a:cubicBezTo>
                    <a:pt x="37208" y="173713"/>
                    <a:pt x="40548" y="173909"/>
                    <a:pt x="42852" y="172052"/>
                  </a:cubicBezTo>
                  <a:lnTo>
                    <a:pt x="53409" y="163638"/>
                  </a:lnTo>
                  <a:cubicBezTo>
                    <a:pt x="61268" y="168693"/>
                    <a:pt x="70075" y="172409"/>
                    <a:pt x="79506" y="174445"/>
                  </a:cubicBezTo>
                  <a:lnTo>
                    <a:pt x="81024" y="187860"/>
                  </a:lnTo>
                  <a:cubicBezTo>
                    <a:pt x="81364" y="190807"/>
                    <a:pt x="83847" y="193022"/>
                    <a:pt x="86812" y="193022"/>
                  </a:cubicBezTo>
                  <a:lnTo>
                    <a:pt x="106210" y="193022"/>
                  </a:lnTo>
                  <a:cubicBezTo>
                    <a:pt x="109176" y="193022"/>
                    <a:pt x="111658" y="190807"/>
                    <a:pt x="111998" y="187860"/>
                  </a:cubicBezTo>
                  <a:lnTo>
                    <a:pt x="113516" y="174445"/>
                  </a:lnTo>
                  <a:cubicBezTo>
                    <a:pt x="122948" y="172391"/>
                    <a:pt x="131754" y="168693"/>
                    <a:pt x="139613" y="163638"/>
                  </a:cubicBezTo>
                  <a:lnTo>
                    <a:pt x="150170" y="172052"/>
                  </a:lnTo>
                  <a:cubicBezTo>
                    <a:pt x="152492" y="173891"/>
                    <a:pt x="155815" y="173713"/>
                    <a:pt x="157904" y="171623"/>
                  </a:cubicBezTo>
                  <a:lnTo>
                    <a:pt x="171623" y="157904"/>
                  </a:lnTo>
                  <a:cubicBezTo>
                    <a:pt x="173713" y="155815"/>
                    <a:pt x="173909" y="152474"/>
                    <a:pt x="172052" y="150170"/>
                  </a:cubicBezTo>
                  <a:lnTo>
                    <a:pt x="163638" y="139613"/>
                  </a:lnTo>
                  <a:cubicBezTo>
                    <a:pt x="168693" y="131754"/>
                    <a:pt x="172409" y="122948"/>
                    <a:pt x="174445" y="113516"/>
                  </a:cubicBezTo>
                  <a:lnTo>
                    <a:pt x="187860" y="111998"/>
                  </a:lnTo>
                  <a:cubicBezTo>
                    <a:pt x="190807" y="111658"/>
                    <a:pt x="193022" y="109176"/>
                    <a:pt x="193022" y="106210"/>
                  </a:cubicBezTo>
                  <a:lnTo>
                    <a:pt x="193022" y="86812"/>
                  </a:lnTo>
                  <a:cubicBezTo>
                    <a:pt x="193022" y="83847"/>
                    <a:pt x="190807" y="81364"/>
                    <a:pt x="187860" y="81024"/>
                  </a:cubicBezTo>
                  <a:close/>
                  <a:moveTo>
                    <a:pt x="96511" y="136130"/>
                  </a:moveTo>
                  <a:cubicBezTo>
                    <a:pt x="74630" y="136130"/>
                    <a:pt x="56892" y="118393"/>
                    <a:pt x="56892" y="96511"/>
                  </a:cubicBezTo>
                  <a:cubicBezTo>
                    <a:pt x="56892" y="74630"/>
                    <a:pt x="74630" y="56892"/>
                    <a:pt x="96511" y="56892"/>
                  </a:cubicBezTo>
                  <a:cubicBezTo>
                    <a:pt x="118393" y="56892"/>
                    <a:pt x="136130" y="74630"/>
                    <a:pt x="136130" y="96511"/>
                  </a:cubicBezTo>
                  <a:cubicBezTo>
                    <a:pt x="136130" y="118393"/>
                    <a:pt x="118393" y="136130"/>
                    <a:pt x="96511" y="136130"/>
                  </a:cubicBezTo>
                  <a:close/>
                </a:path>
              </a:pathLst>
            </a:custGeom>
            <a:solidFill>
              <a:srgbClr val="3E4B6D"/>
            </a:solidFill>
            <a:ln w="1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6D5431C-DF38-D063-EA5C-6E92CF842001}"/>
                </a:ext>
              </a:extLst>
            </p:cNvPr>
            <p:cNvSpPr/>
            <p:nvPr/>
          </p:nvSpPr>
          <p:spPr>
            <a:xfrm>
              <a:off x="1434319" y="9411588"/>
              <a:ext cx="195114" cy="195114"/>
            </a:xfrm>
            <a:custGeom>
              <a:avLst/>
              <a:gdLst>
                <a:gd name="connsiteX0" fmla="*/ 113873 w 116999"/>
                <a:gd name="connsiteY0" fmla="*/ 49122 h 116999"/>
                <a:gd name="connsiteX1" fmla="*/ 105746 w 116999"/>
                <a:gd name="connsiteY1" fmla="*/ 48193 h 116999"/>
                <a:gd name="connsiteX2" fmla="*/ 99190 w 116999"/>
                <a:gd name="connsiteY2" fmla="*/ 32385 h 116999"/>
                <a:gd name="connsiteX3" fmla="*/ 104299 w 116999"/>
                <a:gd name="connsiteY3" fmla="*/ 25990 h 116999"/>
                <a:gd name="connsiteX4" fmla="*/ 104031 w 116999"/>
                <a:gd name="connsiteY4" fmla="*/ 21292 h 116999"/>
                <a:gd name="connsiteX5" fmla="*/ 95707 w 116999"/>
                <a:gd name="connsiteY5" fmla="*/ 12968 h 116999"/>
                <a:gd name="connsiteX6" fmla="*/ 91009 w 116999"/>
                <a:gd name="connsiteY6" fmla="*/ 12700 h 116999"/>
                <a:gd name="connsiteX7" fmla="*/ 84615 w 116999"/>
                <a:gd name="connsiteY7" fmla="*/ 17809 h 116999"/>
                <a:gd name="connsiteX8" fmla="*/ 68806 w 116999"/>
                <a:gd name="connsiteY8" fmla="*/ 11253 h 116999"/>
                <a:gd name="connsiteX9" fmla="*/ 67878 w 116999"/>
                <a:gd name="connsiteY9" fmla="*/ 3126 h 116999"/>
                <a:gd name="connsiteX10" fmla="*/ 64376 w 116999"/>
                <a:gd name="connsiteY10" fmla="*/ 0 h 116999"/>
                <a:gd name="connsiteX11" fmla="*/ 52623 w 116999"/>
                <a:gd name="connsiteY11" fmla="*/ 0 h 116999"/>
                <a:gd name="connsiteX12" fmla="*/ 49122 w 116999"/>
                <a:gd name="connsiteY12" fmla="*/ 3126 h 116999"/>
                <a:gd name="connsiteX13" fmla="*/ 48193 w 116999"/>
                <a:gd name="connsiteY13" fmla="*/ 11253 h 116999"/>
                <a:gd name="connsiteX14" fmla="*/ 32385 w 116999"/>
                <a:gd name="connsiteY14" fmla="*/ 17809 h 116999"/>
                <a:gd name="connsiteX15" fmla="*/ 25990 w 116999"/>
                <a:gd name="connsiteY15" fmla="*/ 12700 h 116999"/>
                <a:gd name="connsiteX16" fmla="*/ 21292 w 116999"/>
                <a:gd name="connsiteY16" fmla="*/ 12968 h 116999"/>
                <a:gd name="connsiteX17" fmla="*/ 12968 w 116999"/>
                <a:gd name="connsiteY17" fmla="*/ 21292 h 116999"/>
                <a:gd name="connsiteX18" fmla="*/ 12700 w 116999"/>
                <a:gd name="connsiteY18" fmla="*/ 25990 h 116999"/>
                <a:gd name="connsiteX19" fmla="*/ 17809 w 116999"/>
                <a:gd name="connsiteY19" fmla="*/ 32385 h 116999"/>
                <a:gd name="connsiteX20" fmla="*/ 11253 w 116999"/>
                <a:gd name="connsiteY20" fmla="*/ 48193 h 116999"/>
                <a:gd name="connsiteX21" fmla="*/ 3126 w 116999"/>
                <a:gd name="connsiteY21" fmla="*/ 49122 h 116999"/>
                <a:gd name="connsiteX22" fmla="*/ 0 w 116999"/>
                <a:gd name="connsiteY22" fmla="*/ 52623 h 116999"/>
                <a:gd name="connsiteX23" fmla="*/ 0 w 116999"/>
                <a:gd name="connsiteY23" fmla="*/ 64376 h 116999"/>
                <a:gd name="connsiteX24" fmla="*/ 3126 w 116999"/>
                <a:gd name="connsiteY24" fmla="*/ 67878 h 116999"/>
                <a:gd name="connsiteX25" fmla="*/ 11253 w 116999"/>
                <a:gd name="connsiteY25" fmla="*/ 68806 h 116999"/>
                <a:gd name="connsiteX26" fmla="*/ 17809 w 116999"/>
                <a:gd name="connsiteY26" fmla="*/ 84615 h 116999"/>
                <a:gd name="connsiteX27" fmla="*/ 12700 w 116999"/>
                <a:gd name="connsiteY27" fmla="*/ 91009 h 116999"/>
                <a:gd name="connsiteX28" fmla="*/ 12968 w 116999"/>
                <a:gd name="connsiteY28" fmla="*/ 95707 h 116999"/>
                <a:gd name="connsiteX29" fmla="*/ 21292 w 116999"/>
                <a:gd name="connsiteY29" fmla="*/ 104031 h 116999"/>
                <a:gd name="connsiteX30" fmla="*/ 25990 w 116999"/>
                <a:gd name="connsiteY30" fmla="*/ 104299 h 116999"/>
                <a:gd name="connsiteX31" fmla="*/ 32385 w 116999"/>
                <a:gd name="connsiteY31" fmla="*/ 99190 h 116999"/>
                <a:gd name="connsiteX32" fmla="*/ 48193 w 116999"/>
                <a:gd name="connsiteY32" fmla="*/ 105746 h 116999"/>
                <a:gd name="connsiteX33" fmla="*/ 49122 w 116999"/>
                <a:gd name="connsiteY33" fmla="*/ 113873 h 116999"/>
                <a:gd name="connsiteX34" fmla="*/ 52623 w 116999"/>
                <a:gd name="connsiteY34" fmla="*/ 116999 h 116999"/>
                <a:gd name="connsiteX35" fmla="*/ 64376 w 116999"/>
                <a:gd name="connsiteY35" fmla="*/ 116999 h 116999"/>
                <a:gd name="connsiteX36" fmla="*/ 67878 w 116999"/>
                <a:gd name="connsiteY36" fmla="*/ 113873 h 116999"/>
                <a:gd name="connsiteX37" fmla="*/ 68806 w 116999"/>
                <a:gd name="connsiteY37" fmla="*/ 105746 h 116999"/>
                <a:gd name="connsiteX38" fmla="*/ 84615 w 116999"/>
                <a:gd name="connsiteY38" fmla="*/ 99190 h 116999"/>
                <a:gd name="connsiteX39" fmla="*/ 91009 w 116999"/>
                <a:gd name="connsiteY39" fmla="*/ 104299 h 116999"/>
                <a:gd name="connsiteX40" fmla="*/ 95707 w 116999"/>
                <a:gd name="connsiteY40" fmla="*/ 104031 h 116999"/>
                <a:gd name="connsiteX41" fmla="*/ 104031 w 116999"/>
                <a:gd name="connsiteY41" fmla="*/ 95707 h 116999"/>
                <a:gd name="connsiteX42" fmla="*/ 104299 w 116999"/>
                <a:gd name="connsiteY42" fmla="*/ 91009 h 116999"/>
                <a:gd name="connsiteX43" fmla="*/ 99190 w 116999"/>
                <a:gd name="connsiteY43" fmla="*/ 84615 h 116999"/>
                <a:gd name="connsiteX44" fmla="*/ 105746 w 116999"/>
                <a:gd name="connsiteY44" fmla="*/ 68806 h 116999"/>
                <a:gd name="connsiteX45" fmla="*/ 113873 w 116999"/>
                <a:gd name="connsiteY45" fmla="*/ 67878 h 116999"/>
                <a:gd name="connsiteX46" fmla="*/ 116999 w 116999"/>
                <a:gd name="connsiteY46" fmla="*/ 64376 h 116999"/>
                <a:gd name="connsiteX47" fmla="*/ 116999 w 116999"/>
                <a:gd name="connsiteY47" fmla="*/ 52623 h 116999"/>
                <a:gd name="connsiteX48" fmla="*/ 113873 w 116999"/>
                <a:gd name="connsiteY48" fmla="*/ 49122 h 116999"/>
                <a:gd name="connsiteX49" fmla="*/ 58500 w 116999"/>
                <a:gd name="connsiteY49" fmla="*/ 81239 h 116999"/>
                <a:gd name="connsiteX50" fmla="*/ 35761 w 116999"/>
                <a:gd name="connsiteY50" fmla="*/ 58500 h 116999"/>
                <a:gd name="connsiteX51" fmla="*/ 58500 w 116999"/>
                <a:gd name="connsiteY51" fmla="*/ 35761 h 116999"/>
                <a:gd name="connsiteX52" fmla="*/ 81239 w 116999"/>
                <a:gd name="connsiteY52" fmla="*/ 58500 h 116999"/>
                <a:gd name="connsiteX53" fmla="*/ 58500 w 116999"/>
                <a:gd name="connsiteY53" fmla="*/ 81239 h 116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16999" h="116999">
                  <a:moveTo>
                    <a:pt x="113873" y="49122"/>
                  </a:moveTo>
                  <a:lnTo>
                    <a:pt x="105746" y="48193"/>
                  </a:lnTo>
                  <a:cubicBezTo>
                    <a:pt x="104514" y="42477"/>
                    <a:pt x="102263" y="37136"/>
                    <a:pt x="99190" y="32385"/>
                  </a:cubicBezTo>
                  <a:lnTo>
                    <a:pt x="104299" y="25990"/>
                  </a:lnTo>
                  <a:cubicBezTo>
                    <a:pt x="105425" y="24579"/>
                    <a:pt x="105299" y="22560"/>
                    <a:pt x="104031" y="21292"/>
                  </a:cubicBezTo>
                  <a:lnTo>
                    <a:pt x="95707" y="12968"/>
                  </a:lnTo>
                  <a:cubicBezTo>
                    <a:pt x="94439" y="11700"/>
                    <a:pt x="92421" y="11593"/>
                    <a:pt x="91009" y="12700"/>
                  </a:cubicBezTo>
                  <a:lnTo>
                    <a:pt x="84615" y="17809"/>
                  </a:lnTo>
                  <a:cubicBezTo>
                    <a:pt x="79845" y="14737"/>
                    <a:pt x="74505" y="12504"/>
                    <a:pt x="68806" y="11253"/>
                  </a:cubicBezTo>
                  <a:lnTo>
                    <a:pt x="67878" y="3126"/>
                  </a:lnTo>
                  <a:cubicBezTo>
                    <a:pt x="67681" y="1340"/>
                    <a:pt x="66163" y="0"/>
                    <a:pt x="64376" y="0"/>
                  </a:cubicBezTo>
                  <a:lnTo>
                    <a:pt x="52623" y="0"/>
                  </a:lnTo>
                  <a:cubicBezTo>
                    <a:pt x="50837" y="0"/>
                    <a:pt x="49318" y="1340"/>
                    <a:pt x="49122" y="3126"/>
                  </a:cubicBezTo>
                  <a:lnTo>
                    <a:pt x="48193" y="11253"/>
                  </a:lnTo>
                  <a:cubicBezTo>
                    <a:pt x="42477" y="12486"/>
                    <a:pt x="37136" y="14737"/>
                    <a:pt x="32385" y="17809"/>
                  </a:cubicBezTo>
                  <a:lnTo>
                    <a:pt x="25990" y="12700"/>
                  </a:lnTo>
                  <a:cubicBezTo>
                    <a:pt x="24579" y="11575"/>
                    <a:pt x="22560" y="11700"/>
                    <a:pt x="21292" y="12968"/>
                  </a:cubicBezTo>
                  <a:lnTo>
                    <a:pt x="12968" y="21292"/>
                  </a:lnTo>
                  <a:cubicBezTo>
                    <a:pt x="11700" y="22560"/>
                    <a:pt x="11593" y="24579"/>
                    <a:pt x="12700" y="25990"/>
                  </a:cubicBezTo>
                  <a:lnTo>
                    <a:pt x="17809" y="32385"/>
                  </a:lnTo>
                  <a:cubicBezTo>
                    <a:pt x="14737" y="37154"/>
                    <a:pt x="12504" y="42495"/>
                    <a:pt x="11253" y="48193"/>
                  </a:cubicBezTo>
                  <a:lnTo>
                    <a:pt x="3126" y="49122"/>
                  </a:lnTo>
                  <a:cubicBezTo>
                    <a:pt x="1340" y="49318"/>
                    <a:pt x="0" y="50837"/>
                    <a:pt x="0" y="52623"/>
                  </a:cubicBezTo>
                  <a:lnTo>
                    <a:pt x="0" y="64376"/>
                  </a:lnTo>
                  <a:cubicBezTo>
                    <a:pt x="0" y="66163"/>
                    <a:pt x="1340" y="67681"/>
                    <a:pt x="3126" y="67878"/>
                  </a:cubicBezTo>
                  <a:lnTo>
                    <a:pt x="11253" y="68806"/>
                  </a:lnTo>
                  <a:cubicBezTo>
                    <a:pt x="12486" y="74522"/>
                    <a:pt x="14737" y="79863"/>
                    <a:pt x="17809" y="84615"/>
                  </a:cubicBezTo>
                  <a:lnTo>
                    <a:pt x="12700" y="91009"/>
                  </a:lnTo>
                  <a:cubicBezTo>
                    <a:pt x="11575" y="92421"/>
                    <a:pt x="11700" y="94439"/>
                    <a:pt x="12968" y="95707"/>
                  </a:cubicBezTo>
                  <a:lnTo>
                    <a:pt x="21292" y="104031"/>
                  </a:lnTo>
                  <a:cubicBezTo>
                    <a:pt x="22560" y="105299"/>
                    <a:pt x="24579" y="105407"/>
                    <a:pt x="25990" y="104299"/>
                  </a:cubicBezTo>
                  <a:lnTo>
                    <a:pt x="32385" y="99190"/>
                  </a:lnTo>
                  <a:cubicBezTo>
                    <a:pt x="37154" y="102263"/>
                    <a:pt x="42495" y="104496"/>
                    <a:pt x="48193" y="105746"/>
                  </a:cubicBezTo>
                  <a:lnTo>
                    <a:pt x="49122" y="113873"/>
                  </a:lnTo>
                  <a:cubicBezTo>
                    <a:pt x="49318" y="115660"/>
                    <a:pt x="50837" y="116999"/>
                    <a:pt x="52623" y="116999"/>
                  </a:cubicBezTo>
                  <a:lnTo>
                    <a:pt x="64376" y="116999"/>
                  </a:lnTo>
                  <a:cubicBezTo>
                    <a:pt x="66163" y="116999"/>
                    <a:pt x="67681" y="115660"/>
                    <a:pt x="67878" y="113873"/>
                  </a:cubicBezTo>
                  <a:lnTo>
                    <a:pt x="68806" y="105746"/>
                  </a:lnTo>
                  <a:cubicBezTo>
                    <a:pt x="74522" y="104514"/>
                    <a:pt x="79863" y="102263"/>
                    <a:pt x="84615" y="99190"/>
                  </a:cubicBezTo>
                  <a:lnTo>
                    <a:pt x="91009" y="104299"/>
                  </a:lnTo>
                  <a:cubicBezTo>
                    <a:pt x="92421" y="105424"/>
                    <a:pt x="94439" y="105299"/>
                    <a:pt x="95707" y="104031"/>
                  </a:cubicBezTo>
                  <a:lnTo>
                    <a:pt x="104031" y="95707"/>
                  </a:lnTo>
                  <a:cubicBezTo>
                    <a:pt x="105299" y="94439"/>
                    <a:pt x="105407" y="92421"/>
                    <a:pt x="104299" y="91009"/>
                  </a:cubicBezTo>
                  <a:lnTo>
                    <a:pt x="99190" y="84615"/>
                  </a:lnTo>
                  <a:cubicBezTo>
                    <a:pt x="102263" y="79845"/>
                    <a:pt x="104496" y="74504"/>
                    <a:pt x="105746" y="68806"/>
                  </a:cubicBezTo>
                  <a:lnTo>
                    <a:pt x="113873" y="67878"/>
                  </a:lnTo>
                  <a:cubicBezTo>
                    <a:pt x="115660" y="67681"/>
                    <a:pt x="116999" y="66163"/>
                    <a:pt x="116999" y="64376"/>
                  </a:cubicBezTo>
                  <a:lnTo>
                    <a:pt x="116999" y="52623"/>
                  </a:lnTo>
                  <a:cubicBezTo>
                    <a:pt x="117017" y="50819"/>
                    <a:pt x="115660" y="49318"/>
                    <a:pt x="113873" y="49122"/>
                  </a:cubicBezTo>
                  <a:close/>
                  <a:moveTo>
                    <a:pt x="58500" y="81239"/>
                  </a:moveTo>
                  <a:cubicBezTo>
                    <a:pt x="45942" y="81239"/>
                    <a:pt x="35761" y="71057"/>
                    <a:pt x="35761" y="58500"/>
                  </a:cubicBezTo>
                  <a:cubicBezTo>
                    <a:pt x="35761" y="45942"/>
                    <a:pt x="45942" y="35761"/>
                    <a:pt x="58500" y="35761"/>
                  </a:cubicBezTo>
                  <a:cubicBezTo>
                    <a:pt x="71057" y="35761"/>
                    <a:pt x="81239" y="45942"/>
                    <a:pt x="81239" y="58500"/>
                  </a:cubicBezTo>
                  <a:cubicBezTo>
                    <a:pt x="81239" y="71057"/>
                    <a:pt x="71057" y="81239"/>
                    <a:pt x="58500" y="81239"/>
                  </a:cubicBezTo>
                  <a:close/>
                </a:path>
              </a:pathLst>
            </a:custGeom>
            <a:solidFill>
              <a:srgbClr val="3E4B6D"/>
            </a:solidFill>
            <a:ln w="1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9D7D9F3C-6602-D78C-0862-5824981BAEFB}"/>
                </a:ext>
              </a:extLst>
            </p:cNvPr>
            <p:cNvSpPr/>
            <p:nvPr/>
          </p:nvSpPr>
          <p:spPr>
            <a:xfrm>
              <a:off x="1537208" y="9193433"/>
              <a:ext cx="195114" cy="220314"/>
            </a:xfrm>
            <a:custGeom>
              <a:avLst/>
              <a:gdLst>
                <a:gd name="connsiteX0" fmla="*/ 195112 w 195114"/>
                <a:gd name="connsiteY0" fmla="*/ 209476 h 220314"/>
                <a:gd name="connsiteX1" fmla="*/ 191807 w 195114"/>
                <a:gd name="connsiteY1" fmla="*/ 50929 h 220314"/>
                <a:gd name="connsiteX2" fmla="*/ 143418 w 195114"/>
                <a:gd name="connsiteY2" fmla="*/ 2593 h 220314"/>
                <a:gd name="connsiteX3" fmla="*/ 13772 w 195114"/>
                <a:gd name="connsiteY3" fmla="*/ 3 h 220314"/>
                <a:gd name="connsiteX4" fmla="*/ 625 w 195114"/>
                <a:gd name="connsiteY4" fmla="*/ 17526 h 220314"/>
                <a:gd name="connsiteX5" fmla="*/ 31813 w 195114"/>
                <a:gd name="connsiteY5" fmla="*/ 47410 h 220314"/>
                <a:gd name="connsiteX6" fmla="*/ 82167 w 195114"/>
                <a:gd name="connsiteY6" fmla="*/ 60860 h 220314"/>
                <a:gd name="connsiteX7" fmla="*/ 141792 w 195114"/>
                <a:gd name="connsiteY7" fmla="*/ 128863 h 220314"/>
                <a:gd name="connsiteX8" fmla="*/ 148830 w 195114"/>
                <a:gd name="connsiteY8" fmla="*/ 182718 h 220314"/>
                <a:gd name="connsiteX9" fmla="*/ 181894 w 195114"/>
                <a:gd name="connsiteY9" fmla="*/ 219979 h 220314"/>
                <a:gd name="connsiteX10" fmla="*/ 195112 w 195114"/>
                <a:gd name="connsiteY10" fmla="*/ 209476 h 22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5114" h="220314">
                  <a:moveTo>
                    <a:pt x="195112" y="209476"/>
                  </a:moveTo>
                  <a:lnTo>
                    <a:pt x="191807" y="50929"/>
                  </a:lnTo>
                  <a:cubicBezTo>
                    <a:pt x="191254" y="24439"/>
                    <a:pt x="169908" y="3111"/>
                    <a:pt x="143418" y="2593"/>
                  </a:cubicBezTo>
                  <a:lnTo>
                    <a:pt x="13772" y="3"/>
                  </a:lnTo>
                  <a:cubicBezTo>
                    <a:pt x="4555" y="-176"/>
                    <a:pt x="-2126" y="8737"/>
                    <a:pt x="625" y="17526"/>
                  </a:cubicBezTo>
                  <a:cubicBezTo>
                    <a:pt x="5216" y="32173"/>
                    <a:pt x="16987" y="43444"/>
                    <a:pt x="31813" y="47410"/>
                  </a:cubicBezTo>
                  <a:lnTo>
                    <a:pt x="82167" y="60860"/>
                  </a:lnTo>
                  <a:cubicBezTo>
                    <a:pt x="113980" y="69363"/>
                    <a:pt x="137523" y="96210"/>
                    <a:pt x="141792" y="128863"/>
                  </a:cubicBezTo>
                  <a:lnTo>
                    <a:pt x="148830" y="182718"/>
                  </a:lnTo>
                  <a:cubicBezTo>
                    <a:pt x="151188" y="200741"/>
                    <a:pt x="164281" y="215496"/>
                    <a:pt x="181894" y="219979"/>
                  </a:cubicBezTo>
                  <a:cubicBezTo>
                    <a:pt x="188681" y="221712"/>
                    <a:pt x="195255" y="216496"/>
                    <a:pt x="195112" y="209476"/>
                  </a:cubicBezTo>
                  <a:close/>
                </a:path>
              </a:pathLst>
            </a:custGeom>
            <a:solidFill>
              <a:srgbClr val="FFD54B"/>
            </a:solidFill>
            <a:ln w="1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56480BE6-8FD6-DB38-EDAF-F2E72613E12A}"/>
                </a:ext>
              </a:extLst>
            </p:cNvPr>
            <p:cNvSpPr/>
            <p:nvPr/>
          </p:nvSpPr>
          <p:spPr>
            <a:xfrm>
              <a:off x="958320" y="9161659"/>
              <a:ext cx="869885" cy="575761"/>
            </a:xfrm>
            <a:custGeom>
              <a:avLst/>
              <a:gdLst>
                <a:gd name="connsiteX0" fmla="*/ 853577 w 869885"/>
                <a:gd name="connsiteY0" fmla="*/ 499364 h 575761"/>
                <a:gd name="connsiteX1" fmla="*/ 806831 w 869885"/>
                <a:gd name="connsiteY1" fmla="*/ 499364 h 575761"/>
                <a:gd name="connsiteX2" fmla="*/ 806831 w 869885"/>
                <a:gd name="connsiteY2" fmla="*/ 33707 h 575761"/>
                <a:gd name="connsiteX3" fmla="*/ 773125 w 869885"/>
                <a:gd name="connsiteY3" fmla="*/ 0 h 575761"/>
                <a:gd name="connsiteX4" fmla="*/ 96779 w 869885"/>
                <a:gd name="connsiteY4" fmla="*/ 0 h 575761"/>
                <a:gd name="connsiteX5" fmla="*/ 63072 w 869885"/>
                <a:gd name="connsiteY5" fmla="*/ 33707 h 575761"/>
                <a:gd name="connsiteX6" fmla="*/ 63072 w 869885"/>
                <a:gd name="connsiteY6" fmla="*/ 468087 h 575761"/>
                <a:gd name="connsiteX7" fmla="*/ 69324 w 869885"/>
                <a:gd name="connsiteY7" fmla="*/ 474339 h 575761"/>
                <a:gd name="connsiteX8" fmla="*/ 75576 w 869885"/>
                <a:gd name="connsiteY8" fmla="*/ 468087 h 575761"/>
                <a:gd name="connsiteX9" fmla="*/ 75576 w 869885"/>
                <a:gd name="connsiteY9" fmla="*/ 33707 h 575761"/>
                <a:gd name="connsiteX10" fmla="*/ 96779 w 869885"/>
                <a:gd name="connsiteY10" fmla="*/ 12504 h 575761"/>
                <a:gd name="connsiteX11" fmla="*/ 773125 w 869885"/>
                <a:gd name="connsiteY11" fmla="*/ 12504 h 575761"/>
                <a:gd name="connsiteX12" fmla="*/ 794328 w 869885"/>
                <a:gd name="connsiteY12" fmla="*/ 33707 h 575761"/>
                <a:gd name="connsiteX13" fmla="*/ 794328 w 869885"/>
                <a:gd name="connsiteY13" fmla="*/ 499364 h 575761"/>
                <a:gd name="connsiteX14" fmla="*/ 16326 w 869885"/>
                <a:gd name="connsiteY14" fmla="*/ 499364 h 575761"/>
                <a:gd name="connsiteX15" fmla="*/ 0 w 869885"/>
                <a:gd name="connsiteY15" fmla="*/ 515690 h 575761"/>
                <a:gd name="connsiteX16" fmla="*/ 0 w 869885"/>
                <a:gd name="connsiteY16" fmla="*/ 537197 h 575761"/>
                <a:gd name="connsiteX17" fmla="*/ 9199 w 869885"/>
                <a:gd name="connsiteY17" fmla="*/ 551898 h 575761"/>
                <a:gd name="connsiteX18" fmla="*/ 25901 w 869885"/>
                <a:gd name="connsiteY18" fmla="*/ 560007 h 575761"/>
                <a:gd name="connsiteX19" fmla="*/ 94510 w 869885"/>
                <a:gd name="connsiteY19" fmla="*/ 575762 h 575761"/>
                <a:gd name="connsiteX20" fmla="*/ 775375 w 869885"/>
                <a:gd name="connsiteY20" fmla="*/ 575762 h 575761"/>
                <a:gd name="connsiteX21" fmla="*/ 843985 w 869885"/>
                <a:gd name="connsiteY21" fmla="*/ 560007 h 575761"/>
                <a:gd name="connsiteX22" fmla="*/ 860687 w 869885"/>
                <a:gd name="connsiteY22" fmla="*/ 551898 h 575761"/>
                <a:gd name="connsiteX23" fmla="*/ 869886 w 869885"/>
                <a:gd name="connsiteY23" fmla="*/ 537197 h 575761"/>
                <a:gd name="connsiteX24" fmla="*/ 869886 w 869885"/>
                <a:gd name="connsiteY24" fmla="*/ 515690 h 575761"/>
                <a:gd name="connsiteX25" fmla="*/ 853577 w 869885"/>
                <a:gd name="connsiteY25" fmla="*/ 499364 h 575761"/>
                <a:gd name="connsiteX26" fmla="*/ 857400 w 869885"/>
                <a:gd name="connsiteY26" fmla="*/ 537215 h 575761"/>
                <a:gd name="connsiteX27" fmla="*/ 855239 w 869885"/>
                <a:gd name="connsiteY27" fmla="*/ 540662 h 575761"/>
                <a:gd name="connsiteX28" fmla="*/ 838537 w 869885"/>
                <a:gd name="connsiteY28" fmla="*/ 548772 h 575761"/>
                <a:gd name="connsiteX29" fmla="*/ 775393 w 869885"/>
                <a:gd name="connsiteY29" fmla="*/ 563276 h 575761"/>
                <a:gd name="connsiteX30" fmla="*/ 94510 w 869885"/>
                <a:gd name="connsiteY30" fmla="*/ 563276 h 575761"/>
                <a:gd name="connsiteX31" fmla="*/ 31367 w 869885"/>
                <a:gd name="connsiteY31" fmla="*/ 548772 h 575761"/>
                <a:gd name="connsiteX32" fmla="*/ 14665 w 869885"/>
                <a:gd name="connsiteY32" fmla="*/ 540662 h 575761"/>
                <a:gd name="connsiteX33" fmla="*/ 12504 w 869885"/>
                <a:gd name="connsiteY33" fmla="*/ 537215 h 575761"/>
                <a:gd name="connsiteX34" fmla="*/ 12504 w 869885"/>
                <a:gd name="connsiteY34" fmla="*/ 515708 h 575761"/>
                <a:gd name="connsiteX35" fmla="*/ 16326 w 869885"/>
                <a:gd name="connsiteY35" fmla="*/ 511886 h 575761"/>
                <a:gd name="connsiteX36" fmla="*/ 318971 w 869885"/>
                <a:gd name="connsiteY36" fmla="*/ 511886 h 575761"/>
                <a:gd name="connsiteX37" fmla="*/ 325651 w 869885"/>
                <a:gd name="connsiteY37" fmla="*/ 531570 h 575761"/>
                <a:gd name="connsiteX38" fmla="*/ 348480 w 869885"/>
                <a:gd name="connsiteY38" fmla="*/ 547932 h 575761"/>
                <a:gd name="connsiteX39" fmla="*/ 521406 w 869885"/>
                <a:gd name="connsiteY39" fmla="*/ 547932 h 575761"/>
                <a:gd name="connsiteX40" fmla="*/ 544235 w 869885"/>
                <a:gd name="connsiteY40" fmla="*/ 531570 h 575761"/>
                <a:gd name="connsiteX41" fmla="*/ 540323 w 869885"/>
                <a:gd name="connsiteY41" fmla="*/ 523639 h 575761"/>
                <a:gd name="connsiteX42" fmla="*/ 532392 w 869885"/>
                <a:gd name="connsiteY42" fmla="*/ 527551 h 575761"/>
                <a:gd name="connsiteX43" fmla="*/ 521406 w 869885"/>
                <a:gd name="connsiteY43" fmla="*/ 535428 h 575761"/>
                <a:gd name="connsiteX44" fmla="*/ 494773 w 869885"/>
                <a:gd name="connsiteY44" fmla="*/ 535428 h 575761"/>
                <a:gd name="connsiteX45" fmla="*/ 512868 w 869885"/>
                <a:gd name="connsiteY45" fmla="*/ 512815 h 575761"/>
                <a:gd name="connsiteX46" fmla="*/ 513065 w 869885"/>
                <a:gd name="connsiteY46" fmla="*/ 511904 h 575761"/>
                <a:gd name="connsiteX47" fmla="*/ 853577 w 869885"/>
                <a:gd name="connsiteY47" fmla="*/ 511904 h 575761"/>
                <a:gd name="connsiteX48" fmla="*/ 857400 w 869885"/>
                <a:gd name="connsiteY48" fmla="*/ 515726 h 575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869885" h="575761">
                  <a:moveTo>
                    <a:pt x="853577" y="499364"/>
                  </a:moveTo>
                  <a:lnTo>
                    <a:pt x="806831" y="499364"/>
                  </a:lnTo>
                  <a:lnTo>
                    <a:pt x="806831" y="33707"/>
                  </a:lnTo>
                  <a:cubicBezTo>
                    <a:pt x="806831" y="15130"/>
                    <a:pt x="791720" y="0"/>
                    <a:pt x="773125" y="0"/>
                  </a:cubicBezTo>
                  <a:lnTo>
                    <a:pt x="96779" y="0"/>
                  </a:lnTo>
                  <a:cubicBezTo>
                    <a:pt x="78202" y="0"/>
                    <a:pt x="63072" y="15112"/>
                    <a:pt x="63072" y="33707"/>
                  </a:cubicBezTo>
                  <a:lnTo>
                    <a:pt x="63072" y="468087"/>
                  </a:lnTo>
                  <a:cubicBezTo>
                    <a:pt x="63072" y="471534"/>
                    <a:pt x="65877" y="474339"/>
                    <a:pt x="69324" y="474339"/>
                  </a:cubicBezTo>
                  <a:cubicBezTo>
                    <a:pt x="72772" y="474339"/>
                    <a:pt x="75576" y="471534"/>
                    <a:pt x="75576" y="468087"/>
                  </a:cubicBezTo>
                  <a:lnTo>
                    <a:pt x="75576" y="33707"/>
                  </a:lnTo>
                  <a:cubicBezTo>
                    <a:pt x="75576" y="22024"/>
                    <a:pt x="85079" y="12504"/>
                    <a:pt x="96779" y="12504"/>
                  </a:cubicBezTo>
                  <a:lnTo>
                    <a:pt x="773125" y="12504"/>
                  </a:lnTo>
                  <a:cubicBezTo>
                    <a:pt x="784807" y="12504"/>
                    <a:pt x="794328" y="22007"/>
                    <a:pt x="794328" y="33707"/>
                  </a:cubicBezTo>
                  <a:lnTo>
                    <a:pt x="794328" y="499364"/>
                  </a:lnTo>
                  <a:lnTo>
                    <a:pt x="16326" y="499364"/>
                  </a:lnTo>
                  <a:cubicBezTo>
                    <a:pt x="7324" y="499364"/>
                    <a:pt x="0" y="506688"/>
                    <a:pt x="0" y="515690"/>
                  </a:cubicBezTo>
                  <a:lnTo>
                    <a:pt x="0" y="537197"/>
                  </a:lnTo>
                  <a:cubicBezTo>
                    <a:pt x="0" y="543413"/>
                    <a:pt x="3608" y="549183"/>
                    <a:pt x="9199" y="551898"/>
                  </a:cubicBezTo>
                  <a:lnTo>
                    <a:pt x="25901" y="560007"/>
                  </a:lnTo>
                  <a:cubicBezTo>
                    <a:pt x="47157" y="570314"/>
                    <a:pt x="70878" y="575762"/>
                    <a:pt x="94510" y="575762"/>
                  </a:cubicBezTo>
                  <a:lnTo>
                    <a:pt x="775375" y="575762"/>
                  </a:lnTo>
                  <a:cubicBezTo>
                    <a:pt x="799008" y="575762"/>
                    <a:pt x="822729" y="570314"/>
                    <a:pt x="843985" y="560007"/>
                  </a:cubicBezTo>
                  <a:lnTo>
                    <a:pt x="860687" y="551898"/>
                  </a:lnTo>
                  <a:cubicBezTo>
                    <a:pt x="866278" y="549183"/>
                    <a:pt x="869886" y="543413"/>
                    <a:pt x="869886" y="537197"/>
                  </a:cubicBezTo>
                  <a:lnTo>
                    <a:pt x="869886" y="515690"/>
                  </a:lnTo>
                  <a:cubicBezTo>
                    <a:pt x="869904" y="506688"/>
                    <a:pt x="862580" y="499364"/>
                    <a:pt x="853577" y="499364"/>
                  </a:cubicBezTo>
                  <a:close/>
                  <a:moveTo>
                    <a:pt x="857400" y="537215"/>
                  </a:moveTo>
                  <a:cubicBezTo>
                    <a:pt x="857400" y="538679"/>
                    <a:pt x="856560" y="540019"/>
                    <a:pt x="855239" y="540662"/>
                  </a:cubicBezTo>
                  <a:lnTo>
                    <a:pt x="838537" y="548772"/>
                  </a:lnTo>
                  <a:cubicBezTo>
                    <a:pt x="818978" y="558257"/>
                    <a:pt x="797132" y="563276"/>
                    <a:pt x="775393" y="563276"/>
                  </a:cubicBezTo>
                  <a:lnTo>
                    <a:pt x="94510" y="563276"/>
                  </a:lnTo>
                  <a:cubicBezTo>
                    <a:pt x="72754" y="563276"/>
                    <a:pt x="50926" y="558257"/>
                    <a:pt x="31367" y="548772"/>
                  </a:cubicBezTo>
                  <a:lnTo>
                    <a:pt x="14665" y="540662"/>
                  </a:lnTo>
                  <a:cubicBezTo>
                    <a:pt x="13361" y="540019"/>
                    <a:pt x="12504" y="538679"/>
                    <a:pt x="12504" y="537215"/>
                  </a:cubicBezTo>
                  <a:lnTo>
                    <a:pt x="12504" y="515708"/>
                  </a:lnTo>
                  <a:cubicBezTo>
                    <a:pt x="12504" y="513600"/>
                    <a:pt x="14219" y="511886"/>
                    <a:pt x="16326" y="511886"/>
                  </a:cubicBezTo>
                  <a:lnTo>
                    <a:pt x="318971" y="511886"/>
                  </a:lnTo>
                  <a:lnTo>
                    <a:pt x="325651" y="531570"/>
                  </a:lnTo>
                  <a:cubicBezTo>
                    <a:pt x="328974" y="541359"/>
                    <a:pt x="338155" y="547932"/>
                    <a:pt x="348480" y="547932"/>
                  </a:cubicBezTo>
                  <a:lnTo>
                    <a:pt x="521406" y="547932"/>
                  </a:lnTo>
                  <a:cubicBezTo>
                    <a:pt x="531749" y="547932"/>
                    <a:pt x="540912" y="541359"/>
                    <a:pt x="544235" y="531570"/>
                  </a:cubicBezTo>
                  <a:cubicBezTo>
                    <a:pt x="545342" y="528301"/>
                    <a:pt x="543592" y="524747"/>
                    <a:pt x="540323" y="523639"/>
                  </a:cubicBezTo>
                  <a:cubicBezTo>
                    <a:pt x="537054" y="522532"/>
                    <a:pt x="533499" y="524282"/>
                    <a:pt x="532392" y="527551"/>
                  </a:cubicBezTo>
                  <a:cubicBezTo>
                    <a:pt x="530784" y="532267"/>
                    <a:pt x="526372" y="535428"/>
                    <a:pt x="521406" y="535428"/>
                  </a:cubicBezTo>
                  <a:lnTo>
                    <a:pt x="494773" y="535428"/>
                  </a:lnTo>
                  <a:cubicBezTo>
                    <a:pt x="503079" y="530355"/>
                    <a:pt x="509599" y="522460"/>
                    <a:pt x="512868" y="512815"/>
                  </a:cubicBezTo>
                  <a:cubicBezTo>
                    <a:pt x="512975" y="512511"/>
                    <a:pt x="513011" y="512207"/>
                    <a:pt x="513065" y="511904"/>
                  </a:cubicBezTo>
                  <a:lnTo>
                    <a:pt x="853577" y="511904"/>
                  </a:lnTo>
                  <a:cubicBezTo>
                    <a:pt x="855685" y="511904"/>
                    <a:pt x="857400" y="513618"/>
                    <a:pt x="857400" y="515726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1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C0C0C478-0D73-DC93-EEB5-D099369F1DAE}"/>
              </a:ext>
            </a:extLst>
          </p:cNvPr>
          <p:cNvGrpSpPr/>
          <p:nvPr/>
        </p:nvGrpSpPr>
        <p:grpSpPr>
          <a:xfrm>
            <a:off x="6481397" y="1976844"/>
            <a:ext cx="906859" cy="906860"/>
            <a:chOff x="5347999" y="4158350"/>
            <a:chExt cx="726123" cy="726124"/>
          </a:xfrm>
        </p:grpSpPr>
        <p:grpSp>
          <p:nvGrpSpPr>
            <p:cNvPr id="125" name="Graphic 8">
              <a:extLst>
                <a:ext uri="{FF2B5EF4-FFF2-40B4-BE49-F238E27FC236}">
                  <a16:creationId xmlns:a16="http://schemas.microsoft.com/office/drawing/2014/main" id="{3C16D7C8-85E8-0FD5-BFFF-A594A4008726}"/>
                </a:ext>
              </a:extLst>
            </p:cNvPr>
            <p:cNvGrpSpPr/>
            <p:nvPr/>
          </p:nvGrpSpPr>
          <p:grpSpPr>
            <a:xfrm>
              <a:off x="5347999" y="4158350"/>
              <a:ext cx="726123" cy="726124"/>
              <a:chOff x="949274" y="4159780"/>
              <a:chExt cx="869884" cy="869885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807A310-9518-FE1D-E6AB-04F698AF1BFB}"/>
                  </a:ext>
                </a:extLst>
              </p:cNvPr>
              <p:cNvSpPr/>
              <p:nvPr/>
            </p:nvSpPr>
            <p:spPr>
              <a:xfrm>
                <a:off x="949274" y="4661877"/>
                <a:ext cx="869884" cy="367788"/>
              </a:xfrm>
              <a:custGeom>
                <a:avLst/>
                <a:gdLst>
                  <a:gd name="connsiteX0" fmla="*/ 866717 w 869884"/>
                  <a:gd name="connsiteY0" fmla="*/ 312558 h 367788"/>
                  <a:gd name="connsiteX1" fmla="*/ 852230 w 869884"/>
                  <a:gd name="connsiteY1" fmla="*/ 305002 h 367788"/>
                  <a:gd name="connsiteX2" fmla="*/ 833778 w 869884"/>
                  <a:gd name="connsiteY2" fmla="*/ 305002 h 367788"/>
                  <a:gd name="connsiteX3" fmla="*/ 833778 w 869884"/>
                  <a:gd name="connsiteY3" fmla="*/ 6252 h 367788"/>
                  <a:gd name="connsiteX4" fmla="*/ 827526 w 869884"/>
                  <a:gd name="connsiteY4" fmla="*/ 0 h 367788"/>
                  <a:gd name="connsiteX5" fmla="*/ 821275 w 869884"/>
                  <a:gd name="connsiteY5" fmla="*/ 6252 h 367788"/>
                  <a:gd name="connsiteX6" fmla="*/ 821275 w 869884"/>
                  <a:gd name="connsiteY6" fmla="*/ 304984 h 367788"/>
                  <a:gd name="connsiteX7" fmla="*/ 559535 w 869884"/>
                  <a:gd name="connsiteY7" fmla="*/ 304984 h 367788"/>
                  <a:gd name="connsiteX8" fmla="*/ 549729 w 869884"/>
                  <a:gd name="connsiteY8" fmla="*/ 311451 h 367788"/>
                  <a:gd name="connsiteX9" fmla="*/ 545049 w 869884"/>
                  <a:gd name="connsiteY9" fmla="*/ 322329 h 367788"/>
                  <a:gd name="connsiteX10" fmla="*/ 326483 w 869884"/>
                  <a:gd name="connsiteY10" fmla="*/ 322329 h 367788"/>
                  <a:gd name="connsiteX11" fmla="*/ 324197 w 869884"/>
                  <a:gd name="connsiteY11" fmla="*/ 320828 h 367788"/>
                  <a:gd name="connsiteX12" fmla="*/ 320160 w 869884"/>
                  <a:gd name="connsiteY12" fmla="*/ 311451 h 367788"/>
                  <a:gd name="connsiteX13" fmla="*/ 310353 w 869884"/>
                  <a:gd name="connsiteY13" fmla="*/ 304984 h 367788"/>
                  <a:gd name="connsiteX14" fmla="*/ 17658 w 869884"/>
                  <a:gd name="connsiteY14" fmla="*/ 304984 h 367788"/>
                  <a:gd name="connsiteX15" fmla="*/ 3172 w 869884"/>
                  <a:gd name="connsiteY15" fmla="*/ 312540 h 367788"/>
                  <a:gd name="connsiteX16" fmla="*/ 1082 w 869884"/>
                  <a:gd name="connsiteY16" fmla="*/ 328741 h 367788"/>
                  <a:gd name="connsiteX17" fmla="*/ 3654 w 869884"/>
                  <a:gd name="connsiteY17" fmla="*/ 335708 h 367788"/>
                  <a:gd name="connsiteX18" fmla="*/ 49650 w 869884"/>
                  <a:gd name="connsiteY18" fmla="*/ 367789 h 367788"/>
                  <a:gd name="connsiteX19" fmla="*/ 820239 w 869884"/>
                  <a:gd name="connsiteY19" fmla="*/ 367789 h 367788"/>
                  <a:gd name="connsiteX20" fmla="*/ 866234 w 869884"/>
                  <a:gd name="connsiteY20" fmla="*/ 335708 h 367788"/>
                  <a:gd name="connsiteX21" fmla="*/ 868807 w 869884"/>
                  <a:gd name="connsiteY21" fmla="*/ 328741 h 367788"/>
                  <a:gd name="connsiteX22" fmla="*/ 866717 w 869884"/>
                  <a:gd name="connsiteY22" fmla="*/ 312558 h 367788"/>
                  <a:gd name="connsiteX23" fmla="*/ 857071 w 869884"/>
                  <a:gd name="connsiteY23" fmla="*/ 324437 h 367788"/>
                  <a:gd name="connsiteX24" fmla="*/ 854499 w 869884"/>
                  <a:gd name="connsiteY24" fmla="*/ 331403 h 367788"/>
                  <a:gd name="connsiteX25" fmla="*/ 820239 w 869884"/>
                  <a:gd name="connsiteY25" fmla="*/ 355303 h 367788"/>
                  <a:gd name="connsiteX26" fmla="*/ 775154 w 869884"/>
                  <a:gd name="connsiteY26" fmla="*/ 355303 h 367788"/>
                  <a:gd name="connsiteX27" fmla="*/ 800768 w 869884"/>
                  <a:gd name="connsiteY27" fmla="*/ 317488 h 367788"/>
                  <a:gd name="connsiteX28" fmla="*/ 852230 w 869884"/>
                  <a:gd name="connsiteY28" fmla="*/ 317488 h 367788"/>
                  <a:gd name="connsiteX29" fmla="*/ 856464 w 869884"/>
                  <a:gd name="connsiteY29" fmla="*/ 319703 h 367788"/>
                  <a:gd name="connsiteX30" fmla="*/ 857071 w 869884"/>
                  <a:gd name="connsiteY30" fmla="*/ 324437 h 367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869884" h="367788">
                    <a:moveTo>
                      <a:pt x="866717" y="312558"/>
                    </a:moveTo>
                    <a:cubicBezTo>
                      <a:pt x="863412" y="307825"/>
                      <a:pt x="858000" y="305002"/>
                      <a:pt x="852230" y="305002"/>
                    </a:cubicBezTo>
                    <a:lnTo>
                      <a:pt x="833778" y="305002"/>
                    </a:lnTo>
                    <a:lnTo>
                      <a:pt x="833778" y="6252"/>
                    </a:lnTo>
                    <a:cubicBezTo>
                      <a:pt x="833778" y="2804"/>
                      <a:pt x="830974" y="0"/>
                      <a:pt x="827526" y="0"/>
                    </a:cubicBezTo>
                    <a:cubicBezTo>
                      <a:pt x="824079" y="0"/>
                      <a:pt x="821275" y="2804"/>
                      <a:pt x="821275" y="6252"/>
                    </a:cubicBezTo>
                    <a:lnTo>
                      <a:pt x="821275" y="304984"/>
                    </a:lnTo>
                    <a:lnTo>
                      <a:pt x="559535" y="304984"/>
                    </a:lnTo>
                    <a:cubicBezTo>
                      <a:pt x="555266" y="304984"/>
                      <a:pt x="551408" y="307521"/>
                      <a:pt x="549729" y="311451"/>
                    </a:cubicBezTo>
                    <a:lnTo>
                      <a:pt x="545049" y="322329"/>
                    </a:lnTo>
                    <a:lnTo>
                      <a:pt x="326483" y="322329"/>
                    </a:lnTo>
                    <a:cubicBezTo>
                      <a:pt x="325483" y="322329"/>
                      <a:pt x="324590" y="321739"/>
                      <a:pt x="324197" y="320828"/>
                    </a:cubicBezTo>
                    <a:lnTo>
                      <a:pt x="320160" y="311451"/>
                    </a:lnTo>
                    <a:cubicBezTo>
                      <a:pt x="318481" y="307521"/>
                      <a:pt x="314623" y="304984"/>
                      <a:pt x="310353" y="304984"/>
                    </a:cubicBezTo>
                    <a:lnTo>
                      <a:pt x="17658" y="304984"/>
                    </a:lnTo>
                    <a:cubicBezTo>
                      <a:pt x="11889" y="304984"/>
                      <a:pt x="6477" y="307807"/>
                      <a:pt x="3172" y="312540"/>
                    </a:cubicBezTo>
                    <a:cubicBezTo>
                      <a:pt x="-133" y="317274"/>
                      <a:pt x="-901" y="323329"/>
                      <a:pt x="1082" y="328741"/>
                    </a:cubicBezTo>
                    <a:lnTo>
                      <a:pt x="3654" y="335708"/>
                    </a:lnTo>
                    <a:cubicBezTo>
                      <a:pt x="10728" y="354892"/>
                      <a:pt x="29198" y="367789"/>
                      <a:pt x="49650" y="367789"/>
                    </a:cubicBezTo>
                    <a:lnTo>
                      <a:pt x="820239" y="367789"/>
                    </a:lnTo>
                    <a:cubicBezTo>
                      <a:pt x="840691" y="367789"/>
                      <a:pt x="859161" y="354892"/>
                      <a:pt x="866234" y="335708"/>
                    </a:cubicBezTo>
                    <a:lnTo>
                      <a:pt x="868807" y="328741"/>
                    </a:lnTo>
                    <a:cubicBezTo>
                      <a:pt x="870789" y="323347"/>
                      <a:pt x="870003" y="317292"/>
                      <a:pt x="866717" y="312558"/>
                    </a:cubicBezTo>
                    <a:close/>
                    <a:moveTo>
                      <a:pt x="857071" y="324437"/>
                    </a:moveTo>
                    <a:lnTo>
                      <a:pt x="854499" y="331403"/>
                    </a:lnTo>
                    <a:cubicBezTo>
                      <a:pt x="849229" y="345693"/>
                      <a:pt x="835457" y="355303"/>
                      <a:pt x="820239" y="355303"/>
                    </a:cubicBezTo>
                    <a:lnTo>
                      <a:pt x="775154" y="355303"/>
                    </a:lnTo>
                    <a:cubicBezTo>
                      <a:pt x="788926" y="347694"/>
                      <a:pt x="798750" y="333797"/>
                      <a:pt x="800768" y="317488"/>
                    </a:cubicBezTo>
                    <a:lnTo>
                      <a:pt x="852230" y="317488"/>
                    </a:lnTo>
                    <a:cubicBezTo>
                      <a:pt x="853945" y="317488"/>
                      <a:pt x="855481" y="318292"/>
                      <a:pt x="856464" y="319703"/>
                    </a:cubicBezTo>
                    <a:cubicBezTo>
                      <a:pt x="857428" y="321114"/>
                      <a:pt x="857660" y="322829"/>
                      <a:pt x="857071" y="324437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17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A5CA65DB-9839-30F2-2735-6D9CAB72B333}"/>
                  </a:ext>
                </a:extLst>
              </p:cNvPr>
              <p:cNvSpPr/>
              <p:nvPr/>
            </p:nvSpPr>
            <p:spPr>
              <a:xfrm>
                <a:off x="985385" y="4159780"/>
                <a:ext cx="762835" cy="793095"/>
              </a:xfrm>
              <a:custGeom>
                <a:avLst/>
                <a:gdLst>
                  <a:gd name="connsiteX0" fmla="*/ 6252 w 762835"/>
                  <a:gd name="connsiteY0" fmla="*/ 793095 h 793095"/>
                  <a:gd name="connsiteX1" fmla="*/ 12504 w 762835"/>
                  <a:gd name="connsiteY1" fmla="*/ 786843 h 793095"/>
                  <a:gd name="connsiteX2" fmla="*/ 12504 w 762835"/>
                  <a:gd name="connsiteY2" fmla="*/ 288158 h 793095"/>
                  <a:gd name="connsiteX3" fmla="*/ 28491 w 762835"/>
                  <a:gd name="connsiteY3" fmla="*/ 272171 h 793095"/>
                  <a:gd name="connsiteX4" fmla="*/ 139095 w 762835"/>
                  <a:gd name="connsiteY4" fmla="*/ 272171 h 793095"/>
                  <a:gd name="connsiteX5" fmla="*/ 139095 w 762835"/>
                  <a:gd name="connsiteY5" fmla="*/ 294838 h 793095"/>
                  <a:gd name="connsiteX6" fmla="*/ 47175 w 762835"/>
                  <a:gd name="connsiteY6" fmla="*/ 294838 h 793095"/>
                  <a:gd name="connsiteX7" fmla="*/ 34832 w 762835"/>
                  <a:gd name="connsiteY7" fmla="*/ 307181 h 793095"/>
                  <a:gd name="connsiteX8" fmla="*/ 34832 w 762835"/>
                  <a:gd name="connsiteY8" fmla="*/ 744795 h 793095"/>
                  <a:gd name="connsiteX9" fmla="*/ 47175 w 762835"/>
                  <a:gd name="connsiteY9" fmla="*/ 757138 h 793095"/>
                  <a:gd name="connsiteX10" fmla="*/ 750493 w 762835"/>
                  <a:gd name="connsiteY10" fmla="*/ 757138 h 793095"/>
                  <a:gd name="connsiteX11" fmla="*/ 762836 w 762835"/>
                  <a:gd name="connsiteY11" fmla="*/ 744795 h 793095"/>
                  <a:gd name="connsiteX12" fmla="*/ 762836 w 762835"/>
                  <a:gd name="connsiteY12" fmla="*/ 535946 h 793095"/>
                  <a:gd name="connsiteX13" fmla="*/ 756584 w 762835"/>
                  <a:gd name="connsiteY13" fmla="*/ 529695 h 793095"/>
                  <a:gd name="connsiteX14" fmla="*/ 750332 w 762835"/>
                  <a:gd name="connsiteY14" fmla="*/ 535946 h 793095"/>
                  <a:gd name="connsiteX15" fmla="*/ 750332 w 762835"/>
                  <a:gd name="connsiteY15" fmla="*/ 744652 h 793095"/>
                  <a:gd name="connsiteX16" fmla="*/ 47336 w 762835"/>
                  <a:gd name="connsiteY16" fmla="*/ 744652 h 793095"/>
                  <a:gd name="connsiteX17" fmla="*/ 47336 w 762835"/>
                  <a:gd name="connsiteY17" fmla="*/ 307342 h 793095"/>
                  <a:gd name="connsiteX18" fmla="*/ 139095 w 762835"/>
                  <a:gd name="connsiteY18" fmla="*/ 307342 h 793095"/>
                  <a:gd name="connsiteX19" fmla="*/ 139095 w 762835"/>
                  <a:gd name="connsiteY19" fmla="*/ 694333 h 793095"/>
                  <a:gd name="connsiteX20" fmla="*/ 153778 w 762835"/>
                  <a:gd name="connsiteY20" fmla="*/ 709016 h 793095"/>
                  <a:gd name="connsiteX21" fmla="*/ 643872 w 762835"/>
                  <a:gd name="connsiteY21" fmla="*/ 709016 h 793095"/>
                  <a:gd name="connsiteX22" fmla="*/ 658555 w 762835"/>
                  <a:gd name="connsiteY22" fmla="*/ 694333 h 793095"/>
                  <a:gd name="connsiteX23" fmla="*/ 658555 w 762835"/>
                  <a:gd name="connsiteY23" fmla="*/ 574369 h 793095"/>
                  <a:gd name="connsiteX24" fmla="*/ 652303 w 762835"/>
                  <a:gd name="connsiteY24" fmla="*/ 568117 h 793095"/>
                  <a:gd name="connsiteX25" fmla="*/ 646051 w 762835"/>
                  <a:gd name="connsiteY25" fmla="*/ 574369 h 793095"/>
                  <a:gd name="connsiteX26" fmla="*/ 646051 w 762835"/>
                  <a:gd name="connsiteY26" fmla="*/ 694333 h 793095"/>
                  <a:gd name="connsiteX27" fmla="*/ 643872 w 762835"/>
                  <a:gd name="connsiteY27" fmla="*/ 696512 h 793095"/>
                  <a:gd name="connsiteX28" fmla="*/ 153778 w 762835"/>
                  <a:gd name="connsiteY28" fmla="*/ 696512 h 793095"/>
                  <a:gd name="connsiteX29" fmla="*/ 151599 w 762835"/>
                  <a:gd name="connsiteY29" fmla="*/ 694333 h 793095"/>
                  <a:gd name="connsiteX30" fmla="*/ 151599 w 762835"/>
                  <a:gd name="connsiteY30" fmla="*/ 14683 h 793095"/>
                  <a:gd name="connsiteX31" fmla="*/ 153778 w 762835"/>
                  <a:gd name="connsiteY31" fmla="*/ 12504 h 793095"/>
                  <a:gd name="connsiteX32" fmla="*/ 643872 w 762835"/>
                  <a:gd name="connsiteY32" fmla="*/ 12504 h 793095"/>
                  <a:gd name="connsiteX33" fmla="*/ 646051 w 762835"/>
                  <a:gd name="connsiteY33" fmla="*/ 14683 h 793095"/>
                  <a:gd name="connsiteX34" fmla="*/ 646051 w 762835"/>
                  <a:gd name="connsiteY34" fmla="*/ 132933 h 793095"/>
                  <a:gd name="connsiteX35" fmla="*/ 652303 w 762835"/>
                  <a:gd name="connsiteY35" fmla="*/ 139185 h 793095"/>
                  <a:gd name="connsiteX36" fmla="*/ 658555 w 762835"/>
                  <a:gd name="connsiteY36" fmla="*/ 132933 h 793095"/>
                  <a:gd name="connsiteX37" fmla="*/ 658555 w 762835"/>
                  <a:gd name="connsiteY37" fmla="*/ 14683 h 793095"/>
                  <a:gd name="connsiteX38" fmla="*/ 643872 w 762835"/>
                  <a:gd name="connsiteY38" fmla="*/ 0 h 793095"/>
                  <a:gd name="connsiteX39" fmla="*/ 153778 w 762835"/>
                  <a:gd name="connsiteY39" fmla="*/ 0 h 793095"/>
                  <a:gd name="connsiteX40" fmla="*/ 139095 w 762835"/>
                  <a:gd name="connsiteY40" fmla="*/ 14683 h 793095"/>
                  <a:gd name="connsiteX41" fmla="*/ 139095 w 762835"/>
                  <a:gd name="connsiteY41" fmla="*/ 259667 h 793095"/>
                  <a:gd name="connsiteX42" fmla="*/ 28491 w 762835"/>
                  <a:gd name="connsiteY42" fmla="*/ 259667 h 793095"/>
                  <a:gd name="connsiteX43" fmla="*/ 0 w 762835"/>
                  <a:gd name="connsiteY43" fmla="*/ 288158 h 793095"/>
                  <a:gd name="connsiteX44" fmla="*/ 0 w 762835"/>
                  <a:gd name="connsiteY44" fmla="*/ 786843 h 793095"/>
                  <a:gd name="connsiteX45" fmla="*/ 6252 w 762835"/>
                  <a:gd name="connsiteY45" fmla="*/ 793095 h 793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762835" h="793095">
                    <a:moveTo>
                      <a:pt x="6252" y="793095"/>
                    </a:moveTo>
                    <a:cubicBezTo>
                      <a:pt x="9699" y="793095"/>
                      <a:pt x="12504" y="790291"/>
                      <a:pt x="12504" y="786843"/>
                    </a:cubicBezTo>
                    <a:lnTo>
                      <a:pt x="12504" y="288158"/>
                    </a:lnTo>
                    <a:cubicBezTo>
                      <a:pt x="12504" y="279334"/>
                      <a:pt x="19684" y="272171"/>
                      <a:pt x="28491" y="272171"/>
                    </a:cubicBezTo>
                    <a:lnTo>
                      <a:pt x="139095" y="272171"/>
                    </a:lnTo>
                    <a:lnTo>
                      <a:pt x="139095" y="294838"/>
                    </a:lnTo>
                    <a:lnTo>
                      <a:pt x="47175" y="294838"/>
                    </a:lnTo>
                    <a:cubicBezTo>
                      <a:pt x="40369" y="294838"/>
                      <a:pt x="34832" y="300376"/>
                      <a:pt x="34832" y="307181"/>
                    </a:cubicBezTo>
                    <a:lnTo>
                      <a:pt x="34832" y="744795"/>
                    </a:lnTo>
                    <a:cubicBezTo>
                      <a:pt x="34832" y="751600"/>
                      <a:pt x="40369" y="757138"/>
                      <a:pt x="47175" y="757138"/>
                    </a:cubicBezTo>
                    <a:lnTo>
                      <a:pt x="750493" y="757138"/>
                    </a:lnTo>
                    <a:cubicBezTo>
                      <a:pt x="757299" y="757138"/>
                      <a:pt x="762836" y="751600"/>
                      <a:pt x="762836" y="744795"/>
                    </a:cubicBezTo>
                    <a:lnTo>
                      <a:pt x="762836" y="535946"/>
                    </a:lnTo>
                    <a:cubicBezTo>
                      <a:pt x="762836" y="532499"/>
                      <a:pt x="760032" y="529695"/>
                      <a:pt x="756584" y="529695"/>
                    </a:cubicBezTo>
                    <a:cubicBezTo>
                      <a:pt x="753137" y="529695"/>
                      <a:pt x="750332" y="532499"/>
                      <a:pt x="750332" y="535946"/>
                    </a:cubicBezTo>
                    <a:lnTo>
                      <a:pt x="750332" y="744652"/>
                    </a:lnTo>
                    <a:lnTo>
                      <a:pt x="47336" y="744652"/>
                    </a:lnTo>
                    <a:lnTo>
                      <a:pt x="47336" y="307342"/>
                    </a:lnTo>
                    <a:lnTo>
                      <a:pt x="139095" y="307342"/>
                    </a:lnTo>
                    <a:lnTo>
                      <a:pt x="139095" y="694333"/>
                    </a:lnTo>
                    <a:cubicBezTo>
                      <a:pt x="139095" y="702443"/>
                      <a:pt x="145687" y="709016"/>
                      <a:pt x="153778" y="709016"/>
                    </a:cubicBezTo>
                    <a:lnTo>
                      <a:pt x="643872" y="709016"/>
                    </a:lnTo>
                    <a:cubicBezTo>
                      <a:pt x="651981" y="709016"/>
                      <a:pt x="658555" y="702425"/>
                      <a:pt x="658555" y="694333"/>
                    </a:cubicBezTo>
                    <a:lnTo>
                      <a:pt x="658555" y="574369"/>
                    </a:lnTo>
                    <a:cubicBezTo>
                      <a:pt x="658555" y="570921"/>
                      <a:pt x="655750" y="568117"/>
                      <a:pt x="652303" y="568117"/>
                    </a:cubicBezTo>
                    <a:cubicBezTo>
                      <a:pt x="648855" y="568117"/>
                      <a:pt x="646051" y="570921"/>
                      <a:pt x="646051" y="574369"/>
                    </a:cubicBezTo>
                    <a:lnTo>
                      <a:pt x="646051" y="694333"/>
                    </a:lnTo>
                    <a:cubicBezTo>
                      <a:pt x="646051" y="695548"/>
                      <a:pt x="645069" y="696512"/>
                      <a:pt x="643872" y="696512"/>
                    </a:cubicBezTo>
                    <a:lnTo>
                      <a:pt x="153778" y="696512"/>
                    </a:lnTo>
                    <a:cubicBezTo>
                      <a:pt x="152564" y="696512"/>
                      <a:pt x="151599" y="695530"/>
                      <a:pt x="151599" y="694333"/>
                    </a:cubicBezTo>
                    <a:lnTo>
                      <a:pt x="151599" y="14683"/>
                    </a:lnTo>
                    <a:cubicBezTo>
                      <a:pt x="151599" y="13468"/>
                      <a:pt x="152581" y="12504"/>
                      <a:pt x="153778" y="12504"/>
                    </a:cubicBezTo>
                    <a:lnTo>
                      <a:pt x="643872" y="12504"/>
                    </a:lnTo>
                    <a:cubicBezTo>
                      <a:pt x="645086" y="12504"/>
                      <a:pt x="646051" y="13486"/>
                      <a:pt x="646051" y="14683"/>
                    </a:cubicBezTo>
                    <a:lnTo>
                      <a:pt x="646051" y="132933"/>
                    </a:lnTo>
                    <a:cubicBezTo>
                      <a:pt x="646051" y="136380"/>
                      <a:pt x="648855" y="139185"/>
                      <a:pt x="652303" y="139185"/>
                    </a:cubicBezTo>
                    <a:cubicBezTo>
                      <a:pt x="655750" y="139185"/>
                      <a:pt x="658555" y="136380"/>
                      <a:pt x="658555" y="132933"/>
                    </a:cubicBezTo>
                    <a:lnTo>
                      <a:pt x="658555" y="14683"/>
                    </a:lnTo>
                    <a:cubicBezTo>
                      <a:pt x="658555" y="6573"/>
                      <a:pt x="651963" y="0"/>
                      <a:pt x="643872" y="0"/>
                    </a:cubicBezTo>
                    <a:lnTo>
                      <a:pt x="153778" y="0"/>
                    </a:lnTo>
                    <a:cubicBezTo>
                      <a:pt x="145669" y="0"/>
                      <a:pt x="139095" y="6591"/>
                      <a:pt x="139095" y="14683"/>
                    </a:cubicBezTo>
                    <a:lnTo>
                      <a:pt x="139095" y="259667"/>
                    </a:lnTo>
                    <a:lnTo>
                      <a:pt x="28491" y="259667"/>
                    </a:lnTo>
                    <a:cubicBezTo>
                      <a:pt x="12772" y="259667"/>
                      <a:pt x="0" y="272457"/>
                      <a:pt x="0" y="288158"/>
                    </a:cubicBezTo>
                    <a:lnTo>
                      <a:pt x="0" y="786843"/>
                    </a:lnTo>
                    <a:cubicBezTo>
                      <a:pt x="0" y="790308"/>
                      <a:pt x="2804" y="793095"/>
                      <a:pt x="6252" y="793095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17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E9B10D17-B00A-1850-76E4-7FF0D07E65F3}"/>
                  </a:ext>
                </a:extLst>
              </p:cNvPr>
              <p:cNvSpPr/>
              <p:nvPr/>
            </p:nvSpPr>
            <p:spPr>
              <a:xfrm>
                <a:off x="1202128" y="4288086"/>
                <a:ext cx="364180" cy="12503"/>
              </a:xfrm>
              <a:custGeom>
                <a:avLst/>
                <a:gdLst>
                  <a:gd name="connsiteX0" fmla="*/ 357929 w 364180"/>
                  <a:gd name="connsiteY0" fmla="*/ 0 h 12503"/>
                  <a:gd name="connsiteX1" fmla="*/ 6252 w 364180"/>
                  <a:gd name="connsiteY1" fmla="*/ 0 h 12503"/>
                  <a:gd name="connsiteX2" fmla="*/ 0 w 364180"/>
                  <a:gd name="connsiteY2" fmla="*/ 6252 h 12503"/>
                  <a:gd name="connsiteX3" fmla="*/ 6252 w 364180"/>
                  <a:gd name="connsiteY3" fmla="*/ 12504 h 12503"/>
                  <a:gd name="connsiteX4" fmla="*/ 357929 w 364180"/>
                  <a:gd name="connsiteY4" fmla="*/ 12504 h 12503"/>
                  <a:gd name="connsiteX5" fmla="*/ 364181 w 364180"/>
                  <a:gd name="connsiteY5" fmla="*/ 6252 h 12503"/>
                  <a:gd name="connsiteX6" fmla="*/ 357929 w 364180"/>
                  <a:gd name="connsiteY6" fmla="*/ 0 h 12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4180" h="12503">
                    <a:moveTo>
                      <a:pt x="357929" y="0"/>
                    </a:moveTo>
                    <a:lnTo>
                      <a:pt x="6252" y="0"/>
                    </a:lnTo>
                    <a:cubicBezTo>
                      <a:pt x="2804" y="0"/>
                      <a:pt x="0" y="2804"/>
                      <a:pt x="0" y="6252"/>
                    </a:cubicBezTo>
                    <a:cubicBezTo>
                      <a:pt x="0" y="9699"/>
                      <a:pt x="2804" y="12504"/>
                      <a:pt x="6252" y="12504"/>
                    </a:cubicBezTo>
                    <a:lnTo>
                      <a:pt x="357929" y="12504"/>
                    </a:lnTo>
                    <a:cubicBezTo>
                      <a:pt x="361376" y="12504"/>
                      <a:pt x="364181" y="9699"/>
                      <a:pt x="364181" y="6252"/>
                    </a:cubicBezTo>
                    <a:cubicBezTo>
                      <a:pt x="364181" y="2804"/>
                      <a:pt x="361376" y="0"/>
                      <a:pt x="357929" y="0"/>
                    </a:cubicBezTo>
                    <a:close/>
                  </a:path>
                </a:pathLst>
              </a:custGeom>
              <a:grpFill/>
              <a:ln w="17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BBB82651-B26E-867A-D15C-D8EF709A28C8}"/>
                  </a:ext>
                </a:extLst>
              </p:cNvPr>
              <p:cNvSpPr/>
              <p:nvPr/>
            </p:nvSpPr>
            <p:spPr>
              <a:xfrm>
                <a:off x="1202128" y="4392814"/>
                <a:ext cx="236981" cy="12503"/>
              </a:xfrm>
              <a:custGeom>
                <a:avLst/>
                <a:gdLst>
                  <a:gd name="connsiteX0" fmla="*/ 6252 w 236981"/>
                  <a:gd name="connsiteY0" fmla="*/ 12504 h 12503"/>
                  <a:gd name="connsiteX1" fmla="*/ 230730 w 236981"/>
                  <a:gd name="connsiteY1" fmla="*/ 12504 h 12503"/>
                  <a:gd name="connsiteX2" fmla="*/ 236982 w 236981"/>
                  <a:gd name="connsiteY2" fmla="*/ 6252 h 12503"/>
                  <a:gd name="connsiteX3" fmla="*/ 230730 w 236981"/>
                  <a:gd name="connsiteY3" fmla="*/ 0 h 12503"/>
                  <a:gd name="connsiteX4" fmla="*/ 6252 w 236981"/>
                  <a:gd name="connsiteY4" fmla="*/ 0 h 12503"/>
                  <a:gd name="connsiteX5" fmla="*/ 0 w 236981"/>
                  <a:gd name="connsiteY5" fmla="*/ 6252 h 12503"/>
                  <a:gd name="connsiteX6" fmla="*/ 6252 w 236981"/>
                  <a:gd name="connsiteY6" fmla="*/ 12504 h 12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6981" h="12503">
                    <a:moveTo>
                      <a:pt x="6252" y="12504"/>
                    </a:moveTo>
                    <a:lnTo>
                      <a:pt x="230730" y="12504"/>
                    </a:lnTo>
                    <a:cubicBezTo>
                      <a:pt x="234177" y="12504"/>
                      <a:pt x="236982" y="9699"/>
                      <a:pt x="236982" y="6252"/>
                    </a:cubicBezTo>
                    <a:cubicBezTo>
                      <a:pt x="236982" y="2804"/>
                      <a:pt x="234177" y="0"/>
                      <a:pt x="230730" y="0"/>
                    </a:cubicBezTo>
                    <a:lnTo>
                      <a:pt x="6252" y="0"/>
                    </a:lnTo>
                    <a:cubicBezTo>
                      <a:pt x="2804" y="0"/>
                      <a:pt x="0" y="2804"/>
                      <a:pt x="0" y="6252"/>
                    </a:cubicBezTo>
                    <a:cubicBezTo>
                      <a:pt x="0" y="9699"/>
                      <a:pt x="2804" y="12504"/>
                      <a:pt x="6252" y="12504"/>
                    </a:cubicBezTo>
                    <a:close/>
                  </a:path>
                </a:pathLst>
              </a:custGeom>
              <a:grpFill/>
              <a:ln w="17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5E8B667D-2427-7358-0250-5E5E338BEBB0}"/>
                  </a:ext>
                </a:extLst>
              </p:cNvPr>
              <p:cNvSpPr/>
              <p:nvPr/>
            </p:nvSpPr>
            <p:spPr>
              <a:xfrm>
                <a:off x="1202128" y="4497560"/>
                <a:ext cx="198023" cy="12503"/>
              </a:xfrm>
              <a:custGeom>
                <a:avLst/>
                <a:gdLst>
                  <a:gd name="connsiteX0" fmla="*/ 6252 w 198023"/>
                  <a:gd name="connsiteY0" fmla="*/ 12504 h 12503"/>
                  <a:gd name="connsiteX1" fmla="*/ 191772 w 198023"/>
                  <a:gd name="connsiteY1" fmla="*/ 12504 h 12503"/>
                  <a:gd name="connsiteX2" fmla="*/ 198024 w 198023"/>
                  <a:gd name="connsiteY2" fmla="*/ 6252 h 12503"/>
                  <a:gd name="connsiteX3" fmla="*/ 191772 w 198023"/>
                  <a:gd name="connsiteY3" fmla="*/ 0 h 12503"/>
                  <a:gd name="connsiteX4" fmla="*/ 6252 w 198023"/>
                  <a:gd name="connsiteY4" fmla="*/ 0 h 12503"/>
                  <a:gd name="connsiteX5" fmla="*/ 0 w 198023"/>
                  <a:gd name="connsiteY5" fmla="*/ 6252 h 12503"/>
                  <a:gd name="connsiteX6" fmla="*/ 6252 w 198023"/>
                  <a:gd name="connsiteY6" fmla="*/ 12504 h 12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8023" h="12503">
                    <a:moveTo>
                      <a:pt x="6252" y="12504"/>
                    </a:moveTo>
                    <a:lnTo>
                      <a:pt x="191772" y="12504"/>
                    </a:lnTo>
                    <a:cubicBezTo>
                      <a:pt x="195219" y="12504"/>
                      <a:pt x="198024" y="9699"/>
                      <a:pt x="198024" y="6252"/>
                    </a:cubicBezTo>
                    <a:cubicBezTo>
                      <a:pt x="198024" y="2804"/>
                      <a:pt x="195219" y="0"/>
                      <a:pt x="191772" y="0"/>
                    </a:cubicBezTo>
                    <a:lnTo>
                      <a:pt x="6252" y="0"/>
                    </a:lnTo>
                    <a:cubicBezTo>
                      <a:pt x="2804" y="0"/>
                      <a:pt x="0" y="2804"/>
                      <a:pt x="0" y="6252"/>
                    </a:cubicBezTo>
                    <a:cubicBezTo>
                      <a:pt x="0" y="9699"/>
                      <a:pt x="2804" y="12504"/>
                      <a:pt x="6252" y="12504"/>
                    </a:cubicBezTo>
                    <a:close/>
                  </a:path>
                </a:pathLst>
              </a:custGeom>
              <a:grpFill/>
              <a:ln w="17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21A46BEB-2ECD-EC2E-CE53-1186AB1BB2FF}"/>
                  </a:ext>
                </a:extLst>
              </p:cNvPr>
              <p:cNvSpPr/>
              <p:nvPr/>
            </p:nvSpPr>
            <p:spPr>
              <a:xfrm>
                <a:off x="1202128" y="4602287"/>
                <a:ext cx="245645" cy="12503"/>
              </a:xfrm>
              <a:custGeom>
                <a:avLst/>
                <a:gdLst>
                  <a:gd name="connsiteX0" fmla="*/ 6252 w 245645"/>
                  <a:gd name="connsiteY0" fmla="*/ 12504 h 12503"/>
                  <a:gd name="connsiteX1" fmla="*/ 239393 w 245645"/>
                  <a:gd name="connsiteY1" fmla="*/ 12504 h 12503"/>
                  <a:gd name="connsiteX2" fmla="*/ 245645 w 245645"/>
                  <a:gd name="connsiteY2" fmla="*/ 6252 h 12503"/>
                  <a:gd name="connsiteX3" fmla="*/ 239393 w 245645"/>
                  <a:gd name="connsiteY3" fmla="*/ 0 h 12503"/>
                  <a:gd name="connsiteX4" fmla="*/ 6252 w 245645"/>
                  <a:gd name="connsiteY4" fmla="*/ 0 h 12503"/>
                  <a:gd name="connsiteX5" fmla="*/ 0 w 245645"/>
                  <a:gd name="connsiteY5" fmla="*/ 6252 h 12503"/>
                  <a:gd name="connsiteX6" fmla="*/ 6252 w 245645"/>
                  <a:gd name="connsiteY6" fmla="*/ 12504 h 12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5645" h="12503">
                    <a:moveTo>
                      <a:pt x="6252" y="12504"/>
                    </a:moveTo>
                    <a:lnTo>
                      <a:pt x="239393" y="12504"/>
                    </a:lnTo>
                    <a:cubicBezTo>
                      <a:pt x="242841" y="12504"/>
                      <a:pt x="245645" y="9699"/>
                      <a:pt x="245645" y="6252"/>
                    </a:cubicBezTo>
                    <a:cubicBezTo>
                      <a:pt x="245645" y="2804"/>
                      <a:pt x="242841" y="0"/>
                      <a:pt x="239393" y="0"/>
                    </a:cubicBezTo>
                    <a:lnTo>
                      <a:pt x="6252" y="0"/>
                    </a:lnTo>
                    <a:cubicBezTo>
                      <a:pt x="2804" y="0"/>
                      <a:pt x="0" y="2804"/>
                      <a:pt x="0" y="6252"/>
                    </a:cubicBezTo>
                    <a:cubicBezTo>
                      <a:pt x="0" y="9699"/>
                      <a:pt x="2804" y="12504"/>
                      <a:pt x="6252" y="12504"/>
                    </a:cubicBezTo>
                    <a:close/>
                  </a:path>
                </a:pathLst>
              </a:custGeom>
              <a:grpFill/>
              <a:ln w="17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52A90E4-CEE0-2A7B-9621-1AEB1E2A977B}"/>
                  </a:ext>
                </a:extLst>
              </p:cNvPr>
              <p:cNvSpPr/>
              <p:nvPr/>
            </p:nvSpPr>
            <p:spPr>
              <a:xfrm>
                <a:off x="1202128" y="4707033"/>
                <a:ext cx="364180" cy="12503"/>
              </a:xfrm>
              <a:custGeom>
                <a:avLst/>
                <a:gdLst>
                  <a:gd name="connsiteX0" fmla="*/ 6252 w 364180"/>
                  <a:gd name="connsiteY0" fmla="*/ 12504 h 12503"/>
                  <a:gd name="connsiteX1" fmla="*/ 357929 w 364180"/>
                  <a:gd name="connsiteY1" fmla="*/ 12504 h 12503"/>
                  <a:gd name="connsiteX2" fmla="*/ 364181 w 364180"/>
                  <a:gd name="connsiteY2" fmla="*/ 6252 h 12503"/>
                  <a:gd name="connsiteX3" fmla="*/ 357929 w 364180"/>
                  <a:gd name="connsiteY3" fmla="*/ 0 h 12503"/>
                  <a:gd name="connsiteX4" fmla="*/ 6252 w 364180"/>
                  <a:gd name="connsiteY4" fmla="*/ 0 h 12503"/>
                  <a:gd name="connsiteX5" fmla="*/ 0 w 364180"/>
                  <a:gd name="connsiteY5" fmla="*/ 6252 h 12503"/>
                  <a:gd name="connsiteX6" fmla="*/ 6252 w 364180"/>
                  <a:gd name="connsiteY6" fmla="*/ 12504 h 12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4180" h="12503">
                    <a:moveTo>
                      <a:pt x="6252" y="12504"/>
                    </a:moveTo>
                    <a:lnTo>
                      <a:pt x="357929" y="12504"/>
                    </a:lnTo>
                    <a:cubicBezTo>
                      <a:pt x="361376" y="12504"/>
                      <a:pt x="364181" y="9699"/>
                      <a:pt x="364181" y="6252"/>
                    </a:cubicBezTo>
                    <a:cubicBezTo>
                      <a:pt x="364181" y="2804"/>
                      <a:pt x="361376" y="0"/>
                      <a:pt x="357929" y="0"/>
                    </a:cubicBezTo>
                    <a:lnTo>
                      <a:pt x="6252" y="0"/>
                    </a:lnTo>
                    <a:cubicBezTo>
                      <a:pt x="2804" y="0"/>
                      <a:pt x="0" y="2804"/>
                      <a:pt x="0" y="6252"/>
                    </a:cubicBezTo>
                    <a:cubicBezTo>
                      <a:pt x="0" y="9699"/>
                      <a:pt x="2804" y="12504"/>
                      <a:pt x="6252" y="12504"/>
                    </a:cubicBezTo>
                    <a:close/>
                  </a:path>
                </a:pathLst>
              </a:custGeom>
              <a:grpFill/>
              <a:ln w="17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B1DB043B-5E85-0A4A-1EB3-6DE4E124D18F}"/>
                </a:ext>
              </a:extLst>
            </p:cNvPr>
            <p:cNvSpPr/>
            <p:nvPr/>
          </p:nvSpPr>
          <p:spPr>
            <a:xfrm>
              <a:off x="5602815" y="4651081"/>
              <a:ext cx="216510" cy="61520"/>
            </a:xfrm>
            <a:custGeom>
              <a:avLst/>
              <a:gdLst>
                <a:gd name="connsiteX0" fmla="*/ 240105 w 259375"/>
                <a:gd name="connsiteY0" fmla="*/ 73701 h 73700"/>
                <a:gd name="connsiteX1" fmla="*/ 19253 w 259375"/>
                <a:gd name="connsiteY1" fmla="*/ 73701 h 73700"/>
                <a:gd name="connsiteX2" fmla="*/ 1944 w 259375"/>
                <a:gd name="connsiteY2" fmla="*/ 46085 h 73700"/>
                <a:gd name="connsiteX3" fmla="*/ 9232 w 259375"/>
                <a:gd name="connsiteY3" fmla="*/ 31063 h 73700"/>
                <a:gd name="connsiteX4" fmla="*/ 58801 w 259375"/>
                <a:gd name="connsiteY4" fmla="*/ 0 h 73700"/>
                <a:gd name="connsiteX5" fmla="*/ 183874 w 259375"/>
                <a:gd name="connsiteY5" fmla="*/ 0 h 73700"/>
                <a:gd name="connsiteX6" fmla="*/ 257432 w 259375"/>
                <a:gd name="connsiteY6" fmla="*/ 46085 h 73700"/>
                <a:gd name="connsiteX7" fmla="*/ 240105 w 259375"/>
                <a:gd name="connsiteY7" fmla="*/ 73701 h 73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9375" h="73700">
                  <a:moveTo>
                    <a:pt x="240105" y="73701"/>
                  </a:moveTo>
                  <a:lnTo>
                    <a:pt x="19253" y="73701"/>
                  </a:lnTo>
                  <a:cubicBezTo>
                    <a:pt x="5070" y="73701"/>
                    <a:pt x="-4236" y="58857"/>
                    <a:pt x="1944" y="46085"/>
                  </a:cubicBezTo>
                  <a:lnTo>
                    <a:pt x="9232" y="31063"/>
                  </a:lnTo>
                  <a:cubicBezTo>
                    <a:pt x="18431" y="12075"/>
                    <a:pt x="37687" y="0"/>
                    <a:pt x="58801" y="0"/>
                  </a:cubicBezTo>
                  <a:lnTo>
                    <a:pt x="183874" y="0"/>
                  </a:lnTo>
                  <a:cubicBezTo>
                    <a:pt x="215187" y="0"/>
                    <a:pt x="243767" y="17898"/>
                    <a:pt x="257432" y="46085"/>
                  </a:cubicBezTo>
                  <a:cubicBezTo>
                    <a:pt x="263612" y="58857"/>
                    <a:pt x="254306" y="73701"/>
                    <a:pt x="240105" y="73701"/>
                  </a:cubicBezTo>
                  <a:close/>
                </a:path>
              </a:pathLst>
            </a:custGeom>
            <a:solidFill>
              <a:srgbClr val="FFD54B"/>
            </a:solidFill>
            <a:ln w="1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DEF9E7D-EEBF-DB6B-2771-C503E6691D37}"/>
                </a:ext>
              </a:extLst>
            </p:cNvPr>
            <p:cNvSpPr/>
            <p:nvPr/>
          </p:nvSpPr>
          <p:spPr>
            <a:xfrm>
              <a:off x="5804137" y="4273210"/>
              <a:ext cx="231778" cy="374411"/>
            </a:xfrm>
            <a:custGeom>
              <a:avLst/>
              <a:gdLst>
                <a:gd name="connsiteX0" fmla="*/ 85500 w 228002"/>
                <a:gd name="connsiteY0" fmla="*/ 342003 h 368311"/>
                <a:gd name="connsiteX1" fmla="*/ 142500 w 228002"/>
                <a:gd name="connsiteY1" fmla="*/ 342003 h 368311"/>
                <a:gd name="connsiteX2" fmla="*/ 114000 w 228002"/>
                <a:gd name="connsiteY2" fmla="*/ 368311 h 368311"/>
                <a:gd name="connsiteX3" fmla="*/ 85500 w 228002"/>
                <a:gd name="connsiteY3" fmla="*/ 342003 h 368311"/>
                <a:gd name="connsiteX4" fmla="*/ 70155 w 228002"/>
                <a:gd name="connsiteY4" fmla="*/ 298156 h 368311"/>
                <a:gd name="connsiteX5" fmla="*/ 157848 w 228002"/>
                <a:gd name="connsiteY5" fmla="*/ 298156 h 368311"/>
                <a:gd name="connsiteX6" fmla="*/ 171002 w 228002"/>
                <a:gd name="connsiteY6" fmla="*/ 311310 h 368311"/>
                <a:gd name="connsiteX7" fmla="*/ 157848 w 228002"/>
                <a:gd name="connsiteY7" fmla="*/ 324464 h 368311"/>
                <a:gd name="connsiteX8" fmla="*/ 70155 w 228002"/>
                <a:gd name="connsiteY8" fmla="*/ 324464 h 368311"/>
                <a:gd name="connsiteX9" fmla="*/ 57001 w 228002"/>
                <a:gd name="connsiteY9" fmla="*/ 311310 h 368311"/>
                <a:gd name="connsiteX10" fmla="*/ 70155 w 228002"/>
                <a:gd name="connsiteY10" fmla="*/ 298156 h 368311"/>
                <a:gd name="connsiteX11" fmla="*/ 70155 w 228002"/>
                <a:gd name="connsiteY11" fmla="*/ 254310 h 368311"/>
                <a:gd name="connsiteX12" fmla="*/ 157848 w 228002"/>
                <a:gd name="connsiteY12" fmla="*/ 254310 h 368311"/>
                <a:gd name="connsiteX13" fmla="*/ 171002 w 228002"/>
                <a:gd name="connsiteY13" fmla="*/ 267464 h 368311"/>
                <a:gd name="connsiteX14" fmla="*/ 157848 w 228002"/>
                <a:gd name="connsiteY14" fmla="*/ 280618 h 368311"/>
                <a:gd name="connsiteX15" fmla="*/ 70155 w 228002"/>
                <a:gd name="connsiteY15" fmla="*/ 280618 h 368311"/>
                <a:gd name="connsiteX16" fmla="*/ 57001 w 228002"/>
                <a:gd name="connsiteY16" fmla="*/ 267464 h 368311"/>
                <a:gd name="connsiteX17" fmla="*/ 70155 w 228002"/>
                <a:gd name="connsiteY17" fmla="*/ 254310 h 368311"/>
                <a:gd name="connsiteX18" fmla="*/ 114001 w 228002"/>
                <a:gd name="connsiteY18" fmla="*/ 0 h 368311"/>
                <a:gd name="connsiteX19" fmla="*/ 228002 w 228002"/>
                <a:gd name="connsiteY19" fmla="*/ 112685 h 368311"/>
                <a:gd name="connsiteX20" fmla="*/ 228002 w 228002"/>
                <a:gd name="connsiteY20" fmla="*/ 116632 h 368311"/>
                <a:gd name="connsiteX21" fmla="*/ 220109 w 228002"/>
                <a:gd name="connsiteY21" fmla="*/ 156093 h 368311"/>
                <a:gd name="connsiteX22" fmla="*/ 200378 w 228002"/>
                <a:gd name="connsiteY22" fmla="*/ 188540 h 368311"/>
                <a:gd name="connsiteX23" fmla="*/ 173632 w 228002"/>
                <a:gd name="connsiteY23" fmla="*/ 231948 h 368311"/>
                <a:gd name="connsiteX24" fmla="*/ 165740 w 228002"/>
                <a:gd name="connsiteY24" fmla="*/ 236771 h 368311"/>
                <a:gd name="connsiteX25" fmla="*/ 62262 w 228002"/>
                <a:gd name="connsiteY25" fmla="*/ 236771 h 368311"/>
                <a:gd name="connsiteX26" fmla="*/ 54370 w 228002"/>
                <a:gd name="connsiteY26" fmla="*/ 231948 h 368311"/>
                <a:gd name="connsiteX27" fmla="*/ 27623 w 228002"/>
                <a:gd name="connsiteY27" fmla="*/ 188540 h 368311"/>
                <a:gd name="connsiteX28" fmla="*/ 7892 w 228002"/>
                <a:gd name="connsiteY28" fmla="*/ 156093 h 368311"/>
                <a:gd name="connsiteX29" fmla="*/ 0 w 228002"/>
                <a:gd name="connsiteY29" fmla="*/ 116632 h 368311"/>
                <a:gd name="connsiteX30" fmla="*/ 0 w 228002"/>
                <a:gd name="connsiteY30" fmla="*/ 112685 h 368311"/>
                <a:gd name="connsiteX31" fmla="*/ 114001 w 228002"/>
                <a:gd name="connsiteY31" fmla="*/ 0 h 368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8002" h="368311">
                  <a:moveTo>
                    <a:pt x="85500" y="342003"/>
                  </a:moveTo>
                  <a:lnTo>
                    <a:pt x="142500" y="342003"/>
                  </a:lnTo>
                  <a:cubicBezTo>
                    <a:pt x="141185" y="356911"/>
                    <a:pt x="128908" y="368311"/>
                    <a:pt x="114000" y="368311"/>
                  </a:cubicBezTo>
                  <a:cubicBezTo>
                    <a:pt x="99092" y="368311"/>
                    <a:pt x="86815" y="356911"/>
                    <a:pt x="85500" y="342003"/>
                  </a:cubicBezTo>
                  <a:close/>
                  <a:moveTo>
                    <a:pt x="70155" y="298156"/>
                  </a:moveTo>
                  <a:lnTo>
                    <a:pt x="157848" y="298156"/>
                  </a:lnTo>
                  <a:cubicBezTo>
                    <a:pt x="165302" y="298156"/>
                    <a:pt x="171002" y="303856"/>
                    <a:pt x="171002" y="311310"/>
                  </a:cubicBezTo>
                  <a:cubicBezTo>
                    <a:pt x="171002" y="318764"/>
                    <a:pt x="165302" y="324464"/>
                    <a:pt x="157848" y="324464"/>
                  </a:cubicBezTo>
                  <a:lnTo>
                    <a:pt x="70155" y="324464"/>
                  </a:lnTo>
                  <a:cubicBezTo>
                    <a:pt x="62701" y="324464"/>
                    <a:pt x="57001" y="318764"/>
                    <a:pt x="57001" y="311310"/>
                  </a:cubicBezTo>
                  <a:cubicBezTo>
                    <a:pt x="57001" y="303856"/>
                    <a:pt x="62701" y="298156"/>
                    <a:pt x="70155" y="298156"/>
                  </a:cubicBezTo>
                  <a:close/>
                  <a:moveTo>
                    <a:pt x="70155" y="254310"/>
                  </a:moveTo>
                  <a:lnTo>
                    <a:pt x="157848" y="254310"/>
                  </a:lnTo>
                  <a:cubicBezTo>
                    <a:pt x="165302" y="254310"/>
                    <a:pt x="171002" y="260010"/>
                    <a:pt x="171002" y="267464"/>
                  </a:cubicBezTo>
                  <a:cubicBezTo>
                    <a:pt x="171002" y="274918"/>
                    <a:pt x="165302" y="280618"/>
                    <a:pt x="157848" y="280618"/>
                  </a:cubicBezTo>
                  <a:lnTo>
                    <a:pt x="70155" y="280618"/>
                  </a:lnTo>
                  <a:cubicBezTo>
                    <a:pt x="62701" y="280618"/>
                    <a:pt x="57001" y="274918"/>
                    <a:pt x="57001" y="267464"/>
                  </a:cubicBezTo>
                  <a:cubicBezTo>
                    <a:pt x="57001" y="260010"/>
                    <a:pt x="62701" y="254310"/>
                    <a:pt x="70155" y="254310"/>
                  </a:cubicBezTo>
                  <a:close/>
                  <a:moveTo>
                    <a:pt x="114001" y="0"/>
                  </a:moveTo>
                  <a:cubicBezTo>
                    <a:pt x="176263" y="438"/>
                    <a:pt x="226686" y="50423"/>
                    <a:pt x="228002" y="112685"/>
                  </a:cubicBezTo>
                  <a:lnTo>
                    <a:pt x="228002" y="116632"/>
                  </a:lnTo>
                  <a:cubicBezTo>
                    <a:pt x="227563" y="130224"/>
                    <a:pt x="224932" y="143378"/>
                    <a:pt x="220109" y="156093"/>
                  </a:cubicBezTo>
                  <a:cubicBezTo>
                    <a:pt x="215725" y="167932"/>
                    <a:pt x="208709" y="178894"/>
                    <a:pt x="200378" y="188540"/>
                  </a:cubicBezTo>
                  <a:cubicBezTo>
                    <a:pt x="189855" y="199940"/>
                    <a:pt x="178455" y="222302"/>
                    <a:pt x="173632" y="231948"/>
                  </a:cubicBezTo>
                  <a:cubicBezTo>
                    <a:pt x="172317" y="235017"/>
                    <a:pt x="169247" y="236771"/>
                    <a:pt x="165740" y="236771"/>
                  </a:cubicBezTo>
                  <a:lnTo>
                    <a:pt x="62262" y="236771"/>
                  </a:lnTo>
                  <a:cubicBezTo>
                    <a:pt x="58754" y="236771"/>
                    <a:pt x="55685" y="235017"/>
                    <a:pt x="54370" y="231948"/>
                  </a:cubicBezTo>
                  <a:cubicBezTo>
                    <a:pt x="49546" y="222302"/>
                    <a:pt x="38146" y="199940"/>
                    <a:pt x="27623" y="188540"/>
                  </a:cubicBezTo>
                  <a:cubicBezTo>
                    <a:pt x="19292" y="178894"/>
                    <a:pt x="12715" y="167932"/>
                    <a:pt x="7892" y="156093"/>
                  </a:cubicBezTo>
                  <a:cubicBezTo>
                    <a:pt x="3069" y="143378"/>
                    <a:pt x="438" y="130224"/>
                    <a:pt x="0" y="116632"/>
                  </a:cubicBezTo>
                  <a:lnTo>
                    <a:pt x="0" y="112685"/>
                  </a:lnTo>
                  <a:cubicBezTo>
                    <a:pt x="1315" y="50423"/>
                    <a:pt x="51739" y="438"/>
                    <a:pt x="114001" y="0"/>
                  </a:cubicBezTo>
                  <a:close/>
                </a:path>
              </a:pathLst>
            </a:custGeom>
            <a:solidFill>
              <a:srgbClr val="3E4B6D"/>
            </a:solidFill>
            <a:ln w="43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450" name="Graphic 449" descr="Lightning bolt with solid fill">
              <a:extLst>
                <a:ext uri="{FF2B5EF4-FFF2-40B4-BE49-F238E27FC236}">
                  <a16:creationId xmlns:a16="http://schemas.microsoft.com/office/drawing/2014/main" id="{AA5F438F-4164-573D-CFDA-781A6ECFA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835970" y="4318539"/>
              <a:ext cx="179883" cy="179883"/>
            </a:xfrm>
            <a:prstGeom prst="rect">
              <a:avLst/>
            </a:prstGeom>
          </p:spPr>
        </p:pic>
        <p:sp>
          <p:nvSpPr>
            <p:cNvPr id="451" name="Oval 450">
              <a:extLst>
                <a:ext uri="{FF2B5EF4-FFF2-40B4-BE49-F238E27FC236}">
                  <a16:creationId xmlns:a16="http://schemas.microsoft.com/office/drawing/2014/main" id="{6F6F8904-C0CB-B5D9-432B-9FD19F13C3BA}"/>
                </a:ext>
              </a:extLst>
            </p:cNvPr>
            <p:cNvSpPr/>
            <p:nvPr/>
          </p:nvSpPr>
          <p:spPr>
            <a:xfrm>
              <a:off x="5830084" y="4303765"/>
              <a:ext cx="179883" cy="179883"/>
            </a:xfrm>
            <a:prstGeom prst="ellipse">
              <a:avLst/>
            </a:prstGeom>
            <a:solidFill>
              <a:srgbClr val="3E4B6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AB4A2B07-2474-356C-1294-8CB120434A85}"/>
              </a:ext>
            </a:extLst>
          </p:cNvPr>
          <p:cNvGrpSpPr/>
          <p:nvPr/>
        </p:nvGrpSpPr>
        <p:grpSpPr>
          <a:xfrm>
            <a:off x="1012444" y="4060422"/>
            <a:ext cx="725206" cy="1105723"/>
            <a:chOff x="1124631" y="2557332"/>
            <a:chExt cx="590250" cy="899956"/>
          </a:xfrm>
        </p:grpSpPr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CC3D1B8-898D-AA9F-D458-D077E5D5DD8F}"/>
                </a:ext>
              </a:extLst>
            </p:cNvPr>
            <p:cNvSpPr/>
            <p:nvPr/>
          </p:nvSpPr>
          <p:spPr>
            <a:xfrm>
              <a:off x="1408220" y="3232517"/>
              <a:ext cx="193508" cy="116627"/>
            </a:xfrm>
            <a:custGeom>
              <a:avLst/>
              <a:gdLst>
                <a:gd name="connsiteX0" fmla="*/ 57662 w 193508"/>
                <a:gd name="connsiteY0" fmla="*/ 79094 h 116627"/>
                <a:gd name="connsiteX1" fmla="*/ 51194 w 193508"/>
                <a:gd name="connsiteY1" fmla="*/ 72626 h 116627"/>
                <a:gd name="connsiteX2" fmla="*/ 57662 w 193508"/>
                <a:gd name="connsiteY2" fmla="*/ 66158 h 116627"/>
                <a:gd name="connsiteX3" fmla="*/ 193509 w 193508"/>
                <a:gd name="connsiteY3" fmla="*/ 66158 h 116627"/>
                <a:gd name="connsiteX4" fmla="*/ 193509 w 193508"/>
                <a:gd name="connsiteY4" fmla="*/ 49951 h 116627"/>
                <a:gd name="connsiteX5" fmla="*/ 143557 w 193508"/>
                <a:gd name="connsiteY5" fmla="*/ 0 h 116627"/>
                <a:gd name="connsiteX6" fmla="*/ 134964 w 193508"/>
                <a:gd name="connsiteY6" fmla="*/ 0 h 116627"/>
                <a:gd name="connsiteX7" fmla="*/ 2888 w 193508"/>
                <a:gd name="connsiteY7" fmla="*/ 79963 h 116627"/>
                <a:gd name="connsiteX8" fmla="*/ 25082 w 193508"/>
                <a:gd name="connsiteY8" fmla="*/ 116627 h 116627"/>
                <a:gd name="connsiteX9" fmla="*/ 149785 w 193508"/>
                <a:gd name="connsiteY9" fmla="*/ 116627 h 116627"/>
                <a:gd name="connsiteX10" fmla="*/ 193065 w 193508"/>
                <a:gd name="connsiteY10" fmla="*/ 79113 h 116627"/>
                <a:gd name="connsiteX11" fmla="*/ 57662 w 193508"/>
                <a:gd name="connsiteY11" fmla="*/ 79113 h 11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3508" h="116627">
                  <a:moveTo>
                    <a:pt x="57662" y="79094"/>
                  </a:moveTo>
                  <a:cubicBezTo>
                    <a:pt x="54096" y="79094"/>
                    <a:pt x="51194" y="76193"/>
                    <a:pt x="51194" y="72626"/>
                  </a:cubicBezTo>
                  <a:cubicBezTo>
                    <a:pt x="51194" y="69060"/>
                    <a:pt x="54096" y="66158"/>
                    <a:pt x="57662" y="66158"/>
                  </a:cubicBezTo>
                  <a:lnTo>
                    <a:pt x="193509" y="66158"/>
                  </a:lnTo>
                  <a:lnTo>
                    <a:pt x="193509" y="49951"/>
                  </a:lnTo>
                  <a:cubicBezTo>
                    <a:pt x="193509" y="22361"/>
                    <a:pt x="171148" y="0"/>
                    <a:pt x="143557" y="0"/>
                  </a:cubicBezTo>
                  <a:lnTo>
                    <a:pt x="134964" y="0"/>
                  </a:lnTo>
                  <a:cubicBezTo>
                    <a:pt x="79487" y="0"/>
                    <a:pt x="28612" y="30806"/>
                    <a:pt x="2888" y="79963"/>
                  </a:cubicBezTo>
                  <a:cubicBezTo>
                    <a:pt x="-5835" y="96632"/>
                    <a:pt x="6251" y="116627"/>
                    <a:pt x="25082" y="116627"/>
                  </a:cubicBezTo>
                  <a:lnTo>
                    <a:pt x="149785" y="116627"/>
                  </a:lnTo>
                  <a:cubicBezTo>
                    <a:pt x="171832" y="116627"/>
                    <a:pt x="190053" y="100328"/>
                    <a:pt x="193065" y="79113"/>
                  </a:cubicBezTo>
                  <a:lnTo>
                    <a:pt x="57662" y="79113"/>
                  </a:lnTo>
                  <a:close/>
                </a:path>
              </a:pathLst>
            </a:custGeom>
            <a:solidFill>
              <a:srgbClr val="FFD54B"/>
            </a:solidFill>
            <a:ln w="18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FBDA2E12-3CA1-138E-B3B8-60E35F9FD5A0}"/>
                </a:ext>
              </a:extLst>
            </p:cNvPr>
            <p:cNvSpPr/>
            <p:nvPr/>
          </p:nvSpPr>
          <p:spPr>
            <a:xfrm>
              <a:off x="1296310" y="2814518"/>
              <a:ext cx="246892" cy="76562"/>
            </a:xfrm>
            <a:custGeom>
              <a:avLst/>
              <a:gdLst>
                <a:gd name="connsiteX0" fmla="*/ 236008 w 246892"/>
                <a:gd name="connsiteY0" fmla="*/ 76563 h 76562"/>
                <a:gd name="connsiteX1" fmla="*/ 10885 w 246892"/>
                <a:gd name="connsiteY1" fmla="*/ 76563 h 76562"/>
                <a:gd name="connsiteX2" fmla="*/ 0 w 246892"/>
                <a:gd name="connsiteY2" fmla="*/ 65678 h 76562"/>
                <a:gd name="connsiteX3" fmla="*/ 0 w 246892"/>
                <a:gd name="connsiteY3" fmla="*/ 10885 h 76562"/>
                <a:gd name="connsiteX4" fmla="*/ 10885 w 246892"/>
                <a:gd name="connsiteY4" fmla="*/ 0 h 76562"/>
                <a:gd name="connsiteX5" fmla="*/ 236008 w 246892"/>
                <a:gd name="connsiteY5" fmla="*/ 0 h 76562"/>
                <a:gd name="connsiteX6" fmla="*/ 246893 w 246892"/>
                <a:gd name="connsiteY6" fmla="*/ 10885 h 76562"/>
                <a:gd name="connsiteX7" fmla="*/ 246893 w 246892"/>
                <a:gd name="connsiteY7" fmla="*/ 65678 h 76562"/>
                <a:gd name="connsiteX8" fmla="*/ 236008 w 246892"/>
                <a:gd name="connsiteY8" fmla="*/ 76563 h 76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6892" h="76562">
                  <a:moveTo>
                    <a:pt x="236008" y="76563"/>
                  </a:moveTo>
                  <a:lnTo>
                    <a:pt x="10885" y="76563"/>
                  </a:lnTo>
                  <a:cubicBezTo>
                    <a:pt x="4879" y="76563"/>
                    <a:pt x="0" y="71702"/>
                    <a:pt x="0" y="65678"/>
                  </a:cubicBezTo>
                  <a:lnTo>
                    <a:pt x="0" y="10885"/>
                  </a:lnTo>
                  <a:cubicBezTo>
                    <a:pt x="0" y="4879"/>
                    <a:pt x="4860" y="0"/>
                    <a:pt x="10885" y="0"/>
                  </a:cubicBezTo>
                  <a:lnTo>
                    <a:pt x="236008" y="0"/>
                  </a:lnTo>
                  <a:cubicBezTo>
                    <a:pt x="242014" y="0"/>
                    <a:pt x="246893" y="4860"/>
                    <a:pt x="246893" y="10885"/>
                  </a:cubicBezTo>
                  <a:lnTo>
                    <a:pt x="246893" y="65678"/>
                  </a:lnTo>
                  <a:cubicBezTo>
                    <a:pt x="246874" y="71702"/>
                    <a:pt x="242014" y="76563"/>
                    <a:pt x="236008" y="76563"/>
                  </a:cubicBezTo>
                  <a:close/>
                </a:path>
              </a:pathLst>
            </a:custGeom>
            <a:solidFill>
              <a:srgbClr val="3E4B6D"/>
            </a:solidFill>
            <a:ln w="18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1FECFC1D-E5E2-89CF-D3EB-9F53E3767D1B}"/>
                </a:ext>
              </a:extLst>
            </p:cNvPr>
            <p:cNvSpPr/>
            <p:nvPr/>
          </p:nvSpPr>
          <p:spPr>
            <a:xfrm>
              <a:off x="1210456" y="2924885"/>
              <a:ext cx="94238" cy="67133"/>
            </a:xfrm>
            <a:custGeom>
              <a:avLst/>
              <a:gdLst>
                <a:gd name="connsiteX0" fmla="*/ 33574 w 94238"/>
                <a:gd name="connsiteY0" fmla="*/ 67133 h 67133"/>
                <a:gd name="connsiteX1" fmla="*/ 28990 w 94238"/>
                <a:gd name="connsiteY1" fmla="*/ 65230 h 67133"/>
                <a:gd name="connsiteX2" fmla="*/ 1899 w 94238"/>
                <a:gd name="connsiteY2" fmla="*/ 38138 h 67133"/>
                <a:gd name="connsiteX3" fmla="*/ 1899 w 94238"/>
                <a:gd name="connsiteY3" fmla="*/ 28990 h 67133"/>
                <a:gd name="connsiteX4" fmla="*/ 11046 w 94238"/>
                <a:gd name="connsiteY4" fmla="*/ 28990 h 67133"/>
                <a:gd name="connsiteX5" fmla="*/ 33574 w 94238"/>
                <a:gd name="connsiteY5" fmla="*/ 51518 h 67133"/>
                <a:gd name="connsiteX6" fmla="*/ 83192 w 94238"/>
                <a:gd name="connsiteY6" fmla="*/ 1899 h 67133"/>
                <a:gd name="connsiteX7" fmla="*/ 92340 w 94238"/>
                <a:gd name="connsiteY7" fmla="*/ 1899 h 67133"/>
                <a:gd name="connsiteX8" fmla="*/ 92340 w 94238"/>
                <a:gd name="connsiteY8" fmla="*/ 11046 h 67133"/>
                <a:gd name="connsiteX9" fmla="*/ 38157 w 94238"/>
                <a:gd name="connsiteY9" fmla="*/ 65230 h 67133"/>
                <a:gd name="connsiteX10" fmla="*/ 33574 w 94238"/>
                <a:gd name="connsiteY10" fmla="*/ 67133 h 67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4238" h="67133">
                  <a:moveTo>
                    <a:pt x="33574" y="67133"/>
                  </a:moveTo>
                  <a:cubicBezTo>
                    <a:pt x="31855" y="67133"/>
                    <a:pt x="30210" y="66449"/>
                    <a:pt x="28990" y="65230"/>
                  </a:cubicBezTo>
                  <a:lnTo>
                    <a:pt x="1899" y="38138"/>
                  </a:lnTo>
                  <a:cubicBezTo>
                    <a:pt x="-633" y="35606"/>
                    <a:pt x="-633" y="31522"/>
                    <a:pt x="1899" y="28990"/>
                  </a:cubicBezTo>
                  <a:cubicBezTo>
                    <a:pt x="4431" y="26459"/>
                    <a:pt x="8515" y="26459"/>
                    <a:pt x="11046" y="28990"/>
                  </a:cubicBezTo>
                  <a:lnTo>
                    <a:pt x="33574" y="51518"/>
                  </a:lnTo>
                  <a:lnTo>
                    <a:pt x="83192" y="1899"/>
                  </a:lnTo>
                  <a:cubicBezTo>
                    <a:pt x="85724" y="-633"/>
                    <a:pt x="89808" y="-633"/>
                    <a:pt x="92340" y="1899"/>
                  </a:cubicBezTo>
                  <a:cubicBezTo>
                    <a:pt x="94872" y="4431"/>
                    <a:pt x="94872" y="8515"/>
                    <a:pt x="92340" y="11046"/>
                  </a:cubicBezTo>
                  <a:lnTo>
                    <a:pt x="38157" y="65230"/>
                  </a:lnTo>
                  <a:cubicBezTo>
                    <a:pt x="36937" y="66449"/>
                    <a:pt x="35292" y="67133"/>
                    <a:pt x="33574" y="67133"/>
                  </a:cubicBezTo>
                  <a:close/>
                </a:path>
              </a:pathLst>
            </a:custGeom>
            <a:solidFill>
              <a:srgbClr val="58BE78"/>
            </a:solidFill>
            <a:ln w="18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158370-4582-48AF-5ACE-F9EBAAD1E518}"/>
                </a:ext>
              </a:extLst>
            </p:cNvPr>
            <p:cNvSpPr/>
            <p:nvPr/>
          </p:nvSpPr>
          <p:spPr>
            <a:xfrm>
              <a:off x="1210475" y="3044709"/>
              <a:ext cx="94238" cy="67133"/>
            </a:xfrm>
            <a:custGeom>
              <a:avLst/>
              <a:gdLst>
                <a:gd name="connsiteX0" fmla="*/ 33555 w 94238"/>
                <a:gd name="connsiteY0" fmla="*/ 67133 h 67133"/>
                <a:gd name="connsiteX1" fmla="*/ 28990 w 94238"/>
                <a:gd name="connsiteY1" fmla="*/ 65230 h 67133"/>
                <a:gd name="connsiteX2" fmla="*/ 1899 w 94238"/>
                <a:gd name="connsiteY2" fmla="*/ 38138 h 67133"/>
                <a:gd name="connsiteX3" fmla="*/ 1899 w 94238"/>
                <a:gd name="connsiteY3" fmla="*/ 28990 h 67133"/>
                <a:gd name="connsiteX4" fmla="*/ 11046 w 94238"/>
                <a:gd name="connsiteY4" fmla="*/ 28990 h 67133"/>
                <a:gd name="connsiteX5" fmla="*/ 33573 w 94238"/>
                <a:gd name="connsiteY5" fmla="*/ 51518 h 67133"/>
                <a:gd name="connsiteX6" fmla="*/ 83192 w 94238"/>
                <a:gd name="connsiteY6" fmla="*/ 1899 h 67133"/>
                <a:gd name="connsiteX7" fmla="*/ 92340 w 94238"/>
                <a:gd name="connsiteY7" fmla="*/ 1899 h 67133"/>
                <a:gd name="connsiteX8" fmla="*/ 92340 w 94238"/>
                <a:gd name="connsiteY8" fmla="*/ 11046 h 67133"/>
                <a:gd name="connsiteX9" fmla="*/ 38157 w 94238"/>
                <a:gd name="connsiteY9" fmla="*/ 65230 h 67133"/>
                <a:gd name="connsiteX10" fmla="*/ 33555 w 94238"/>
                <a:gd name="connsiteY10" fmla="*/ 67133 h 67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4238" h="67133">
                  <a:moveTo>
                    <a:pt x="33555" y="67133"/>
                  </a:moveTo>
                  <a:cubicBezTo>
                    <a:pt x="31892" y="67133"/>
                    <a:pt x="30247" y="66505"/>
                    <a:pt x="28990" y="65230"/>
                  </a:cubicBezTo>
                  <a:lnTo>
                    <a:pt x="1899" y="38138"/>
                  </a:lnTo>
                  <a:cubicBezTo>
                    <a:pt x="-633" y="35606"/>
                    <a:pt x="-633" y="31522"/>
                    <a:pt x="1899" y="28990"/>
                  </a:cubicBezTo>
                  <a:cubicBezTo>
                    <a:pt x="4431" y="26459"/>
                    <a:pt x="8515" y="26459"/>
                    <a:pt x="11046" y="28990"/>
                  </a:cubicBezTo>
                  <a:lnTo>
                    <a:pt x="33573" y="51518"/>
                  </a:lnTo>
                  <a:lnTo>
                    <a:pt x="83192" y="1899"/>
                  </a:lnTo>
                  <a:cubicBezTo>
                    <a:pt x="85724" y="-633"/>
                    <a:pt x="89808" y="-633"/>
                    <a:pt x="92340" y="1899"/>
                  </a:cubicBezTo>
                  <a:cubicBezTo>
                    <a:pt x="94872" y="4431"/>
                    <a:pt x="94872" y="8515"/>
                    <a:pt x="92340" y="11046"/>
                  </a:cubicBezTo>
                  <a:lnTo>
                    <a:pt x="38157" y="65230"/>
                  </a:lnTo>
                  <a:cubicBezTo>
                    <a:pt x="36881" y="66486"/>
                    <a:pt x="35218" y="67133"/>
                    <a:pt x="33555" y="67133"/>
                  </a:cubicBezTo>
                  <a:close/>
                </a:path>
              </a:pathLst>
            </a:custGeom>
            <a:solidFill>
              <a:srgbClr val="58BE78"/>
            </a:solidFill>
            <a:ln w="18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09459C1-2DCB-81D7-2E5C-C324EDF15A8F}"/>
                </a:ext>
              </a:extLst>
            </p:cNvPr>
            <p:cNvSpPr/>
            <p:nvPr/>
          </p:nvSpPr>
          <p:spPr>
            <a:xfrm>
              <a:off x="1210456" y="3164515"/>
              <a:ext cx="94238" cy="67133"/>
            </a:xfrm>
            <a:custGeom>
              <a:avLst/>
              <a:gdLst>
                <a:gd name="connsiteX0" fmla="*/ 33574 w 94238"/>
                <a:gd name="connsiteY0" fmla="*/ 67133 h 67133"/>
                <a:gd name="connsiteX1" fmla="*/ 28990 w 94238"/>
                <a:gd name="connsiteY1" fmla="*/ 65230 h 67133"/>
                <a:gd name="connsiteX2" fmla="*/ 1899 w 94238"/>
                <a:gd name="connsiteY2" fmla="*/ 38138 h 67133"/>
                <a:gd name="connsiteX3" fmla="*/ 1899 w 94238"/>
                <a:gd name="connsiteY3" fmla="*/ 28990 h 67133"/>
                <a:gd name="connsiteX4" fmla="*/ 11046 w 94238"/>
                <a:gd name="connsiteY4" fmla="*/ 28990 h 67133"/>
                <a:gd name="connsiteX5" fmla="*/ 33574 w 94238"/>
                <a:gd name="connsiteY5" fmla="*/ 51518 h 67133"/>
                <a:gd name="connsiteX6" fmla="*/ 83192 w 94238"/>
                <a:gd name="connsiteY6" fmla="*/ 1899 h 67133"/>
                <a:gd name="connsiteX7" fmla="*/ 92340 w 94238"/>
                <a:gd name="connsiteY7" fmla="*/ 1899 h 67133"/>
                <a:gd name="connsiteX8" fmla="*/ 92340 w 94238"/>
                <a:gd name="connsiteY8" fmla="*/ 11046 h 67133"/>
                <a:gd name="connsiteX9" fmla="*/ 38157 w 94238"/>
                <a:gd name="connsiteY9" fmla="*/ 65230 h 67133"/>
                <a:gd name="connsiteX10" fmla="*/ 33574 w 94238"/>
                <a:gd name="connsiteY10" fmla="*/ 67133 h 67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4238" h="67133">
                  <a:moveTo>
                    <a:pt x="33574" y="67133"/>
                  </a:moveTo>
                  <a:cubicBezTo>
                    <a:pt x="31855" y="67133"/>
                    <a:pt x="30210" y="66449"/>
                    <a:pt x="28990" y="65230"/>
                  </a:cubicBezTo>
                  <a:lnTo>
                    <a:pt x="1899" y="38138"/>
                  </a:lnTo>
                  <a:cubicBezTo>
                    <a:pt x="-633" y="35606"/>
                    <a:pt x="-633" y="31522"/>
                    <a:pt x="1899" y="28990"/>
                  </a:cubicBezTo>
                  <a:cubicBezTo>
                    <a:pt x="4431" y="26459"/>
                    <a:pt x="8515" y="26459"/>
                    <a:pt x="11046" y="28990"/>
                  </a:cubicBezTo>
                  <a:lnTo>
                    <a:pt x="33574" y="51518"/>
                  </a:lnTo>
                  <a:lnTo>
                    <a:pt x="83192" y="1899"/>
                  </a:lnTo>
                  <a:cubicBezTo>
                    <a:pt x="85724" y="-633"/>
                    <a:pt x="89808" y="-633"/>
                    <a:pt x="92340" y="1899"/>
                  </a:cubicBezTo>
                  <a:cubicBezTo>
                    <a:pt x="94872" y="4431"/>
                    <a:pt x="94872" y="8515"/>
                    <a:pt x="92340" y="11046"/>
                  </a:cubicBezTo>
                  <a:lnTo>
                    <a:pt x="38157" y="65230"/>
                  </a:lnTo>
                  <a:cubicBezTo>
                    <a:pt x="36937" y="66449"/>
                    <a:pt x="35292" y="67133"/>
                    <a:pt x="33574" y="67133"/>
                  </a:cubicBezTo>
                  <a:close/>
                </a:path>
              </a:pathLst>
            </a:custGeom>
            <a:solidFill>
              <a:srgbClr val="58BE78"/>
            </a:solidFill>
            <a:ln w="18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C62AFB40-812D-3064-9A8A-C7922F39BDDD}"/>
                </a:ext>
              </a:extLst>
            </p:cNvPr>
            <p:cNvSpPr/>
            <p:nvPr/>
          </p:nvSpPr>
          <p:spPr>
            <a:xfrm>
              <a:off x="1210475" y="3284339"/>
              <a:ext cx="94238" cy="67133"/>
            </a:xfrm>
            <a:custGeom>
              <a:avLst/>
              <a:gdLst>
                <a:gd name="connsiteX0" fmla="*/ 33555 w 94238"/>
                <a:gd name="connsiteY0" fmla="*/ 67133 h 67133"/>
                <a:gd name="connsiteX1" fmla="*/ 28990 w 94238"/>
                <a:gd name="connsiteY1" fmla="*/ 65230 h 67133"/>
                <a:gd name="connsiteX2" fmla="*/ 1899 w 94238"/>
                <a:gd name="connsiteY2" fmla="*/ 38138 h 67133"/>
                <a:gd name="connsiteX3" fmla="*/ 1899 w 94238"/>
                <a:gd name="connsiteY3" fmla="*/ 28990 h 67133"/>
                <a:gd name="connsiteX4" fmla="*/ 11046 w 94238"/>
                <a:gd name="connsiteY4" fmla="*/ 28990 h 67133"/>
                <a:gd name="connsiteX5" fmla="*/ 33573 w 94238"/>
                <a:gd name="connsiteY5" fmla="*/ 51518 h 67133"/>
                <a:gd name="connsiteX6" fmla="*/ 83192 w 94238"/>
                <a:gd name="connsiteY6" fmla="*/ 1899 h 67133"/>
                <a:gd name="connsiteX7" fmla="*/ 92340 w 94238"/>
                <a:gd name="connsiteY7" fmla="*/ 1899 h 67133"/>
                <a:gd name="connsiteX8" fmla="*/ 92340 w 94238"/>
                <a:gd name="connsiteY8" fmla="*/ 11046 h 67133"/>
                <a:gd name="connsiteX9" fmla="*/ 38157 w 94238"/>
                <a:gd name="connsiteY9" fmla="*/ 65230 h 67133"/>
                <a:gd name="connsiteX10" fmla="*/ 33555 w 94238"/>
                <a:gd name="connsiteY10" fmla="*/ 67133 h 67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4238" h="67133">
                  <a:moveTo>
                    <a:pt x="33555" y="67133"/>
                  </a:moveTo>
                  <a:cubicBezTo>
                    <a:pt x="31892" y="67133"/>
                    <a:pt x="30247" y="66505"/>
                    <a:pt x="28990" y="65230"/>
                  </a:cubicBezTo>
                  <a:lnTo>
                    <a:pt x="1899" y="38138"/>
                  </a:lnTo>
                  <a:cubicBezTo>
                    <a:pt x="-633" y="35606"/>
                    <a:pt x="-633" y="31522"/>
                    <a:pt x="1899" y="28990"/>
                  </a:cubicBezTo>
                  <a:cubicBezTo>
                    <a:pt x="4431" y="26459"/>
                    <a:pt x="8515" y="26459"/>
                    <a:pt x="11046" y="28990"/>
                  </a:cubicBezTo>
                  <a:lnTo>
                    <a:pt x="33573" y="51518"/>
                  </a:lnTo>
                  <a:lnTo>
                    <a:pt x="83192" y="1899"/>
                  </a:lnTo>
                  <a:cubicBezTo>
                    <a:pt x="85724" y="-633"/>
                    <a:pt x="89808" y="-633"/>
                    <a:pt x="92340" y="1899"/>
                  </a:cubicBezTo>
                  <a:cubicBezTo>
                    <a:pt x="94872" y="4431"/>
                    <a:pt x="94872" y="8515"/>
                    <a:pt x="92340" y="11046"/>
                  </a:cubicBezTo>
                  <a:lnTo>
                    <a:pt x="38157" y="65230"/>
                  </a:lnTo>
                  <a:cubicBezTo>
                    <a:pt x="36881" y="66505"/>
                    <a:pt x="35218" y="67133"/>
                    <a:pt x="33555" y="67133"/>
                  </a:cubicBezTo>
                  <a:close/>
                </a:path>
              </a:pathLst>
            </a:custGeom>
            <a:solidFill>
              <a:srgbClr val="58BE78"/>
            </a:solidFill>
            <a:ln w="18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19" name="Graphic 553">
              <a:extLst>
                <a:ext uri="{FF2B5EF4-FFF2-40B4-BE49-F238E27FC236}">
                  <a16:creationId xmlns:a16="http://schemas.microsoft.com/office/drawing/2014/main" id="{2848EF5D-6749-934E-7009-508E1AFC4AAE}"/>
                </a:ext>
              </a:extLst>
            </p:cNvPr>
            <p:cNvGrpSpPr/>
            <p:nvPr/>
          </p:nvGrpSpPr>
          <p:grpSpPr>
            <a:xfrm>
              <a:off x="1124631" y="2557332"/>
              <a:ext cx="590250" cy="899956"/>
              <a:chOff x="1124631" y="2557332"/>
              <a:chExt cx="590250" cy="899956"/>
            </a:xfrm>
            <a:solidFill>
              <a:srgbClr val="424852"/>
            </a:solidFill>
          </p:grpSpPr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07C8D1E9-BB58-94EB-46F3-A50F4103A08B}"/>
                  </a:ext>
                </a:extLst>
              </p:cNvPr>
              <p:cNvSpPr/>
              <p:nvPr/>
            </p:nvSpPr>
            <p:spPr>
              <a:xfrm>
                <a:off x="1124631" y="2557332"/>
                <a:ext cx="590250" cy="899956"/>
              </a:xfrm>
              <a:custGeom>
                <a:avLst/>
                <a:gdLst>
                  <a:gd name="connsiteX0" fmla="*/ 554048 w 590250"/>
                  <a:gd name="connsiteY0" fmla="*/ 67895 h 899956"/>
                  <a:gd name="connsiteX1" fmla="*/ 376105 w 590250"/>
                  <a:gd name="connsiteY1" fmla="*/ 67895 h 899956"/>
                  <a:gd name="connsiteX2" fmla="*/ 335430 w 590250"/>
                  <a:gd name="connsiteY2" fmla="*/ 43354 h 899956"/>
                  <a:gd name="connsiteX3" fmla="*/ 335541 w 590250"/>
                  <a:gd name="connsiteY3" fmla="*/ 40416 h 899956"/>
                  <a:gd name="connsiteX4" fmla="*/ 295125 w 590250"/>
                  <a:gd name="connsiteY4" fmla="*/ 0 h 899956"/>
                  <a:gd name="connsiteX5" fmla="*/ 254710 w 590250"/>
                  <a:gd name="connsiteY5" fmla="*/ 40416 h 899956"/>
                  <a:gd name="connsiteX6" fmla="*/ 254802 w 590250"/>
                  <a:gd name="connsiteY6" fmla="*/ 43095 h 899956"/>
                  <a:gd name="connsiteX7" fmla="*/ 160351 w 590250"/>
                  <a:gd name="connsiteY7" fmla="*/ 100235 h 899956"/>
                  <a:gd name="connsiteX8" fmla="*/ 152774 w 590250"/>
                  <a:gd name="connsiteY8" fmla="*/ 112672 h 899956"/>
                  <a:gd name="connsiteX9" fmla="*/ 152294 w 590250"/>
                  <a:gd name="connsiteY9" fmla="*/ 119880 h 899956"/>
                  <a:gd name="connsiteX10" fmla="*/ 42245 w 590250"/>
                  <a:gd name="connsiteY10" fmla="*/ 119880 h 899956"/>
                  <a:gd name="connsiteX11" fmla="*/ 28977 w 590250"/>
                  <a:gd name="connsiteY11" fmla="*/ 133148 h 899956"/>
                  <a:gd name="connsiteX12" fmla="*/ 28977 w 590250"/>
                  <a:gd name="connsiteY12" fmla="*/ 856898 h 899956"/>
                  <a:gd name="connsiteX13" fmla="*/ 42245 w 590250"/>
                  <a:gd name="connsiteY13" fmla="*/ 870167 h 899956"/>
                  <a:gd name="connsiteX14" fmla="*/ 548005 w 590250"/>
                  <a:gd name="connsiteY14" fmla="*/ 870167 h 899956"/>
                  <a:gd name="connsiteX15" fmla="*/ 561274 w 590250"/>
                  <a:gd name="connsiteY15" fmla="*/ 856898 h 899956"/>
                  <a:gd name="connsiteX16" fmla="*/ 561274 w 590250"/>
                  <a:gd name="connsiteY16" fmla="*/ 133130 h 899956"/>
                  <a:gd name="connsiteX17" fmla="*/ 548005 w 590250"/>
                  <a:gd name="connsiteY17" fmla="*/ 119861 h 899956"/>
                  <a:gd name="connsiteX18" fmla="*/ 457805 w 590250"/>
                  <a:gd name="connsiteY18" fmla="*/ 119861 h 899956"/>
                  <a:gd name="connsiteX19" fmla="*/ 451337 w 590250"/>
                  <a:gd name="connsiteY19" fmla="*/ 126329 h 899956"/>
                  <a:gd name="connsiteX20" fmla="*/ 457805 w 590250"/>
                  <a:gd name="connsiteY20" fmla="*/ 132797 h 899956"/>
                  <a:gd name="connsiteX21" fmla="*/ 548005 w 590250"/>
                  <a:gd name="connsiteY21" fmla="*/ 132797 h 899956"/>
                  <a:gd name="connsiteX22" fmla="*/ 548338 w 590250"/>
                  <a:gd name="connsiteY22" fmla="*/ 133130 h 899956"/>
                  <a:gd name="connsiteX23" fmla="*/ 548338 w 590250"/>
                  <a:gd name="connsiteY23" fmla="*/ 856880 h 899956"/>
                  <a:gd name="connsiteX24" fmla="*/ 548005 w 590250"/>
                  <a:gd name="connsiteY24" fmla="*/ 857212 h 899956"/>
                  <a:gd name="connsiteX25" fmla="*/ 42245 w 590250"/>
                  <a:gd name="connsiteY25" fmla="*/ 857212 h 899956"/>
                  <a:gd name="connsiteX26" fmla="*/ 41913 w 590250"/>
                  <a:gd name="connsiteY26" fmla="*/ 856880 h 899956"/>
                  <a:gd name="connsiteX27" fmla="*/ 41913 w 590250"/>
                  <a:gd name="connsiteY27" fmla="*/ 133130 h 899956"/>
                  <a:gd name="connsiteX28" fmla="*/ 42245 w 590250"/>
                  <a:gd name="connsiteY28" fmla="*/ 132797 h 899956"/>
                  <a:gd name="connsiteX29" fmla="*/ 158355 w 590250"/>
                  <a:gd name="connsiteY29" fmla="*/ 132797 h 899956"/>
                  <a:gd name="connsiteX30" fmla="*/ 158743 w 590250"/>
                  <a:gd name="connsiteY30" fmla="*/ 132797 h 899956"/>
                  <a:gd name="connsiteX31" fmla="*/ 224901 w 590250"/>
                  <a:gd name="connsiteY31" fmla="*/ 132797 h 899956"/>
                  <a:gd name="connsiteX32" fmla="*/ 224901 w 590250"/>
                  <a:gd name="connsiteY32" fmla="*/ 147175 h 899956"/>
                  <a:gd name="connsiteX33" fmla="*/ 220466 w 590250"/>
                  <a:gd name="connsiteY33" fmla="*/ 151610 h 899956"/>
                  <a:gd name="connsiteX34" fmla="*/ 153384 w 590250"/>
                  <a:gd name="connsiteY34" fmla="*/ 151610 h 899956"/>
                  <a:gd name="connsiteX35" fmla="*/ 132095 w 590250"/>
                  <a:gd name="connsiteY35" fmla="*/ 165008 h 899956"/>
                  <a:gd name="connsiteX36" fmla="*/ 125387 w 590250"/>
                  <a:gd name="connsiteY36" fmla="*/ 178960 h 899956"/>
                  <a:gd name="connsiteX37" fmla="*/ 126052 w 590250"/>
                  <a:gd name="connsiteY37" fmla="*/ 190658 h 899956"/>
                  <a:gd name="connsiteX38" fmla="*/ 136308 w 590250"/>
                  <a:gd name="connsiteY38" fmla="*/ 196313 h 899956"/>
                  <a:gd name="connsiteX39" fmla="*/ 455846 w 590250"/>
                  <a:gd name="connsiteY39" fmla="*/ 196313 h 899956"/>
                  <a:gd name="connsiteX40" fmla="*/ 466102 w 590250"/>
                  <a:gd name="connsiteY40" fmla="*/ 190658 h 899956"/>
                  <a:gd name="connsiteX41" fmla="*/ 466767 w 590250"/>
                  <a:gd name="connsiteY41" fmla="*/ 178960 h 899956"/>
                  <a:gd name="connsiteX42" fmla="*/ 460059 w 590250"/>
                  <a:gd name="connsiteY42" fmla="*/ 165008 h 899956"/>
                  <a:gd name="connsiteX43" fmla="*/ 438770 w 590250"/>
                  <a:gd name="connsiteY43" fmla="*/ 151610 h 899956"/>
                  <a:gd name="connsiteX44" fmla="*/ 369988 w 590250"/>
                  <a:gd name="connsiteY44" fmla="*/ 151610 h 899956"/>
                  <a:gd name="connsiteX45" fmla="*/ 365552 w 590250"/>
                  <a:gd name="connsiteY45" fmla="*/ 147175 h 899956"/>
                  <a:gd name="connsiteX46" fmla="*/ 365552 w 590250"/>
                  <a:gd name="connsiteY46" fmla="*/ 132797 h 899956"/>
                  <a:gd name="connsiteX47" fmla="*/ 431896 w 590250"/>
                  <a:gd name="connsiteY47" fmla="*/ 132797 h 899956"/>
                  <a:gd name="connsiteX48" fmla="*/ 436645 w 590250"/>
                  <a:gd name="connsiteY48" fmla="*/ 130727 h 899956"/>
                  <a:gd name="connsiteX49" fmla="*/ 438345 w 590250"/>
                  <a:gd name="connsiteY49" fmla="*/ 125830 h 899956"/>
                  <a:gd name="connsiteX50" fmla="*/ 437292 w 590250"/>
                  <a:gd name="connsiteY50" fmla="*/ 112525 h 899956"/>
                  <a:gd name="connsiteX51" fmla="*/ 429715 w 590250"/>
                  <a:gd name="connsiteY51" fmla="*/ 100272 h 899956"/>
                  <a:gd name="connsiteX52" fmla="*/ 397523 w 590250"/>
                  <a:gd name="connsiteY52" fmla="*/ 80850 h 899956"/>
                  <a:gd name="connsiteX53" fmla="*/ 554030 w 590250"/>
                  <a:gd name="connsiteY53" fmla="*/ 80850 h 899956"/>
                  <a:gd name="connsiteX54" fmla="*/ 577296 w 590250"/>
                  <a:gd name="connsiteY54" fmla="*/ 104116 h 899956"/>
                  <a:gd name="connsiteX55" fmla="*/ 577296 w 590250"/>
                  <a:gd name="connsiteY55" fmla="*/ 863773 h 899956"/>
                  <a:gd name="connsiteX56" fmla="*/ 554030 w 590250"/>
                  <a:gd name="connsiteY56" fmla="*/ 887039 h 899956"/>
                  <a:gd name="connsiteX57" fmla="*/ 36202 w 590250"/>
                  <a:gd name="connsiteY57" fmla="*/ 887039 h 899956"/>
                  <a:gd name="connsiteX58" fmla="*/ 12936 w 590250"/>
                  <a:gd name="connsiteY58" fmla="*/ 863773 h 899956"/>
                  <a:gd name="connsiteX59" fmla="*/ 12936 w 590250"/>
                  <a:gd name="connsiteY59" fmla="*/ 104098 h 899956"/>
                  <a:gd name="connsiteX60" fmla="*/ 36202 w 590250"/>
                  <a:gd name="connsiteY60" fmla="*/ 80831 h 899956"/>
                  <a:gd name="connsiteX61" fmla="*/ 166985 w 590250"/>
                  <a:gd name="connsiteY61" fmla="*/ 80831 h 899956"/>
                  <a:gd name="connsiteX62" fmla="*/ 173453 w 590250"/>
                  <a:gd name="connsiteY62" fmla="*/ 74363 h 899956"/>
                  <a:gd name="connsiteX63" fmla="*/ 166985 w 590250"/>
                  <a:gd name="connsiteY63" fmla="*/ 67895 h 899956"/>
                  <a:gd name="connsiteX64" fmla="*/ 36202 w 590250"/>
                  <a:gd name="connsiteY64" fmla="*/ 67895 h 899956"/>
                  <a:gd name="connsiteX65" fmla="*/ 0 w 590250"/>
                  <a:gd name="connsiteY65" fmla="*/ 104098 h 899956"/>
                  <a:gd name="connsiteX66" fmla="*/ 0 w 590250"/>
                  <a:gd name="connsiteY66" fmla="*/ 863754 h 899956"/>
                  <a:gd name="connsiteX67" fmla="*/ 36202 w 590250"/>
                  <a:gd name="connsiteY67" fmla="*/ 899957 h 899956"/>
                  <a:gd name="connsiteX68" fmla="*/ 554048 w 590250"/>
                  <a:gd name="connsiteY68" fmla="*/ 899957 h 899956"/>
                  <a:gd name="connsiteX69" fmla="*/ 590251 w 590250"/>
                  <a:gd name="connsiteY69" fmla="*/ 863754 h 899956"/>
                  <a:gd name="connsiteX70" fmla="*/ 590251 w 590250"/>
                  <a:gd name="connsiteY70" fmla="*/ 104098 h 899956"/>
                  <a:gd name="connsiteX71" fmla="*/ 554048 w 590250"/>
                  <a:gd name="connsiteY71" fmla="*/ 67895 h 899956"/>
                  <a:gd name="connsiteX72" fmla="*/ 156488 w 590250"/>
                  <a:gd name="connsiteY72" fmla="*/ 184430 h 899956"/>
                  <a:gd name="connsiteX73" fmla="*/ 147248 w 590250"/>
                  <a:gd name="connsiteY73" fmla="*/ 175190 h 899956"/>
                  <a:gd name="connsiteX74" fmla="*/ 156488 w 590250"/>
                  <a:gd name="connsiteY74" fmla="*/ 165950 h 899956"/>
                  <a:gd name="connsiteX75" fmla="*/ 165728 w 590250"/>
                  <a:gd name="connsiteY75" fmla="*/ 175190 h 899956"/>
                  <a:gd name="connsiteX76" fmla="*/ 156488 w 590250"/>
                  <a:gd name="connsiteY76" fmla="*/ 184430 h 899956"/>
                  <a:gd name="connsiteX77" fmla="*/ 433762 w 590250"/>
                  <a:gd name="connsiteY77" fmla="*/ 165950 h 899956"/>
                  <a:gd name="connsiteX78" fmla="*/ 443002 w 590250"/>
                  <a:gd name="connsiteY78" fmla="*/ 175190 h 899956"/>
                  <a:gd name="connsiteX79" fmla="*/ 433762 w 590250"/>
                  <a:gd name="connsiteY79" fmla="*/ 184430 h 899956"/>
                  <a:gd name="connsiteX80" fmla="*/ 424522 w 590250"/>
                  <a:gd name="connsiteY80" fmla="*/ 175190 h 899956"/>
                  <a:gd name="connsiteX81" fmla="*/ 433762 w 590250"/>
                  <a:gd name="connsiteY81" fmla="*/ 165950 h 899956"/>
                  <a:gd name="connsiteX82" fmla="*/ 295125 w 590250"/>
                  <a:gd name="connsiteY82" fmla="*/ 12918 h 899956"/>
                  <a:gd name="connsiteX83" fmla="*/ 322605 w 590250"/>
                  <a:gd name="connsiteY83" fmla="*/ 40397 h 899956"/>
                  <a:gd name="connsiteX84" fmla="*/ 295125 w 590250"/>
                  <a:gd name="connsiteY84" fmla="*/ 67895 h 899956"/>
                  <a:gd name="connsiteX85" fmla="*/ 267646 w 590250"/>
                  <a:gd name="connsiteY85" fmla="*/ 40416 h 899956"/>
                  <a:gd name="connsiteX86" fmla="*/ 295125 w 590250"/>
                  <a:gd name="connsiteY86" fmla="*/ 12918 h 899956"/>
                  <a:gd name="connsiteX87" fmla="*/ 165248 w 590250"/>
                  <a:gd name="connsiteY87" fmla="*/ 119861 h 899956"/>
                  <a:gd name="connsiteX88" fmla="*/ 165673 w 590250"/>
                  <a:gd name="connsiteY88" fmla="*/ 113523 h 899956"/>
                  <a:gd name="connsiteX89" fmla="*/ 167041 w 590250"/>
                  <a:gd name="connsiteY89" fmla="*/ 111286 h 899956"/>
                  <a:gd name="connsiteX90" fmla="*/ 257962 w 590250"/>
                  <a:gd name="connsiteY90" fmla="*/ 56290 h 899956"/>
                  <a:gd name="connsiteX91" fmla="*/ 266925 w 590250"/>
                  <a:gd name="connsiteY91" fmla="*/ 69318 h 899956"/>
                  <a:gd name="connsiteX92" fmla="*/ 232127 w 590250"/>
                  <a:gd name="connsiteY92" fmla="*/ 92954 h 899956"/>
                  <a:gd name="connsiteX93" fmla="*/ 224883 w 590250"/>
                  <a:gd name="connsiteY93" fmla="*/ 106611 h 899956"/>
                  <a:gd name="connsiteX94" fmla="*/ 224883 w 590250"/>
                  <a:gd name="connsiteY94" fmla="*/ 119843 h 899956"/>
                  <a:gd name="connsiteX95" fmla="*/ 165248 w 590250"/>
                  <a:gd name="connsiteY95" fmla="*/ 119843 h 899956"/>
                  <a:gd name="connsiteX96" fmla="*/ 259588 w 590250"/>
                  <a:gd name="connsiteY96" fmla="*/ 89942 h 899956"/>
                  <a:gd name="connsiteX97" fmla="*/ 278364 w 590250"/>
                  <a:gd name="connsiteY97" fmla="*/ 77191 h 899956"/>
                  <a:gd name="connsiteX98" fmla="*/ 295125 w 590250"/>
                  <a:gd name="connsiteY98" fmla="*/ 80850 h 899956"/>
                  <a:gd name="connsiteX99" fmla="*/ 311998 w 590250"/>
                  <a:gd name="connsiteY99" fmla="*/ 77154 h 899956"/>
                  <a:gd name="connsiteX100" fmla="*/ 351046 w 590250"/>
                  <a:gd name="connsiteY100" fmla="*/ 103691 h 899956"/>
                  <a:gd name="connsiteX101" fmla="*/ 352616 w 590250"/>
                  <a:gd name="connsiteY101" fmla="*/ 106648 h 899956"/>
                  <a:gd name="connsiteX102" fmla="*/ 352616 w 590250"/>
                  <a:gd name="connsiteY102" fmla="*/ 116720 h 899956"/>
                  <a:gd name="connsiteX103" fmla="*/ 345945 w 590250"/>
                  <a:gd name="connsiteY103" fmla="*/ 113301 h 899956"/>
                  <a:gd name="connsiteX104" fmla="*/ 259588 w 590250"/>
                  <a:gd name="connsiteY104" fmla="*/ 89942 h 899956"/>
                  <a:gd name="connsiteX105" fmla="*/ 424411 w 590250"/>
                  <a:gd name="connsiteY105" fmla="*/ 113523 h 899956"/>
                  <a:gd name="connsiteX106" fmla="*/ 424910 w 590250"/>
                  <a:gd name="connsiteY106" fmla="*/ 119861 h 899956"/>
                  <a:gd name="connsiteX107" fmla="*/ 365571 w 590250"/>
                  <a:gd name="connsiteY107" fmla="*/ 119861 h 899956"/>
                  <a:gd name="connsiteX108" fmla="*/ 365571 w 590250"/>
                  <a:gd name="connsiteY108" fmla="*/ 106629 h 899956"/>
                  <a:gd name="connsiteX109" fmla="*/ 358327 w 590250"/>
                  <a:gd name="connsiteY109" fmla="*/ 92973 h 899956"/>
                  <a:gd name="connsiteX110" fmla="*/ 323418 w 590250"/>
                  <a:gd name="connsiteY110" fmla="*/ 69244 h 899956"/>
                  <a:gd name="connsiteX111" fmla="*/ 332196 w 590250"/>
                  <a:gd name="connsiteY111" fmla="*/ 56512 h 899956"/>
                  <a:gd name="connsiteX112" fmla="*/ 423044 w 590250"/>
                  <a:gd name="connsiteY112" fmla="*/ 111323 h 899956"/>
                  <a:gd name="connsiteX113" fmla="*/ 424411 w 590250"/>
                  <a:gd name="connsiteY113" fmla="*/ 113523 h 899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</a:cxnLst>
                <a:rect l="l" t="t" r="r" b="b"/>
                <a:pathLst>
                  <a:path w="590250" h="899956">
                    <a:moveTo>
                      <a:pt x="554048" y="67895"/>
                    </a:moveTo>
                    <a:lnTo>
                      <a:pt x="376105" y="67895"/>
                    </a:lnTo>
                    <a:lnTo>
                      <a:pt x="335430" y="43354"/>
                    </a:lnTo>
                    <a:cubicBezTo>
                      <a:pt x="335504" y="42375"/>
                      <a:pt x="335541" y="41395"/>
                      <a:pt x="335541" y="40416"/>
                    </a:cubicBezTo>
                    <a:cubicBezTo>
                      <a:pt x="335541" y="18129"/>
                      <a:pt x="317412" y="0"/>
                      <a:pt x="295125" y="0"/>
                    </a:cubicBezTo>
                    <a:cubicBezTo>
                      <a:pt x="272838" y="0"/>
                      <a:pt x="254710" y="18129"/>
                      <a:pt x="254710" y="40416"/>
                    </a:cubicBezTo>
                    <a:cubicBezTo>
                      <a:pt x="254710" y="41321"/>
                      <a:pt x="254747" y="42208"/>
                      <a:pt x="254802" y="43095"/>
                    </a:cubicBezTo>
                    <a:lnTo>
                      <a:pt x="160351" y="100235"/>
                    </a:lnTo>
                    <a:cubicBezTo>
                      <a:pt x="155953" y="102897"/>
                      <a:pt x="153125" y="107553"/>
                      <a:pt x="152774" y="112672"/>
                    </a:cubicBezTo>
                    <a:lnTo>
                      <a:pt x="152294" y="119880"/>
                    </a:lnTo>
                    <a:lnTo>
                      <a:pt x="42245" y="119880"/>
                    </a:lnTo>
                    <a:cubicBezTo>
                      <a:pt x="34927" y="119880"/>
                      <a:pt x="28977" y="125830"/>
                      <a:pt x="28977" y="133148"/>
                    </a:cubicBezTo>
                    <a:lnTo>
                      <a:pt x="28977" y="856898"/>
                    </a:lnTo>
                    <a:cubicBezTo>
                      <a:pt x="28977" y="864216"/>
                      <a:pt x="34927" y="870167"/>
                      <a:pt x="42245" y="870167"/>
                    </a:cubicBezTo>
                    <a:lnTo>
                      <a:pt x="548005" y="870167"/>
                    </a:lnTo>
                    <a:cubicBezTo>
                      <a:pt x="555323" y="870167"/>
                      <a:pt x="561274" y="864216"/>
                      <a:pt x="561274" y="856898"/>
                    </a:cubicBezTo>
                    <a:lnTo>
                      <a:pt x="561274" y="133130"/>
                    </a:lnTo>
                    <a:cubicBezTo>
                      <a:pt x="561274" y="125812"/>
                      <a:pt x="555323" y="119861"/>
                      <a:pt x="548005" y="119861"/>
                    </a:cubicBezTo>
                    <a:lnTo>
                      <a:pt x="457805" y="119861"/>
                    </a:lnTo>
                    <a:cubicBezTo>
                      <a:pt x="454238" y="119861"/>
                      <a:pt x="451337" y="122763"/>
                      <a:pt x="451337" y="126329"/>
                    </a:cubicBezTo>
                    <a:cubicBezTo>
                      <a:pt x="451337" y="129896"/>
                      <a:pt x="454238" y="132797"/>
                      <a:pt x="457805" y="132797"/>
                    </a:cubicBezTo>
                    <a:lnTo>
                      <a:pt x="548005" y="132797"/>
                    </a:lnTo>
                    <a:cubicBezTo>
                      <a:pt x="548190" y="132797"/>
                      <a:pt x="548338" y="132945"/>
                      <a:pt x="548338" y="133130"/>
                    </a:cubicBezTo>
                    <a:lnTo>
                      <a:pt x="548338" y="856880"/>
                    </a:lnTo>
                    <a:cubicBezTo>
                      <a:pt x="548338" y="857065"/>
                      <a:pt x="548190" y="857212"/>
                      <a:pt x="548005" y="857212"/>
                    </a:cubicBezTo>
                    <a:lnTo>
                      <a:pt x="42245" y="857212"/>
                    </a:lnTo>
                    <a:cubicBezTo>
                      <a:pt x="42060" y="857212"/>
                      <a:pt x="41913" y="857065"/>
                      <a:pt x="41913" y="856880"/>
                    </a:cubicBezTo>
                    <a:lnTo>
                      <a:pt x="41913" y="133130"/>
                    </a:lnTo>
                    <a:cubicBezTo>
                      <a:pt x="41913" y="132945"/>
                      <a:pt x="42060" y="132797"/>
                      <a:pt x="42245" y="132797"/>
                    </a:cubicBezTo>
                    <a:lnTo>
                      <a:pt x="158355" y="132797"/>
                    </a:lnTo>
                    <a:lnTo>
                      <a:pt x="158743" y="132797"/>
                    </a:lnTo>
                    <a:lnTo>
                      <a:pt x="224901" y="132797"/>
                    </a:lnTo>
                    <a:lnTo>
                      <a:pt x="224901" y="147175"/>
                    </a:lnTo>
                    <a:cubicBezTo>
                      <a:pt x="224901" y="149632"/>
                      <a:pt x="222906" y="151610"/>
                      <a:pt x="220466" y="151610"/>
                    </a:cubicBezTo>
                    <a:lnTo>
                      <a:pt x="153384" y="151610"/>
                    </a:lnTo>
                    <a:cubicBezTo>
                      <a:pt x="144366" y="151610"/>
                      <a:pt x="136013" y="156858"/>
                      <a:pt x="132095" y="165008"/>
                    </a:cubicBezTo>
                    <a:lnTo>
                      <a:pt x="125387" y="178960"/>
                    </a:lnTo>
                    <a:cubicBezTo>
                      <a:pt x="123576" y="182730"/>
                      <a:pt x="123816" y="187110"/>
                      <a:pt x="126052" y="190658"/>
                    </a:cubicBezTo>
                    <a:cubicBezTo>
                      <a:pt x="128288" y="194206"/>
                      <a:pt x="132113" y="196313"/>
                      <a:pt x="136308" y="196313"/>
                    </a:cubicBezTo>
                    <a:lnTo>
                      <a:pt x="455846" y="196313"/>
                    </a:lnTo>
                    <a:cubicBezTo>
                      <a:pt x="460041" y="196313"/>
                      <a:pt x="463866" y="194188"/>
                      <a:pt x="466102" y="190658"/>
                    </a:cubicBezTo>
                    <a:cubicBezTo>
                      <a:pt x="468338" y="187128"/>
                      <a:pt x="468578" y="182730"/>
                      <a:pt x="466767" y="178960"/>
                    </a:cubicBezTo>
                    <a:lnTo>
                      <a:pt x="460059" y="165008"/>
                    </a:lnTo>
                    <a:cubicBezTo>
                      <a:pt x="456141" y="156877"/>
                      <a:pt x="447788" y="151610"/>
                      <a:pt x="438770" y="151610"/>
                    </a:cubicBezTo>
                    <a:lnTo>
                      <a:pt x="369988" y="151610"/>
                    </a:lnTo>
                    <a:cubicBezTo>
                      <a:pt x="367530" y="151610"/>
                      <a:pt x="365552" y="149614"/>
                      <a:pt x="365552" y="147175"/>
                    </a:cubicBezTo>
                    <a:lnTo>
                      <a:pt x="365552" y="132797"/>
                    </a:lnTo>
                    <a:lnTo>
                      <a:pt x="431896" y="132797"/>
                    </a:lnTo>
                    <a:cubicBezTo>
                      <a:pt x="433707" y="132797"/>
                      <a:pt x="435425" y="132039"/>
                      <a:pt x="436645" y="130727"/>
                    </a:cubicBezTo>
                    <a:cubicBezTo>
                      <a:pt x="437865" y="129397"/>
                      <a:pt x="438493" y="127623"/>
                      <a:pt x="438345" y="125830"/>
                    </a:cubicBezTo>
                    <a:lnTo>
                      <a:pt x="437292" y="112525"/>
                    </a:lnTo>
                    <a:cubicBezTo>
                      <a:pt x="436885" y="107480"/>
                      <a:pt x="434058" y="102897"/>
                      <a:pt x="429715" y="100272"/>
                    </a:cubicBezTo>
                    <a:lnTo>
                      <a:pt x="397523" y="80850"/>
                    </a:lnTo>
                    <a:lnTo>
                      <a:pt x="554030" y="80850"/>
                    </a:lnTo>
                    <a:cubicBezTo>
                      <a:pt x="566855" y="80850"/>
                      <a:pt x="577296" y="91291"/>
                      <a:pt x="577296" y="104116"/>
                    </a:cubicBezTo>
                    <a:lnTo>
                      <a:pt x="577296" y="863773"/>
                    </a:lnTo>
                    <a:cubicBezTo>
                      <a:pt x="577296" y="876598"/>
                      <a:pt x="566855" y="887039"/>
                      <a:pt x="554030" y="887039"/>
                    </a:cubicBezTo>
                    <a:lnTo>
                      <a:pt x="36202" y="887039"/>
                    </a:lnTo>
                    <a:cubicBezTo>
                      <a:pt x="23377" y="887039"/>
                      <a:pt x="12936" y="876598"/>
                      <a:pt x="12936" y="863773"/>
                    </a:cubicBezTo>
                    <a:lnTo>
                      <a:pt x="12936" y="104098"/>
                    </a:lnTo>
                    <a:cubicBezTo>
                      <a:pt x="12936" y="91273"/>
                      <a:pt x="23377" y="80831"/>
                      <a:pt x="36202" y="80831"/>
                    </a:cubicBezTo>
                    <a:lnTo>
                      <a:pt x="166985" y="80831"/>
                    </a:lnTo>
                    <a:cubicBezTo>
                      <a:pt x="170552" y="80831"/>
                      <a:pt x="173453" y="77930"/>
                      <a:pt x="173453" y="74363"/>
                    </a:cubicBezTo>
                    <a:cubicBezTo>
                      <a:pt x="173453" y="70797"/>
                      <a:pt x="170552" y="67895"/>
                      <a:pt x="166985" y="67895"/>
                    </a:cubicBezTo>
                    <a:lnTo>
                      <a:pt x="36202" y="67895"/>
                    </a:lnTo>
                    <a:cubicBezTo>
                      <a:pt x="16244" y="67895"/>
                      <a:pt x="0" y="84139"/>
                      <a:pt x="0" y="104098"/>
                    </a:cubicBezTo>
                    <a:lnTo>
                      <a:pt x="0" y="863754"/>
                    </a:lnTo>
                    <a:cubicBezTo>
                      <a:pt x="0" y="883713"/>
                      <a:pt x="16244" y="899957"/>
                      <a:pt x="36202" y="899957"/>
                    </a:cubicBezTo>
                    <a:lnTo>
                      <a:pt x="554048" y="899957"/>
                    </a:lnTo>
                    <a:cubicBezTo>
                      <a:pt x="574007" y="899957"/>
                      <a:pt x="590251" y="883713"/>
                      <a:pt x="590251" y="863754"/>
                    </a:cubicBezTo>
                    <a:lnTo>
                      <a:pt x="590251" y="104098"/>
                    </a:lnTo>
                    <a:cubicBezTo>
                      <a:pt x="590251" y="84139"/>
                      <a:pt x="574007" y="67895"/>
                      <a:pt x="554048" y="67895"/>
                    </a:cubicBezTo>
                    <a:close/>
                    <a:moveTo>
                      <a:pt x="156488" y="184430"/>
                    </a:moveTo>
                    <a:cubicBezTo>
                      <a:pt x="151388" y="184430"/>
                      <a:pt x="147248" y="180291"/>
                      <a:pt x="147248" y="175190"/>
                    </a:cubicBezTo>
                    <a:cubicBezTo>
                      <a:pt x="147248" y="170090"/>
                      <a:pt x="151388" y="165950"/>
                      <a:pt x="156488" y="165950"/>
                    </a:cubicBezTo>
                    <a:cubicBezTo>
                      <a:pt x="161589" y="165950"/>
                      <a:pt x="165728" y="170090"/>
                      <a:pt x="165728" y="175190"/>
                    </a:cubicBezTo>
                    <a:cubicBezTo>
                      <a:pt x="165728" y="180291"/>
                      <a:pt x="161589" y="184430"/>
                      <a:pt x="156488" y="184430"/>
                    </a:cubicBezTo>
                    <a:close/>
                    <a:moveTo>
                      <a:pt x="433762" y="165950"/>
                    </a:moveTo>
                    <a:cubicBezTo>
                      <a:pt x="438863" y="165950"/>
                      <a:pt x="443002" y="170090"/>
                      <a:pt x="443002" y="175190"/>
                    </a:cubicBezTo>
                    <a:cubicBezTo>
                      <a:pt x="443002" y="180291"/>
                      <a:pt x="438863" y="184430"/>
                      <a:pt x="433762" y="184430"/>
                    </a:cubicBezTo>
                    <a:cubicBezTo>
                      <a:pt x="428662" y="184430"/>
                      <a:pt x="424522" y="180291"/>
                      <a:pt x="424522" y="175190"/>
                    </a:cubicBezTo>
                    <a:cubicBezTo>
                      <a:pt x="424522" y="170071"/>
                      <a:pt x="428662" y="165950"/>
                      <a:pt x="433762" y="165950"/>
                    </a:cubicBezTo>
                    <a:close/>
                    <a:moveTo>
                      <a:pt x="295125" y="12918"/>
                    </a:moveTo>
                    <a:cubicBezTo>
                      <a:pt x="310279" y="12918"/>
                      <a:pt x="322605" y="25244"/>
                      <a:pt x="322605" y="40397"/>
                    </a:cubicBezTo>
                    <a:cubicBezTo>
                      <a:pt x="322605" y="55551"/>
                      <a:pt x="310279" y="67895"/>
                      <a:pt x="295125" y="67895"/>
                    </a:cubicBezTo>
                    <a:cubicBezTo>
                      <a:pt x="279972" y="67895"/>
                      <a:pt x="267646" y="55569"/>
                      <a:pt x="267646" y="40416"/>
                    </a:cubicBezTo>
                    <a:cubicBezTo>
                      <a:pt x="267646" y="25262"/>
                      <a:pt x="279972" y="12918"/>
                      <a:pt x="295125" y="12918"/>
                    </a:cubicBezTo>
                    <a:close/>
                    <a:moveTo>
                      <a:pt x="165248" y="119861"/>
                    </a:moveTo>
                    <a:lnTo>
                      <a:pt x="165673" y="113523"/>
                    </a:lnTo>
                    <a:cubicBezTo>
                      <a:pt x="165728" y="112599"/>
                      <a:pt x="166246" y="111767"/>
                      <a:pt x="167041" y="111286"/>
                    </a:cubicBezTo>
                    <a:lnTo>
                      <a:pt x="257962" y="56290"/>
                    </a:lnTo>
                    <a:cubicBezTo>
                      <a:pt x="260069" y="61206"/>
                      <a:pt x="263136" y="65641"/>
                      <a:pt x="266925" y="69318"/>
                    </a:cubicBezTo>
                    <a:lnTo>
                      <a:pt x="232127" y="92954"/>
                    </a:lnTo>
                    <a:cubicBezTo>
                      <a:pt x="227599" y="96040"/>
                      <a:pt x="224883" y="101141"/>
                      <a:pt x="224883" y="106611"/>
                    </a:cubicBezTo>
                    <a:lnTo>
                      <a:pt x="224883" y="119843"/>
                    </a:lnTo>
                    <a:lnTo>
                      <a:pt x="165248" y="119843"/>
                    </a:lnTo>
                    <a:close/>
                    <a:moveTo>
                      <a:pt x="259588" y="89942"/>
                    </a:moveTo>
                    <a:lnTo>
                      <a:pt x="278364" y="77191"/>
                    </a:lnTo>
                    <a:cubicBezTo>
                      <a:pt x="283464" y="79538"/>
                      <a:pt x="289138" y="80850"/>
                      <a:pt x="295125" y="80850"/>
                    </a:cubicBezTo>
                    <a:cubicBezTo>
                      <a:pt x="301150" y="80850"/>
                      <a:pt x="306860" y="79519"/>
                      <a:pt x="311998" y="77154"/>
                    </a:cubicBezTo>
                    <a:lnTo>
                      <a:pt x="351046" y="103691"/>
                    </a:lnTo>
                    <a:cubicBezTo>
                      <a:pt x="352025" y="104356"/>
                      <a:pt x="352616" y="105465"/>
                      <a:pt x="352616" y="106648"/>
                    </a:cubicBezTo>
                    <a:lnTo>
                      <a:pt x="352616" y="116720"/>
                    </a:lnTo>
                    <a:lnTo>
                      <a:pt x="345945" y="113301"/>
                    </a:lnTo>
                    <a:cubicBezTo>
                      <a:pt x="319094" y="99459"/>
                      <a:pt x="289655" y="91531"/>
                      <a:pt x="259588" y="89942"/>
                    </a:cubicBezTo>
                    <a:close/>
                    <a:moveTo>
                      <a:pt x="424411" y="113523"/>
                    </a:moveTo>
                    <a:lnTo>
                      <a:pt x="424910" y="119861"/>
                    </a:lnTo>
                    <a:lnTo>
                      <a:pt x="365571" y="119861"/>
                    </a:lnTo>
                    <a:lnTo>
                      <a:pt x="365571" y="106629"/>
                    </a:lnTo>
                    <a:cubicBezTo>
                      <a:pt x="365571" y="101159"/>
                      <a:pt x="362873" y="96040"/>
                      <a:pt x="358327" y="92973"/>
                    </a:cubicBezTo>
                    <a:lnTo>
                      <a:pt x="323418" y="69244"/>
                    </a:lnTo>
                    <a:cubicBezTo>
                      <a:pt x="327114" y="65622"/>
                      <a:pt x="330108" y="61317"/>
                      <a:pt x="332196" y="56512"/>
                    </a:cubicBezTo>
                    <a:lnTo>
                      <a:pt x="423044" y="111323"/>
                    </a:lnTo>
                    <a:cubicBezTo>
                      <a:pt x="423820" y="111785"/>
                      <a:pt x="424337" y="112617"/>
                      <a:pt x="424411" y="113523"/>
                    </a:cubicBezTo>
                    <a:close/>
                  </a:path>
                </a:pathLst>
              </a:custGeom>
              <a:solidFill>
                <a:srgbClr val="424852"/>
              </a:solidFill>
              <a:ln w="18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386EAC95-C9A8-339A-D0D3-97735E1045E3}"/>
                  </a:ext>
                </a:extLst>
              </p:cNvPr>
              <p:cNvSpPr/>
              <p:nvPr/>
            </p:nvSpPr>
            <p:spPr>
              <a:xfrm>
                <a:off x="1334822" y="2951990"/>
                <a:ext cx="294219" cy="12935"/>
              </a:xfrm>
              <a:custGeom>
                <a:avLst/>
                <a:gdLst>
                  <a:gd name="connsiteX0" fmla="*/ 287752 w 294219"/>
                  <a:gd name="connsiteY0" fmla="*/ 0 h 12935"/>
                  <a:gd name="connsiteX1" fmla="*/ 6468 w 294219"/>
                  <a:gd name="connsiteY1" fmla="*/ 0 h 12935"/>
                  <a:gd name="connsiteX2" fmla="*/ 0 w 294219"/>
                  <a:gd name="connsiteY2" fmla="*/ 6468 h 12935"/>
                  <a:gd name="connsiteX3" fmla="*/ 6468 w 294219"/>
                  <a:gd name="connsiteY3" fmla="*/ 12936 h 12935"/>
                  <a:gd name="connsiteX4" fmla="*/ 287752 w 294219"/>
                  <a:gd name="connsiteY4" fmla="*/ 12936 h 12935"/>
                  <a:gd name="connsiteX5" fmla="*/ 294220 w 294219"/>
                  <a:gd name="connsiteY5" fmla="*/ 6468 h 12935"/>
                  <a:gd name="connsiteX6" fmla="*/ 287752 w 294219"/>
                  <a:gd name="connsiteY6" fmla="*/ 0 h 12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94219" h="12935">
                    <a:moveTo>
                      <a:pt x="287752" y="0"/>
                    </a:moveTo>
                    <a:lnTo>
                      <a:pt x="6468" y="0"/>
                    </a:lnTo>
                    <a:cubicBezTo>
                      <a:pt x="2901" y="0"/>
                      <a:pt x="0" y="2901"/>
                      <a:pt x="0" y="6468"/>
                    </a:cubicBezTo>
                    <a:cubicBezTo>
                      <a:pt x="0" y="10035"/>
                      <a:pt x="2901" y="12936"/>
                      <a:pt x="6468" y="12936"/>
                    </a:cubicBezTo>
                    <a:lnTo>
                      <a:pt x="287752" y="12936"/>
                    </a:lnTo>
                    <a:cubicBezTo>
                      <a:pt x="291318" y="12936"/>
                      <a:pt x="294220" y="10035"/>
                      <a:pt x="294220" y="6468"/>
                    </a:cubicBezTo>
                    <a:cubicBezTo>
                      <a:pt x="294220" y="2901"/>
                      <a:pt x="291318" y="0"/>
                      <a:pt x="287752" y="0"/>
                    </a:cubicBezTo>
                    <a:close/>
                  </a:path>
                </a:pathLst>
              </a:custGeom>
              <a:solidFill>
                <a:srgbClr val="424852"/>
              </a:solidFill>
              <a:ln w="18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E8CD4228-4B96-1D26-5596-F3AA24C74168}"/>
                  </a:ext>
                </a:extLst>
              </p:cNvPr>
              <p:cNvSpPr/>
              <p:nvPr/>
            </p:nvSpPr>
            <p:spPr>
              <a:xfrm>
                <a:off x="1334822" y="3071815"/>
                <a:ext cx="294219" cy="12935"/>
              </a:xfrm>
              <a:custGeom>
                <a:avLst/>
                <a:gdLst>
                  <a:gd name="connsiteX0" fmla="*/ 287752 w 294219"/>
                  <a:gd name="connsiteY0" fmla="*/ 0 h 12935"/>
                  <a:gd name="connsiteX1" fmla="*/ 6468 w 294219"/>
                  <a:gd name="connsiteY1" fmla="*/ 0 h 12935"/>
                  <a:gd name="connsiteX2" fmla="*/ 0 w 294219"/>
                  <a:gd name="connsiteY2" fmla="*/ 6468 h 12935"/>
                  <a:gd name="connsiteX3" fmla="*/ 6468 w 294219"/>
                  <a:gd name="connsiteY3" fmla="*/ 12936 h 12935"/>
                  <a:gd name="connsiteX4" fmla="*/ 287752 w 294219"/>
                  <a:gd name="connsiteY4" fmla="*/ 12936 h 12935"/>
                  <a:gd name="connsiteX5" fmla="*/ 294220 w 294219"/>
                  <a:gd name="connsiteY5" fmla="*/ 6468 h 12935"/>
                  <a:gd name="connsiteX6" fmla="*/ 287752 w 294219"/>
                  <a:gd name="connsiteY6" fmla="*/ 0 h 12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94219" h="12935">
                    <a:moveTo>
                      <a:pt x="287752" y="0"/>
                    </a:moveTo>
                    <a:lnTo>
                      <a:pt x="6468" y="0"/>
                    </a:lnTo>
                    <a:cubicBezTo>
                      <a:pt x="2901" y="0"/>
                      <a:pt x="0" y="2901"/>
                      <a:pt x="0" y="6468"/>
                    </a:cubicBezTo>
                    <a:cubicBezTo>
                      <a:pt x="0" y="10035"/>
                      <a:pt x="2901" y="12936"/>
                      <a:pt x="6468" y="12936"/>
                    </a:cubicBezTo>
                    <a:lnTo>
                      <a:pt x="287752" y="12936"/>
                    </a:lnTo>
                    <a:cubicBezTo>
                      <a:pt x="291318" y="12936"/>
                      <a:pt x="294220" y="10035"/>
                      <a:pt x="294220" y="6468"/>
                    </a:cubicBezTo>
                    <a:cubicBezTo>
                      <a:pt x="294220" y="2901"/>
                      <a:pt x="291318" y="0"/>
                      <a:pt x="287752" y="0"/>
                    </a:cubicBezTo>
                    <a:close/>
                  </a:path>
                </a:pathLst>
              </a:custGeom>
              <a:solidFill>
                <a:srgbClr val="424852"/>
              </a:solidFill>
              <a:ln w="18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5B949DD-3840-16D1-069B-62A17FBEA064}"/>
                  </a:ext>
                </a:extLst>
              </p:cNvPr>
              <p:cNvSpPr/>
              <p:nvPr/>
            </p:nvSpPr>
            <p:spPr>
              <a:xfrm>
                <a:off x="1334822" y="3191620"/>
                <a:ext cx="294219" cy="12935"/>
              </a:xfrm>
              <a:custGeom>
                <a:avLst/>
                <a:gdLst>
                  <a:gd name="connsiteX0" fmla="*/ 287752 w 294219"/>
                  <a:gd name="connsiteY0" fmla="*/ 0 h 12935"/>
                  <a:gd name="connsiteX1" fmla="*/ 6468 w 294219"/>
                  <a:gd name="connsiteY1" fmla="*/ 0 h 12935"/>
                  <a:gd name="connsiteX2" fmla="*/ 0 w 294219"/>
                  <a:gd name="connsiteY2" fmla="*/ 6468 h 12935"/>
                  <a:gd name="connsiteX3" fmla="*/ 6468 w 294219"/>
                  <a:gd name="connsiteY3" fmla="*/ 12936 h 12935"/>
                  <a:gd name="connsiteX4" fmla="*/ 287752 w 294219"/>
                  <a:gd name="connsiteY4" fmla="*/ 12936 h 12935"/>
                  <a:gd name="connsiteX5" fmla="*/ 294220 w 294219"/>
                  <a:gd name="connsiteY5" fmla="*/ 6468 h 12935"/>
                  <a:gd name="connsiteX6" fmla="*/ 287752 w 294219"/>
                  <a:gd name="connsiteY6" fmla="*/ 0 h 12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94219" h="12935">
                    <a:moveTo>
                      <a:pt x="287752" y="0"/>
                    </a:moveTo>
                    <a:lnTo>
                      <a:pt x="6468" y="0"/>
                    </a:lnTo>
                    <a:cubicBezTo>
                      <a:pt x="2901" y="0"/>
                      <a:pt x="0" y="2901"/>
                      <a:pt x="0" y="6468"/>
                    </a:cubicBezTo>
                    <a:cubicBezTo>
                      <a:pt x="0" y="10035"/>
                      <a:pt x="2901" y="12936"/>
                      <a:pt x="6468" y="12936"/>
                    </a:cubicBezTo>
                    <a:lnTo>
                      <a:pt x="287752" y="12936"/>
                    </a:lnTo>
                    <a:cubicBezTo>
                      <a:pt x="291318" y="12936"/>
                      <a:pt x="294220" y="10035"/>
                      <a:pt x="294220" y="6468"/>
                    </a:cubicBezTo>
                    <a:cubicBezTo>
                      <a:pt x="294220" y="2901"/>
                      <a:pt x="291318" y="0"/>
                      <a:pt x="287752" y="0"/>
                    </a:cubicBezTo>
                    <a:close/>
                  </a:path>
                </a:pathLst>
              </a:custGeom>
              <a:solidFill>
                <a:srgbClr val="424852"/>
              </a:solidFill>
              <a:ln w="18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8E34C77C-C3A9-6020-0934-AB938AD80D29}"/>
                  </a:ext>
                </a:extLst>
              </p:cNvPr>
              <p:cNvSpPr/>
              <p:nvPr/>
            </p:nvSpPr>
            <p:spPr>
              <a:xfrm>
                <a:off x="1334822" y="3311444"/>
                <a:ext cx="294219" cy="12935"/>
              </a:xfrm>
              <a:custGeom>
                <a:avLst/>
                <a:gdLst>
                  <a:gd name="connsiteX0" fmla="*/ 287752 w 294219"/>
                  <a:gd name="connsiteY0" fmla="*/ 0 h 12935"/>
                  <a:gd name="connsiteX1" fmla="*/ 6468 w 294219"/>
                  <a:gd name="connsiteY1" fmla="*/ 0 h 12935"/>
                  <a:gd name="connsiteX2" fmla="*/ 0 w 294219"/>
                  <a:gd name="connsiteY2" fmla="*/ 6468 h 12935"/>
                  <a:gd name="connsiteX3" fmla="*/ 6468 w 294219"/>
                  <a:gd name="connsiteY3" fmla="*/ 12936 h 12935"/>
                  <a:gd name="connsiteX4" fmla="*/ 287752 w 294219"/>
                  <a:gd name="connsiteY4" fmla="*/ 12936 h 12935"/>
                  <a:gd name="connsiteX5" fmla="*/ 294220 w 294219"/>
                  <a:gd name="connsiteY5" fmla="*/ 6468 h 12935"/>
                  <a:gd name="connsiteX6" fmla="*/ 287752 w 294219"/>
                  <a:gd name="connsiteY6" fmla="*/ 0 h 12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94219" h="12935">
                    <a:moveTo>
                      <a:pt x="287752" y="0"/>
                    </a:moveTo>
                    <a:lnTo>
                      <a:pt x="6468" y="0"/>
                    </a:lnTo>
                    <a:cubicBezTo>
                      <a:pt x="2901" y="0"/>
                      <a:pt x="0" y="2901"/>
                      <a:pt x="0" y="6468"/>
                    </a:cubicBezTo>
                    <a:cubicBezTo>
                      <a:pt x="0" y="10035"/>
                      <a:pt x="2901" y="12936"/>
                      <a:pt x="6468" y="12936"/>
                    </a:cubicBezTo>
                    <a:lnTo>
                      <a:pt x="287752" y="12936"/>
                    </a:lnTo>
                    <a:cubicBezTo>
                      <a:pt x="291318" y="12936"/>
                      <a:pt x="294220" y="10035"/>
                      <a:pt x="294220" y="6468"/>
                    </a:cubicBezTo>
                    <a:cubicBezTo>
                      <a:pt x="294220" y="2901"/>
                      <a:pt x="291318" y="0"/>
                      <a:pt x="287752" y="0"/>
                    </a:cubicBezTo>
                    <a:close/>
                  </a:path>
                </a:pathLst>
              </a:custGeom>
              <a:solidFill>
                <a:srgbClr val="424852"/>
              </a:solidFill>
              <a:ln w="18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3148E5FF-8F52-0A39-DADE-75BBAA851119}"/>
              </a:ext>
            </a:extLst>
          </p:cNvPr>
          <p:cNvGrpSpPr/>
          <p:nvPr/>
        </p:nvGrpSpPr>
        <p:grpSpPr>
          <a:xfrm>
            <a:off x="6639926" y="4240133"/>
            <a:ext cx="457200" cy="838200"/>
            <a:chOff x="6639926" y="4240133"/>
            <a:chExt cx="457200" cy="838200"/>
          </a:xfrm>
        </p:grpSpPr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CCF620F-A61E-32FC-4991-3476D53DD97A}"/>
                </a:ext>
              </a:extLst>
            </p:cNvPr>
            <p:cNvSpPr/>
            <p:nvPr/>
          </p:nvSpPr>
          <p:spPr>
            <a:xfrm>
              <a:off x="6639926" y="4592558"/>
              <a:ext cx="457200" cy="485775"/>
            </a:xfrm>
            <a:custGeom>
              <a:avLst/>
              <a:gdLst>
                <a:gd name="connsiteX0" fmla="*/ 257175 w 457200"/>
                <a:gd name="connsiteY0" fmla="*/ 428625 h 485775"/>
                <a:gd name="connsiteX1" fmla="*/ 257175 w 457200"/>
                <a:gd name="connsiteY1" fmla="*/ 312420 h 485775"/>
                <a:gd name="connsiteX2" fmla="*/ 447675 w 457200"/>
                <a:gd name="connsiteY2" fmla="*/ 95250 h 485775"/>
                <a:gd name="connsiteX3" fmla="*/ 447675 w 457200"/>
                <a:gd name="connsiteY3" fmla="*/ 0 h 485775"/>
                <a:gd name="connsiteX4" fmla="*/ 390525 w 457200"/>
                <a:gd name="connsiteY4" fmla="*/ 0 h 485775"/>
                <a:gd name="connsiteX5" fmla="*/ 390525 w 457200"/>
                <a:gd name="connsiteY5" fmla="*/ 95250 h 485775"/>
                <a:gd name="connsiteX6" fmla="*/ 228600 w 457200"/>
                <a:gd name="connsiteY6" fmla="*/ 257175 h 485775"/>
                <a:gd name="connsiteX7" fmla="*/ 66675 w 457200"/>
                <a:gd name="connsiteY7" fmla="*/ 95250 h 485775"/>
                <a:gd name="connsiteX8" fmla="*/ 66675 w 457200"/>
                <a:gd name="connsiteY8" fmla="*/ 0 h 485775"/>
                <a:gd name="connsiteX9" fmla="*/ 9525 w 457200"/>
                <a:gd name="connsiteY9" fmla="*/ 0 h 485775"/>
                <a:gd name="connsiteX10" fmla="*/ 9525 w 457200"/>
                <a:gd name="connsiteY10" fmla="*/ 95250 h 485775"/>
                <a:gd name="connsiteX11" fmla="*/ 200025 w 457200"/>
                <a:gd name="connsiteY11" fmla="*/ 312420 h 485775"/>
                <a:gd name="connsiteX12" fmla="*/ 200025 w 457200"/>
                <a:gd name="connsiteY12" fmla="*/ 428625 h 485775"/>
                <a:gd name="connsiteX13" fmla="*/ 0 w 457200"/>
                <a:gd name="connsiteY13" fmla="*/ 428625 h 485775"/>
                <a:gd name="connsiteX14" fmla="*/ 0 w 457200"/>
                <a:gd name="connsiteY14" fmla="*/ 485775 h 485775"/>
                <a:gd name="connsiteX15" fmla="*/ 457200 w 457200"/>
                <a:gd name="connsiteY15" fmla="*/ 485775 h 485775"/>
                <a:gd name="connsiteX16" fmla="*/ 457200 w 457200"/>
                <a:gd name="connsiteY16" fmla="*/ 428625 h 485775"/>
                <a:gd name="connsiteX17" fmla="*/ 257175 w 457200"/>
                <a:gd name="connsiteY17" fmla="*/ 428625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7200" h="485775">
                  <a:moveTo>
                    <a:pt x="257175" y="428625"/>
                  </a:moveTo>
                  <a:lnTo>
                    <a:pt x="257175" y="312420"/>
                  </a:lnTo>
                  <a:cubicBezTo>
                    <a:pt x="364808" y="298133"/>
                    <a:pt x="447675" y="206693"/>
                    <a:pt x="447675" y="95250"/>
                  </a:cubicBezTo>
                  <a:lnTo>
                    <a:pt x="447675" y="0"/>
                  </a:lnTo>
                  <a:lnTo>
                    <a:pt x="390525" y="0"/>
                  </a:lnTo>
                  <a:lnTo>
                    <a:pt x="390525" y="95250"/>
                  </a:lnTo>
                  <a:cubicBezTo>
                    <a:pt x="390525" y="184785"/>
                    <a:pt x="318135" y="257175"/>
                    <a:pt x="228600" y="257175"/>
                  </a:cubicBezTo>
                  <a:cubicBezTo>
                    <a:pt x="139065" y="257175"/>
                    <a:pt x="66675" y="184785"/>
                    <a:pt x="66675" y="95250"/>
                  </a:cubicBezTo>
                  <a:lnTo>
                    <a:pt x="66675" y="0"/>
                  </a:lnTo>
                  <a:lnTo>
                    <a:pt x="9525" y="0"/>
                  </a:lnTo>
                  <a:lnTo>
                    <a:pt x="9525" y="95250"/>
                  </a:lnTo>
                  <a:cubicBezTo>
                    <a:pt x="9525" y="206693"/>
                    <a:pt x="92393" y="298133"/>
                    <a:pt x="200025" y="312420"/>
                  </a:cubicBezTo>
                  <a:lnTo>
                    <a:pt x="200025" y="428625"/>
                  </a:lnTo>
                  <a:lnTo>
                    <a:pt x="0" y="428625"/>
                  </a:lnTo>
                  <a:lnTo>
                    <a:pt x="0" y="485775"/>
                  </a:lnTo>
                  <a:lnTo>
                    <a:pt x="457200" y="485775"/>
                  </a:lnTo>
                  <a:lnTo>
                    <a:pt x="457200" y="428625"/>
                  </a:lnTo>
                  <a:lnTo>
                    <a:pt x="257175" y="428625"/>
                  </a:lnTo>
                  <a:close/>
                </a:path>
              </a:pathLst>
            </a:custGeom>
            <a:solidFill>
              <a:srgbClr val="FFD5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7BCB381-2075-1E89-70A0-C8E3355DC2B2}"/>
                </a:ext>
              </a:extLst>
            </p:cNvPr>
            <p:cNvSpPr/>
            <p:nvPr/>
          </p:nvSpPr>
          <p:spPr>
            <a:xfrm>
              <a:off x="6744701" y="4240133"/>
              <a:ext cx="247650" cy="571500"/>
            </a:xfrm>
            <a:custGeom>
              <a:avLst/>
              <a:gdLst>
                <a:gd name="connsiteX0" fmla="*/ 123825 w 247650"/>
                <a:gd name="connsiteY0" fmla="*/ 571500 h 571500"/>
                <a:gd name="connsiteX1" fmla="*/ 247650 w 247650"/>
                <a:gd name="connsiteY1" fmla="*/ 447675 h 571500"/>
                <a:gd name="connsiteX2" fmla="*/ 152400 w 247650"/>
                <a:gd name="connsiteY2" fmla="*/ 447675 h 571500"/>
                <a:gd name="connsiteX3" fmla="*/ 152400 w 247650"/>
                <a:gd name="connsiteY3" fmla="*/ 409575 h 571500"/>
                <a:gd name="connsiteX4" fmla="*/ 247650 w 247650"/>
                <a:gd name="connsiteY4" fmla="*/ 409575 h 571500"/>
                <a:gd name="connsiteX5" fmla="*/ 247650 w 247650"/>
                <a:gd name="connsiteY5" fmla="*/ 352425 h 571500"/>
                <a:gd name="connsiteX6" fmla="*/ 152400 w 247650"/>
                <a:gd name="connsiteY6" fmla="*/ 352425 h 571500"/>
                <a:gd name="connsiteX7" fmla="*/ 152400 w 247650"/>
                <a:gd name="connsiteY7" fmla="*/ 314325 h 571500"/>
                <a:gd name="connsiteX8" fmla="*/ 247650 w 247650"/>
                <a:gd name="connsiteY8" fmla="*/ 314325 h 571500"/>
                <a:gd name="connsiteX9" fmla="*/ 247650 w 247650"/>
                <a:gd name="connsiteY9" fmla="*/ 257175 h 571500"/>
                <a:gd name="connsiteX10" fmla="*/ 152400 w 247650"/>
                <a:gd name="connsiteY10" fmla="*/ 257175 h 571500"/>
                <a:gd name="connsiteX11" fmla="*/ 152400 w 247650"/>
                <a:gd name="connsiteY11" fmla="*/ 219075 h 571500"/>
                <a:gd name="connsiteX12" fmla="*/ 247650 w 247650"/>
                <a:gd name="connsiteY12" fmla="*/ 219075 h 571500"/>
                <a:gd name="connsiteX13" fmla="*/ 247650 w 247650"/>
                <a:gd name="connsiteY13" fmla="*/ 161925 h 571500"/>
                <a:gd name="connsiteX14" fmla="*/ 152400 w 247650"/>
                <a:gd name="connsiteY14" fmla="*/ 161925 h 571500"/>
                <a:gd name="connsiteX15" fmla="*/ 152400 w 247650"/>
                <a:gd name="connsiteY15" fmla="*/ 123825 h 571500"/>
                <a:gd name="connsiteX16" fmla="*/ 247650 w 247650"/>
                <a:gd name="connsiteY16" fmla="*/ 123825 h 571500"/>
                <a:gd name="connsiteX17" fmla="*/ 123825 w 247650"/>
                <a:gd name="connsiteY17" fmla="*/ 0 h 571500"/>
                <a:gd name="connsiteX18" fmla="*/ 0 w 247650"/>
                <a:gd name="connsiteY18" fmla="*/ 123825 h 571500"/>
                <a:gd name="connsiteX19" fmla="*/ 0 w 247650"/>
                <a:gd name="connsiteY19" fmla="*/ 447675 h 571500"/>
                <a:gd name="connsiteX20" fmla="*/ 123825 w 247650"/>
                <a:gd name="connsiteY20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47650" h="571500">
                  <a:moveTo>
                    <a:pt x="123825" y="571500"/>
                  </a:moveTo>
                  <a:cubicBezTo>
                    <a:pt x="192405" y="571500"/>
                    <a:pt x="247650" y="516255"/>
                    <a:pt x="247650" y="447675"/>
                  </a:cubicBezTo>
                  <a:lnTo>
                    <a:pt x="152400" y="447675"/>
                  </a:lnTo>
                  <a:lnTo>
                    <a:pt x="152400" y="409575"/>
                  </a:lnTo>
                  <a:lnTo>
                    <a:pt x="247650" y="409575"/>
                  </a:lnTo>
                  <a:lnTo>
                    <a:pt x="247650" y="352425"/>
                  </a:lnTo>
                  <a:lnTo>
                    <a:pt x="152400" y="352425"/>
                  </a:lnTo>
                  <a:lnTo>
                    <a:pt x="152400" y="314325"/>
                  </a:lnTo>
                  <a:lnTo>
                    <a:pt x="247650" y="314325"/>
                  </a:lnTo>
                  <a:lnTo>
                    <a:pt x="247650" y="257175"/>
                  </a:lnTo>
                  <a:lnTo>
                    <a:pt x="152400" y="257175"/>
                  </a:lnTo>
                  <a:lnTo>
                    <a:pt x="152400" y="219075"/>
                  </a:lnTo>
                  <a:lnTo>
                    <a:pt x="247650" y="219075"/>
                  </a:lnTo>
                  <a:lnTo>
                    <a:pt x="247650" y="161925"/>
                  </a:lnTo>
                  <a:lnTo>
                    <a:pt x="152400" y="161925"/>
                  </a:lnTo>
                  <a:lnTo>
                    <a:pt x="152400" y="123825"/>
                  </a:lnTo>
                  <a:lnTo>
                    <a:pt x="247650" y="123825"/>
                  </a:lnTo>
                  <a:cubicBezTo>
                    <a:pt x="247650" y="55245"/>
                    <a:pt x="192405" y="0"/>
                    <a:pt x="123825" y="0"/>
                  </a:cubicBezTo>
                  <a:cubicBezTo>
                    <a:pt x="55245" y="0"/>
                    <a:pt x="0" y="55245"/>
                    <a:pt x="0" y="123825"/>
                  </a:cubicBezTo>
                  <a:lnTo>
                    <a:pt x="0" y="447675"/>
                  </a:lnTo>
                  <a:cubicBezTo>
                    <a:pt x="0" y="516255"/>
                    <a:pt x="55245" y="571500"/>
                    <a:pt x="123825" y="571500"/>
                  </a:cubicBezTo>
                  <a:close/>
                </a:path>
              </a:pathLst>
            </a:custGeom>
            <a:solidFill>
              <a:srgbClr val="47567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75" name="Freeform: Shape 474">
            <a:extLst>
              <a:ext uri="{FF2B5EF4-FFF2-40B4-BE49-F238E27FC236}">
                <a16:creationId xmlns:a16="http://schemas.microsoft.com/office/drawing/2014/main" id="{6CD01946-8EEF-A103-1897-F20325E5E7F5}"/>
              </a:ext>
            </a:extLst>
          </p:cNvPr>
          <p:cNvSpPr/>
          <p:nvPr/>
        </p:nvSpPr>
        <p:spPr>
          <a:xfrm>
            <a:off x="8488439" y="-1585237"/>
            <a:ext cx="4940762" cy="3954246"/>
          </a:xfrm>
          <a:custGeom>
            <a:avLst/>
            <a:gdLst>
              <a:gd name="connsiteX0" fmla="*/ 0 w 4293393"/>
              <a:gd name="connsiteY0" fmla="*/ 0 h 3436136"/>
              <a:gd name="connsiteX1" fmla="*/ 0 w 4293393"/>
              <a:gd name="connsiteY1" fmla="*/ 3436137 h 3436136"/>
              <a:gd name="connsiteX2" fmla="*/ 4293394 w 4293393"/>
              <a:gd name="connsiteY2" fmla="*/ 3436137 h 3436136"/>
              <a:gd name="connsiteX3" fmla="*/ 4293394 w 4293393"/>
              <a:gd name="connsiteY3" fmla="*/ 0 h 3436136"/>
              <a:gd name="connsiteX4" fmla="*/ 0 w 4293393"/>
              <a:gd name="connsiteY4" fmla="*/ 0 h 3436136"/>
              <a:gd name="connsiteX5" fmla="*/ 4286250 w 4293393"/>
              <a:gd name="connsiteY5" fmla="*/ 428625 h 3436136"/>
              <a:gd name="connsiteX6" fmla="*/ 3864769 w 4293393"/>
              <a:gd name="connsiteY6" fmla="*/ 428625 h 3436136"/>
              <a:gd name="connsiteX7" fmla="*/ 3864769 w 4293393"/>
              <a:gd name="connsiteY7" fmla="*/ 7144 h 3436136"/>
              <a:gd name="connsiteX8" fmla="*/ 4286250 w 4293393"/>
              <a:gd name="connsiteY8" fmla="*/ 7144 h 3436136"/>
              <a:gd name="connsiteX9" fmla="*/ 4286250 w 4293393"/>
              <a:gd name="connsiteY9" fmla="*/ 428625 h 3436136"/>
              <a:gd name="connsiteX10" fmla="*/ 2143125 w 4293393"/>
              <a:gd name="connsiteY10" fmla="*/ 2143118 h 3436136"/>
              <a:gd name="connsiteX11" fmla="*/ 1721644 w 4293393"/>
              <a:gd name="connsiteY11" fmla="*/ 2143118 h 3436136"/>
              <a:gd name="connsiteX12" fmla="*/ 1721644 w 4293393"/>
              <a:gd name="connsiteY12" fmla="*/ 1721637 h 3436136"/>
              <a:gd name="connsiteX13" fmla="*/ 2143125 w 4293393"/>
              <a:gd name="connsiteY13" fmla="*/ 1721637 h 3436136"/>
              <a:gd name="connsiteX14" fmla="*/ 2143125 w 4293393"/>
              <a:gd name="connsiteY14" fmla="*/ 2143118 h 3436136"/>
              <a:gd name="connsiteX15" fmla="*/ 1721644 w 4293393"/>
              <a:gd name="connsiteY15" fmla="*/ 1293019 h 3436136"/>
              <a:gd name="connsiteX16" fmla="*/ 2143125 w 4293393"/>
              <a:gd name="connsiteY16" fmla="*/ 1293019 h 3436136"/>
              <a:gd name="connsiteX17" fmla="*/ 2143125 w 4293393"/>
              <a:gd name="connsiteY17" fmla="*/ 1714500 h 3436136"/>
              <a:gd name="connsiteX18" fmla="*/ 1721644 w 4293393"/>
              <a:gd name="connsiteY18" fmla="*/ 1714500 h 3436136"/>
              <a:gd name="connsiteX19" fmla="*/ 1721644 w 4293393"/>
              <a:gd name="connsiteY19" fmla="*/ 1293019 h 3436136"/>
              <a:gd name="connsiteX20" fmla="*/ 2150269 w 4293393"/>
              <a:gd name="connsiteY20" fmla="*/ 1721637 h 3436136"/>
              <a:gd name="connsiteX21" fmla="*/ 2571750 w 4293393"/>
              <a:gd name="connsiteY21" fmla="*/ 1721637 h 3436136"/>
              <a:gd name="connsiteX22" fmla="*/ 2571750 w 4293393"/>
              <a:gd name="connsiteY22" fmla="*/ 2143118 h 3436136"/>
              <a:gd name="connsiteX23" fmla="*/ 2150269 w 4293393"/>
              <a:gd name="connsiteY23" fmla="*/ 2143118 h 3436136"/>
              <a:gd name="connsiteX24" fmla="*/ 2150269 w 4293393"/>
              <a:gd name="connsiteY24" fmla="*/ 1721637 h 3436136"/>
              <a:gd name="connsiteX25" fmla="*/ 2150269 w 4293393"/>
              <a:gd name="connsiteY25" fmla="*/ 1293019 h 3436136"/>
              <a:gd name="connsiteX26" fmla="*/ 2571750 w 4293393"/>
              <a:gd name="connsiteY26" fmla="*/ 1293019 h 3436136"/>
              <a:gd name="connsiteX27" fmla="*/ 2571750 w 4293393"/>
              <a:gd name="connsiteY27" fmla="*/ 1714500 h 3436136"/>
              <a:gd name="connsiteX28" fmla="*/ 2150269 w 4293393"/>
              <a:gd name="connsiteY28" fmla="*/ 1714500 h 3436136"/>
              <a:gd name="connsiteX29" fmla="*/ 2150269 w 4293393"/>
              <a:gd name="connsiteY29" fmla="*/ 1293019 h 3436136"/>
              <a:gd name="connsiteX30" fmla="*/ 2578894 w 4293393"/>
              <a:gd name="connsiteY30" fmla="*/ 1293019 h 3436136"/>
              <a:gd name="connsiteX31" fmla="*/ 3000375 w 4293393"/>
              <a:gd name="connsiteY31" fmla="*/ 1293019 h 3436136"/>
              <a:gd name="connsiteX32" fmla="*/ 3000375 w 4293393"/>
              <a:gd name="connsiteY32" fmla="*/ 1714500 h 3436136"/>
              <a:gd name="connsiteX33" fmla="*/ 2578894 w 4293393"/>
              <a:gd name="connsiteY33" fmla="*/ 1714500 h 3436136"/>
              <a:gd name="connsiteX34" fmla="*/ 2578894 w 4293393"/>
              <a:gd name="connsiteY34" fmla="*/ 1293019 h 3436136"/>
              <a:gd name="connsiteX35" fmla="*/ 2578894 w 4293393"/>
              <a:gd name="connsiteY35" fmla="*/ 864394 h 3436136"/>
              <a:gd name="connsiteX36" fmla="*/ 3000375 w 4293393"/>
              <a:gd name="connsiteY36" fmla="*/ 864394 h 3436136"/>
              <a:gd name="connsiteX37" fmla="*/ 3000375 w 4293393"/>
              <a:gd name="connsiteY37" fmla="*/ 1285875 h 3436136"/>
              <a:gd name="connsiteX38" fmla="*/ 2578894 w 4293393"/>
              <a:gd name="connsiteY38" fmla="*/ 1285875 h 3436136"/>
              <a:gd name="connsiteX39" fmla="*/ 2578894 w 4293393"/>
              <a:gd name="connsiteY39" fmla="*/ 864394 h 3436136"/>
              <a:gd name="connsiteX40" fmla="*/ 2571750 w 4293393"/>
              <a:gd name="connsiteY40" fmla="*/ 1285875 h 3436136"/>
              <a:gd name="connsiteX41" fmla="*/ 2150269 w 4293393"/>
              <a:gd name="connsiteY41" fmla="*/ 1285875 h 3436136"/>
              <a:gd name="connsiteX42" fmla="*/ 2150269 w 4293393"/>
              <a:gd name="connsiteY42" fmla="*/ 864394 h 3436136"/>
              <a:gd name="connsiteX43" fmla="*/ 2571750 w 4293393"/>
              <a:gd name="connsiteY43" fmla="*/ 864394 h 3436136"/>
              <a:gd name="connsiteX44" fmla="*/ 2571750 w 4293393"/>
              <a:gd name="connsiteY44" fmla="*/ 1285875 h 3436136"/>
              <a:gd name="connsiteX45" fmla="*/ 2143125 w 4293393"/>
              <a:gd name="connsiteY45" fmla="*/ 1285875 h 3436136"/>
              <a:gd name="connsiteX46" fmla="*/ 1721644 w 4293393"/>
              <a:gd name="connsiteY46" fmla="*/ 1285875 h 3436136"/>
              <a:gd name="connsiteX47" fmla="*/ 1721644 w 4293393"/>
              <a:gd name="connsiteY47" fmla="*/ 864394 h 3436136"/>
              <a:gd name="connsiteX48" fmla="*/ 2143125 w 4293393"/>
              <a:gd name="connsiteY48" fmla="*/ 864394 h 3436136"/>
              <a:gd name="connsiteX49" fmla="*/ 2143125 w 4293393"/>
              <a:gd name="connsiteY49" fmla="*/ 1285875 h 3436136"/>
              <a:gd name="connsiteX50" fmla="*/ 1714500 w 4293393"/>
              <a:gd name="connsiteY50" fmla="*/ 1285875 h 3436136"/>
              <a:gd name="connsiteX51" fmla="*/ 1293019 w 4293393"/>
              <a:gd name="connsiteY51" fmla="*/ 1285875 h 3436136"/>
              <a:gd name="connsiteX52" fmla="*/ 1293019 w 4293393"/>
              <a:gd name="connsiteY52" fmla="*/ 864394 h 3436136"/>
              <a:gd name="connsiteX53" fmla="*/ 1714500 w 4293393"/>
              <a:gd name="connsiteY53" fmla="*/ 864394 h 3436136"/>
              <a:gd name="connsiteX54" fmla="*/ 1714500 w 4293393"/>
              <a:gd name="connsiteY54" fmla="*/ 1285875 h 3436136"/>
              <a:gd name="connsiteX55" fmla="*/ 1714500 w 4293393"/>
              <a:gd name="connsiteY55" fmla="*/ 1714493 h 3436136"/>
              <a:gd name="connsiteX56" fmla="*/ 1293019 w 4293393"/>
              <a:gd name="connsiteY56" fmla="*/ 1714493 h 3436136"/>
              <a:gd name="connsiteX57" fmla="*/ 1293019 w 4293393"/>
              <a:gd name="connsiteY57" fmla="*/ 1293012 h 3436136"/>
              <a:gd name="connsiteX58" fmla="*/ 1714500 w 4293393"/>
              <a:gd name="connsiteY58" fmla="*/ 1293012 h 3436136"/>
              <a:gd name="connsiteX59" fmla="*/ 1714500 w 4293393"/>
              <a:gd name="connsiteY59" fmla="*/ 1714493 h 3436136"/>
              <a:gd name="connsiteX60" fmla="*/ 1714500 w 4293393"/>
              <a:gd name="connsiteY60" fmla="*/ 2143118 h 3436136"/>
              <a:gd name="connsiteX61" fmla="*/ 1293019 w 4293393"/>
              <a:gd name="connsiteY61" fmla="*/ 2143118 h 3436136"/>
              <a:gd name="connsiteX62" fmla="*/ 1293019 w 4293393"/>
              <a:gd name="connsiteY62" fmla="*/ 1721637 h 3436136"/>
              <a:gd name="connsiteX63" fmla="*/ 1714500 w 4293393"/>
              <a:gd name="connsiteY63" fmla="*/ 1721637 h 3436136"/>
              <a:gd name="connsiteX64" fmla="*/ 1714500 w 4293393"/>
              <a:gd name="connsiteY64" fmla="*/ 2143118 h 3436136"/>
              <a:gd name="connsiteX65" fmla="*/ 1714500 w 4293393"/>
              <a:gd name="connsiteY65" fmla="*/ 2571743 h 3436136"/>
              <a:gd name="connsiteX66" fmla="*/ 1293019 w 4293393"/>
              <a:gd name="connsiteY66" fmla="*/ 2571743 h 3436136"/>
              <a:gd name="connsiteX67" fmla="*/ 1293019 w 4293393"/>
              <a:gd name="connsiteY67" fmla="*/ 2150262 h 3436136"/>
              <a:gd name="connsiteX68" fmla="*/ 1714500 w 4293393"/>
              <a:gd name="connsiteY68" fmla="*/ 2150262 h 3436136"/>
              <a:gd name="connsiteX69" fmla="*/ 1714500 w 4293393"/>
              <a:gd name="connsiteY69" fmla="*/ 2571743 h 3436136"/>
              <a:gd name="connsiteX70" fmla="*/ 1721644 w 4293393"/>
              <a:gd name="connsiteY70" fmla="*/ 2150262 h 3436136"/>
              <a:gd name="connsiteX71" fmla="*/ 2143125 w 4293393"/>
              <a:gd name="connsiteY71" fmla="*/ 2150262 h 3436136"/>
              <a:gd name="connsiteX72" fmla="*/ 2143125 w 4293393"/>
              <a:gd name="connsiteY72" fmla="*/ 2571743 h 3436136"/>
              <a:gd name="connsiteX73" fmla="*/ 1721644 w 4293393"/>
              <a:gd name="connsiteY73" fmla="*/ 2571743 h 3436136"/>
              <a:gd name="connsiteX74" fmla="*/ 1721644 w 4293393"/>
              <a:gd name="connsiteY74" fmla="*/ 2150262 h 3436136"/>
              <a:gd name="connsiteX75" fmla="*/ 2150269 w 4293393"/>
              <a:gd name="connsiteY75" fmla="*/ 2150262 h 3436136"/>
              <a:gd name="connsiteX76" fmla="*/ 2571750 w 4293393"/>
              <a:gd name="connsiteY76" fmla="*/ 2150262 h 3436136"/>
              <a:gd name="connsiteX77" fmla="*/ 2571750 w 4293393"/>
              <a:gd name="connsiteY77" fmla="*/ 2571743 h 3436136"/>
              <a:gd name="connsiteX78" fmla="*/ 2150269 w 4293393"/>
              <a:gd name="connsiteY78" fmla="*/ 2571743 h 3436136"/>
              <a:gd name="connsiteX79" fmla="*/ 2150269 w 4293393"/>
              <a:gd name="connsiteY79" fmla="*/ 2150262 h 3436136"/>
              <a:gd name="connsiteX80" fmla="*/ 2578894 w 4293393"/>
              <a:gd name="connsiteY80" fmla="*/ 2150262 h 3436136"/>
              <a:gd name="connsiteX81" fmla="*/ 3000375 w 4293393"/>
              <a:gd name="connsiteY81" fmla="*/ 2150262 h 3436136"/>
              <a:gd name="connsiteX82" fmla="*/ 3000375 w 4293393"/>
              <a:gd name="connsiteY82" fmla="*/ 2571743 h 3436136"/>
              <a:gd name="connsiteX83" fmla="*/ 2578894 w 4293393"/>
              <a:gd name="connsiteY83" fmla="*/ 2571743 h 3436136"/>
              <a:gd name="connsiteX84" fmla="*/ 2578894 w 4293393"/>
              <a:gd name="connsiteY84" fmla="*/ 2150262 h 3436136"/>
              <a:gd name="connsiteX85" fmla="*/ 2578894 w 4293393"/>
              <a:gd name="connsiteY85" fmla="*/ 1721637 h 3436136"/>
              <a:gd name="connsiteX86" fmla="*/ 3000375 w 4293393"/>
              <a:gd name="connsiteY86" fmla="*/ 1721637 h 3436136"/>
              <a:gd name="connsiteX87" fmla="*/ 3000375 w 4293393"/>
              <a:gd name="connsiteY87" fmla="*/ 2143118 h 3436136"/>
              <a:gd name="connsiteX88" fmla="*/ 2578894 w 4293393"/>
              <a:gd name="connsiteY88" fmla="*/ 2143118 h 3436136"/>
              <a:gd name="connsiteX89" fmla="*/ 2578894 w 4293393"/>
              <a:gd name="connsiteY89" fmla="*/ 1721637 h 3436136"/>
              <a:gd name="connsiteX90" fmla="*/ 3007519 w 4293393"/>
              <a:gd name="connsiteY90" fmla="*/ 1721637 h 3436136"/>
              <a:gd name="connsiteX91" fmla="*/ 3429000 w 4293393"/>
              <a:gd name="connsiteY91" fmla="*/ 1721637 h 3436136"/>
              <a:gd name="connsiteX92" fmla="*/ 3429000 w 4293393"/>
              <a:gd name="connsiteY92" fmla="*/ 2143118 h 3436136"/>
              <a:gd name="connsiteX93" fmla="*/ 3007519 w 4293393"/>
              <a:gd name="connsiteY93" fmla="*/ 2143118 h 3436136"/>
              <a:gd name="connsiteX94" fmla="*/ 3007519 w 4293393"/>
              <a:gd name="connsiteY94" fmla="*/ 1721637 h 3436136"/>
              <a:gd name="connsiteX95" fmla="*/ 3007519 w 4293393"/>
              <a:gd name="connsiteY95" fmla="*/ 1293019 h 3436136"/>
              <a:gd name="connsiteX96" fmla="*/ 3429000 w 4293393"/>
              <a:gd name="connsiteY96" fmla="*/ 1293019 h 3436136"/>
              <a:gd name="connsiteX97" fmla="*/ 3429000 w 4293393"/>
              <a:gd name="connsiteY97" fmla="*/ 1714500 h 3436136"/>
              <a:gd name="connsiteX98" fmla="*/ 3007519 w 4293393"/>
              <a:gd name="connsiteY98" fmla="*/ 1714500 h 3436136"/>
              <a:gd name="connsiteX99" fmla="*/ 3007519 w 4293393"/>
              <a:gd name="connsiteY99" fmla="*/ 1293019 h 3436136"/>
              <a:gd name="connsiteX100" fmla="*/ 3007519 w 4293393"/>
              <a:gd name="connsiteY100" fmla="*/ 864394 h 3436136"/>
              <a:gd name="connsiteX101" fmla="*/ 3429000 w 4293393"/>
              <a:gd name="connsiteY101" fmla="*/ 864394 h 3436136"/>
              <a:gd name="connsiteX102" fmla="*/ 3429000 w 4293393"/>
              <a:gd name="connsiteY102" fmla="*/ 1285875 h 3436136"/>
              <a:gd name="connsiteX103" fmla="*/ 3007519 w 4293393"/>
              <a:gd name="connsiteY103" fmla="*/ 1285875 h 3436136"/>
              <a:gd name="connsiteX104" fmla="*/ 3007519 w 4293393"/>
              <a:gd name="connsiteY104" fmla="*/ 864394 h 3436136"/>
              <a:gd name="connsiteX105" fmla="*/ 3007519 w 4293393"/>
              <a:gd name="connsiteY105" fmla="*/ 435769 h 3436136"/>
              <a:gd name="connsiteX106" fmla="*/ 3429000 w 4293393"/>
              <a:gd name="connsiteY106" fmla="*/ 435769 h 3436136"/>
              <a:gd name="connsiteX107" fmla="*/ 3429000 w 4293393"/>
              <a:gd name="connsiteY107" fmla="*/ 857250 h 3436136"/>
              <a:gd name="connsiteX108" fmla="*/ 3007519 w 4293393"/>
              <a:gd name="connsiteY108" fmla="*/ 857250 h 3436136"/>
              <a:gd name="connsiteX109" fmla="*/ 3007519 w 4293393"/>
              <a:gd name="connsiteY109" fmla="*/ 435769 h 3436136"/>
              <a:gd name="connsiteX110" fmla="*/ 3000375 w 4293393"/>
              <a:gd name="connsiteY110" fmla="*/ 857250 h 3436136"/>
              <a:gd name="connsiteX111" fmla="*/ 2578894 w 4293393"/>
              <a:gd name="connsiteY111" fmla="*/ 857250 h 3436136"/>
              <a:gd name="connsiteX112" fmla="*/ 2578894 w 4293393"/>
              <a:gd name="connsiteY112" fmla="*/ 435769 h 3436136"/>
              <a:gd name="connsiteX113" fmla="*/ 3000375 w 4293393"/>
              <a:gd name="connsiteY113" fmla="*/ 435769 h 3436136"/>
              <a:gd name="connsiteX114" fmla="*/ 3000375 w 4293393"/>
              <a:gd name="connsiteY114" fmla="*/ 857250 h 3436136"/>
              <a:gd name="connsiteX115" fmla="*/ 2571750 w 4293393"/>
              <a:gd name="connsiteY115" fmla="*/ 857250 h 3436136"/>
              <a:gd name="connsiteX116" fmla="*/ 2150269 w 4293393"/>
              <a:gd name="connsiteY116" fmla="*/ 857250 h 3436136"/>
              <a:gd name="connsiteX117" fmla="*/ 2150269 w 4293393"/>
              <a:gd name="connsiteY117" fmla="*/ 435769 h 3436136"/>
              <a:gd name="connsiteX118" fmla="*/ 2571750 w 4293393"/>
              <a:gd name="connsiteY118" fmla="*/ 435769 h 3436136"/>
              <a:gd name="connsiteX119" fmla="*/ 2571750 w 4293393"/>
              <a:gd name="connsiteY119" fmla="*/ 857250 h 3436136"/>
              <a:gd name="connsiteX120" fmla="*/ 2143125 w 4293393"/>
              <a:gd name="connsiteY120" fmla="*/ 857250 h 3436136"/>
              <a:gd name="connsiteX121" fmla="*/ 1721644 w 4293393"/>
              <a:gd name="connsiteY121" fmla="*/ 857250 h 3436136"/>
              <a:gd name="connsiteX122" fmla="*/ 1721644 w 4293393"/>
              <a:gd name="connsiteY122" fmla="*/ 435769 h 3436136"/>
              <a:gd name="connsiteX123" fmla="*/ 2143125 w 4293393"/>
              <a:gd name="connsiteY123" fmla="*/ 435769 h 3436136"/>
              <a:gd name="connsiteX124" fmla="*/ 2143125 w 4293393"/>
              <a:gd name="connsiteY124" fmla="*/ 857250 h 3436136"/>
              <a:gd name="connsiteX125" fmla="*/ 1714500 w 4293393"/>
              <a:gd name="connsiteY125" fmla="*/ 857250 h 3436136"/>
              <a:gd name="connsiteX126" fmla="*/ 1293019 w 4293393"/>
              <a:gd name="connsiteY126" fmla="*/ 857250 h 3436136"/>
              <a:gd name="connsiteX127" fmla="*/ 1293019 w 4293393"/>
              <a:gd name="connsiteY127" fmla="*/ 435769 h 3436136"/>
              <a:gd name="connsiteX128" fmla="*/ 1714500 w 4293393"/>
              <a:gd name="connsiteY128" fmla="*/ 435769 h 3436136"/>
              <a:gd name="connsiteX129" fmla="*/ 1714500 w 4293393"/>
              <a:gd name="connsiteY129" fmla="*/ 857250 h 3436136"/>
              <a:gd name="connsiteX130" fmla="*/ 1285875 w 4293393"/>
              <a:gd name="connsiteY130" fmla="*/ 857250 h 3436136"/>
              <a:gd name="connsiteX131" fmla="*/ 864394 w 4293393"/>
              <a:gd name="connsiteY131" fmla="*/ 857250 h 3436136"/>
              <a:gd name="connsiteX132" fmla="*/ 864394 w 4293393"/>
              <a:gd name="connsiteY132" fmla="*/ 435769 h 3436136"/>
              <a:gd name="connsiteX133" fmla="*/ 1285875 w 4293393"/>
              <a:gd name="connsiteY133" fmla="*/ 435769 h 3436136"/>
              <a:gd name="connsiteX134" fmla="*/ 1285875 w 4293393"/>
              <a:gd name="connsiteY134" fmla="*/ 857250 h 3436136"/>
              <a:gd name="connsiteX135" fmla="*/ 1285875 w 4293393"/>
              <a:gd name="connsiteY135" fmla="*/ 1285875 h 3436136"/>
              <a:gd name="connsiteX136" fmla="*/ 864394 w 4293393"/>
              <a:gd name="connsiteY136" fmla="*/ 1285875 h 3436136"/>
              <a:gd name="connsiteX137" fmla="*/ 864394 w 4293393"/>
              <a:gd name="connsiteY137" fmla="*/ 864394 h 3436136"/>
              <a:gd name="connsiteX138" fmla="*/ 1285875 w 4293393"/>
              <a:gd name="connsiteY138" fmla="*/ 864394 h 3436136"/>
              <a:gd name="connsiteX139" fmla="*/ 1285875 w 4293393"/>
              <a:gd name="connsiteY139" fmla="*/ 1285875 h 3436136"/>
              <a:gd name="connsiteX140" fmla="*/ 1285875 w 4293393"/>
              <a:gd name="connsiteY140" fmla="*/ 1714493 h 3436136"/>
              <a:gd name="connsiteX141" fmla="*/ 864394 w 4293393"/>
              <a:gd name="connsiteY141" fmla="*/ 1714493 h 3436136"/>
              <a:gd name="connsiteX142" fmla="*/ 864394 w 4293393"/>
              <a:gd name="connsiteY142" fmla="*/ 1293012 h 3436136"/>
              <a:gd name="connsiteX143" fmla="*/ 1285875 w 4293393"/>
              <a:gd name="connsiteY143" fmla="*/ 1293012 h 3436136"/>
              <a:gd name="connsiteX144" fmla="*/ 1285875 w 4293393"/>
              <a:gd name="connsiteY144" fmla="*/ 1714493 h 3436136"/>
              <a:gd name="connsiteX145" fmla="*/ 1285875 w 4293393"/>
              <a:gd name="connsiteY145" fmla="*/ 2143118 h 3436136"/>
              <a:gd name="connsiteX146" fmla="*/ 864394 w 4293393"/>
              <a:gd name="connsiteY146" fmla="*/ 2143118 h 3436136"/>
              <a:gd name="connsiteX147" fmla="*/ 864394 w 4293393"/>
              <a:gd name="connsiteY147" fmla="*/ 1721637 h 3436136"/>
              <a:gd name="connsiteX148" fmla="*/ 1285875 w 4293393"/>
              <a:gd name="connsiteY148" fmla="*/ 1721637 h 3436136"/>
              <a:gd name="connsiteX149" fmla="*/ 1285875 w 4293393"/>
              <a:gd name="connsiteY149" fmla="*/ 2143118 h 3436136"/>
              <a:gd name="connsiteX150" fmla="*/ 1285875 w 4293393"/>
              <a:gd name="connsiteY150" fmla="*/ 2571743 h 3436136"/>
              <a:gd name="connsiteX151" fmla="*/ 864394 w 4293393"/>
              <a:gd name="connsiteY151" fmla="*/ 2571743 h 3436136"/>
              <a:gd name="connsiteX152" fmla="*/ 864394 w 4293393"/>
              <a:gd name="connsiteY152" fmla="*/ 2150262 h 3436136"/>
              <a:gd name="connsiteX153" fmla="*/ 1285875 w 4293393"/>
              <a:gd name="connsiteY153" fmla="*/ 2150262 h 3436136"/>
              <a:gd name="connsiteX154" fmla="*/ 1285875 w 4293393"/>
              <a:gd name="connsiteY154" fmla="*/ 2571743 h 3436136"/>
              <a:gd name="connsiteX155" fmla="*/ 1285875 w 4293393"/>
              <a:gd name="connsiteY155" fmla="*/ 3000368 h 3436136"/>
              <a:gd name="connsiteX156" fmla="*/ 864394 w 4293393"/>
              <a:gd name="connsiteY156" fmla="*/ 3000368 h 3436136"/>
              <a:gd name="connsiteX157" fmla="*/ 864394 w 4293393"/>
              <a:gd name="connsiteY157" fmla="*/ 2578887 h 3436136"/>
              <a:gd name="connsiteX158" fmla="*/ 1285875 w 4293393"/>
              <a:gd name="connsiteY158" fmla="*/ 2578887 h 3436136"/>
              <a:gd name="connsiteX159" fmla="*/ 1285875 w 4293393"/>
              <a:gd name="connsiteY159" fmla="*/ 3000368 h 3436136"/>
              <a:gd name="connsiteX160" fmla="*/ 1293019 w 4293393"/>
              <a:gd name="connsiteY160" fmla="*/ 2578887 h 3436136"/>
              <a:gd name="connsiteX161" fmla="*/ 1714500 w 4293393"/>
              <a:gd name="connsiteY161" fmla="*/ 2578887 h 3436136"/>
              <a:gd name="connsiteX162" fmla="*/ 1714500 w 4293393"/>
              <a:gd name="connsiteY162" fmla="*/ 3000368 h 3436136"/>
              <a:gd name="connsiteX163" fmla="*/ 1293019 w 4293393"/>
              <a:gd name="connsiteY163" fmla="*/ 3000368 h 3436136"/>
              <a:gd name="connsiteX164" fmla="*/ 1293019 w 4293393"/>
              <a:gd name="connsiteY164" fmla="*/ 2578887 h 3436136"/>
              <a:gd name="connsiteX165" fmla="*/ 1721644 w 4293393"/>
              <a:gd name="connsiteY165" fmla="*/ 2578887 h 3436136"/>
              <a:gd name="connsiteX166" fmla="*/ 2143125 w 4293393"/>
              <a:gd name="connsiteY166" fmla="*/ 2578887 h 3436136"/>
              <a:gd name="connsiteX167" fmla="*/ 2143125 w 4293393"/>
              <a:gd name="connsiteY167" fmla="*/ 3000368 h 3436136"/>
              <a:gd name="connsiteX168" fmla="*/ 1721644 w 4293393"/>
              <a:gd name="connsiteY168" fmla="*/ 3000368 h 3436136"/>
              <a:gd name="connsiteX169" fmla="*/ 1721644 w 4293393"/>
              <a:gd name="connsiteY169" fmla="*/ 2578887 h 3436136"/>
              <a:gd name="connsiteX170" fmla="*/ 2150269 w 4293393"/>
              <a:gd name="connsiteY170" fmla="*/ 2578887 h 3436136"/>
              <a:gd name="connsiteX171" fmla="*/ 2571750 w 4293393"/>
              <a:gd name="connsiteY171" fmla="*/ 2578887 h 3436136"/>
              <a:gd name="connsiteX172" fmla="*/ 2571750 w 4293393"/>
              <a:gd name="connsiteY172" fmla="*/ 3000368 h 3436136"/>
              <a:gd name="connsiteX173" fmla="*/ 2150269 w 4293393"/>
              <a:gd name="connsiteY173" fmla="*/ 3000368 h 3436136"/>
              <a:gd name="connsiteX174" fmla="*/ 2150269 w 4293393"/>
              <a:gd name="connsiteY174" fmla="*/ 2578887 h 3436136"/>
              <a:gd name="connsiteX175" fmla="*/ 2578894 w 4293393"/>
              <a:gd name="connsiteY175" fmla="*/ 2578887 h 3436136"/>
              <a:gd name="connsiteX176" fmla="*/ 3000375 w 4293393"/>
              <a:gd name="connsiteY176" fmla="*/ 2578887 h 3436136"/>
              <a:gd name="connsiteX177" fmla="*/ 3000375 w 4293393"/>
              <a:gd name="connsiteY177" fmla="*/ 3000368 h 3436136"/>
              <a:gd name="connsiteX178" fmla="*/ 2578894 w 4293393"/>
              <a:gd name="connsiteY178" fmla="*/ 3000368 h 3436136"/>
              <a:gd name="connsiteX179" fmla="*/ 2578894 w 4293393"/>
              <a:gd name="connsiteY179" fmla="*/ 2578887 h 3436136"/>
              <a:gd name="connsiteX180" fmla="*/ 3007519 w 4293393"/>
              <a:gd name="connsiteY180" fmla="*/ 2578887 h 3436136"/>
              <a:gd name="connsiteX181" fmla="*/ 3429000 w 4293393"/>
              <a:gd name="connsiteY181" fmla="*/ 2578887 h 3436136"/>
              <a:gd name="connsiteX182" fmla="*/ 3429000 w 4293393"/>
              <a:gd name="connsiteY182" fmla="*/ 3000368 h 3436136"/>
              <a:gd name="connsiteX183" fmla="*/ 3007519 w 4293393"/>
              <a:gd name="connsiteY183" fmla="*/ 3000368 h 3436136"/>
              <a:gd name="connsiteX184" fmla="*/ 3007519 w 4293393"/>
              <a:gd name="connsiteY184" fmla="*/ 2578887 h 3436136"/>
              <a:gd name="connsiteX185" fmla="*/ 3007519 w 4293393"/>
              <a:gd name="connsiteY185" fmla="*/ 2150262 h 3436136"/>
              <a:gd name="connsiteX186" fmla="*/ 3429000 w 4293393"/>
              <a:gd name="connsiteY186" fmla="*/ 2150262 h 3436136"/>
              <a:gd name="connsiteX187" fmla="*/ 3429000 w 4293393"/>
              <a:gd name="connsiteY187" fmla="*/ 2571743 h 3436136"/>
              <a:gd name="connsiteX188" fmla="*/ 3007519 w 4293393"/>
              <a:gd name="connsiteY188" fmla="*/ 2571743 h 3436136"/>
              <a:gd name="connsiteX189" fmla="*/ 3007519 w 4293393"/>
              <a:gd name="connsiteY189" fmla="*/ 2150262 h 3436136"/>
              <a:gd name="connsiteX190" fmla="*/ 3436144 w 4293393"/>
              <a:gd name="connsiteY190" fmla="*/ 2150262 h 3436136"/>
              <a:gd name="connsiteX191" fmla="*/ 3857625 w 4293393"/>
              <a:gd name="connsiteY191" fmla="*/ 2150262 h 3436136"/>
              <a:gd name="connsiteX192" fmla="*/ 3857625 w 4293393"/>
              <a:gd name="connsiteY192" fmla="*/ 2571743 h 3436136"/>
              <a:gd name="connsiteX193" fmla="*/ 3436144 w 4293393"/>
              <a:gd name="connsiteY193" fmla="*/ 2571743 h 3436136"/>
              <a:gd name="connsiteX194" fmla="*/ 3436144 w 4293393"/>
              <a:gd name="connsiteY194" fmla="*/ 2150262 h 3436136"/>
              <a:gd name="connsiteX195" fmla="*/ 3436144 w 4293393"/>
              <a:gd name="connsiteY195" fmla="*/ 1721637 h 3436136"/>
              <a:gd name="connsiteX196" fmla="*/ 3857625 w 4293393"/>
              <a:gd name="connsiteY196" fmla="*/ 1721637 h 3436136"/>
              <a:gd name="connsiteX197" fmla="*/ 3857625 w 4293393"/>
              <a:gd name="connsiteY197" fmla="*/ 2143118 h 3436136"/>
              <a:gd name="connsiteX198" fmla="*/ 3436144 w 4293393"/>
              <a:gd name="connsiteY198" fmla="*/ 2143118 h 3436136"/>
              <a:gd name="connsiteX199" fmla="*/ 3436144 w 4293393"/>
              <a:gd name="connsiteY199" fmla="*/ 1721637 h 3436136"/>
              <a:gd name="connsiteX200" fmla="*/ 3436144 w 4293393"/>
              <a:gd name="connsiteY200" fmla="*/ 1293019 h 3436136"/>
              <a:gd name="connsiteX201" fmla="*/ 3857625 w 4293393"/>
              <a:gd name="connsiteY201" fmla="*/ 1293019 h 3436136"/>
              <a:gd name="connsiteX202" fmla="*/ 3857625 w 4293393"/>
              <a:gd name="connsiteY202" fmla="*/ 1714500 h 3436136"/>
              <a:gd name="connsiteX203" fmla="*/ 3436144 w 4293393"/>
              <a:gd name="connsiteY203" fmla="*/ 1714500 h 3436136"/>
              <a:gd name="connsiteX204" fmla="*/ 3436144 w 4293393"/>
              <a:gd name="connsiteY204" fmla="*/ 1293019 h 3436136"/>
              <a:gd name="connsiteX205" fmla="*/ 3436144 w 4293393"/>
              <a:gd name="connsiteY205" fmla="*/ 864394 h 3436136"/>
              <a:gd name="connsiteX206" fmla="*/ 3857625 w 4293393"/>
              <a:gd name="connsiteY206" fmla="*/ 864394 h 3436136"/>
              <a:gd name="connsiteX207" fmla="*/ 3857625 w 4293393"/>
              <a:gd name="connsiteY207" fmla="*/ 1285875 h 3436136"/>
              <a:gd name="connsiteX208" fmla="*/ 3436144 w 4293393"/>
              <a:gd name="connsiteY208" fmla="*/ 1285875 h 3436136"/>
              <a:gd name="connsiteX209" fmla="*/ 3436144 w 4293393"/>
              <a:gd name="connsiteY209" fmla="*/ 864394 h 3436136"/>
              <a:gd name="connsiteX210" fmla="*/ 3436144 w 4293393"/>
              <a:gd name="connsiteY210" fmla="*/ 435769 h 3436136"/>
              <a:gd name="connsiteX211" fmla="*/ 3857625 w 4293393"/>
              <a:gd name="connsiteY211" fmla="*/ 435769 h 3436136"/>
              <a:gd name="connsiteX212" fmla="*/ 3857625 w 4293393"/>
              <a:gd name="connsiteY212" fmla="*/ 857250 h 3436136"/>
              <a:gd name="connsiteX213" fmla="*/ 3436144 w 4293393"/>
              <a:gd name="connsiteY213" fmla="*/ 857250 h 3436136"/>
              <a:gd name="connsiteX214" fmla="*/ 3436144 w 4293393"/>
              <a:gd name="connsiteY214" fmla="*/ 435769 h 3436136"/>
              <a:gd name="connsiteX215" fmla="*/ 3436144 w 4293393"/>
              <a:gd name="connsiteY215" fmla="*/ 7144 h 3436136"/>
              <a:gd name="connsiteX216" fmla="*/ 3857625 w 4293393"/>
              <a:gd name="connsiteY216" fmla="*/ 7144 h 3436136"/>
              <a:gd name="connsiteX217" fmla="*/ 3857625 w 4293393"/>
              <a:gd name="connsiteY217" fmla="*/ 428625 h 3436136"/>
              <a:gd name="connsiteX218" fmla="*/ 3436144 w 4293393"/>
              <a:gd name="connsiteY218" fmla="*/ 428625 h 3436136"/>
              <a:gd name="connsiteX219" fmla="*/ 3436144 w 4293393"/>
              <a:gd name="connsiteY219" fmla="*/ 7144 h 3436136"/>
              <a:gd name="connsiteX220" fmla="*/ 3429000 w 4293393"/>
              <a:gd name="connsiteY220" fmla="*/ 428625 h 3436136"/>
              <a:gd name="connsiteX221" fmla="*/ 3007519 w 4293393"/>
              <a:gd name="connsiteY221" fmla="*/ 428625 h 3436136"/>
              <a:gd name="connsiteX222" fmla="*/ 3007519 w 4293393"/>
              <a:gd name="connsiteY222" fmla="*/ 7144 h 3436136"/>
              <a:gd name="connsiteX223" fmla="*/ 3429000 w 4293393"/>
              <a:gd name="connsiteY223" fmla="*/ 7144 h 3436136"/>
              <a:gd name="connsiteX224" fmla="*/ 3429000 w 4293393"/>
              <a:gd name="connsiteY224" fmla="*/ 428625 h 3436136"/>
              <a:gd name="connsiteX225" fmla="*/ 3000375 w 4293393"/>
              <a:gd name="connsiteY225" fmla="*/ 428625 h 3436136"/>
              <a:gd name="connsiteX226" fmla="*/ 2578894 w 4293393"/>
              <a:gd name="connsiteY226" fmla="*/ 428625 h 3436136"/>
              <a:gd name="connsiteX227" fmla="*/ 2578894 w 4293393"/>
              <a:gd name="connsiteY227" fmla="*/ 7144 h 3436136"/>
              <a:gd name="connsiteX228" fmla="*/ 3000375 w 4293393"/>
              <a:gd name="connsiteY228" fmla="*/ 7144 h 3436136"/>
              <a:gd name="connsiteX229" fmla="*/ 3000375 w 4293393"/>
              <a:gd name="connsiteY229" fmla="*/ 428625 h 3436136"/>
              <a:gd name="connsiteX230" fmla="*/ 2571750 w 4293393"/>
              <a:gd name="connsiteY230" fmla="*/ 428625 h 3436136"/>
              <a:gd name="connsiteX231" fmla="*/ 2150269 w 4293393"/>
              <a:gd name="connsiteY231" fmla="*/ 428625 h 3436136"/>
              <a:gd name="connsiteX232" fmla="*/ 2150269 w 4293393"/>
              <a:gd name="connsiteY232" fmla="*/ 7144 h 3436136"/>
              <a:gd name="connsiteX233" fmla="*/ 2571750 w 4293393"/>
              <a:gd name="connsiteY233" fmla="*/ 7144 h 3436136"/>
              <a:gd name="connsiteX234" fmla="*/ 2571750 w 4293393"/>
              <a:gd name="connsiteY234" fmla="*/ 428625 h 3436136"/>
              <a:gd name="connsiteX235" fmla="*/ 2143125 w 4293393"/>
              <a:gd name="connsiteY235" fmla="*/ 428625 h 3436136"/>
              <a:gd name="connsiteX236" fmla="*/ 1721644 w 4293393"/>
              <a:gd name="connsiteY236" fmla="*/ 428625 h 3436136"/>
              <a:gd name="connsiteX237" fmla="*/ 1721644 w 4293393"/>
              <a:gd name="connsiteY237" fmla="*/ 7144 h 3436136"/>
              <a:gd name="connsiteX238" fmla="*/ 2143125 w 4293393"/>
              <a:gd name="connsiteY238" fmla="*/ 7144 h 3436136"/>
              <a:gd name="connsiteX239" fmla="*/ 2143125 w 4293393"/>
              <a:gd name="connsiteY239" fmla="*/ 428625 h 3436136"/>
              <a:gd name="connsiteX240" fmla="*/ 1714500 w 4293393"/>
              <a:gd name="connsiteY240" fmla="*/ 428625 h 3436136"/>
              <a:gd name="connsiteX241" fmla="*/ 1293019 w 4293393"/>
              <a:gd name="connsiteY241" fmla="*/ 428625 h 3436136"/>
              <a:gd name="connsiteX242" fmla="*/ 1293019 w 4293393"/>
              <a:gd name="connsiteY242" fmla="*/ 7144 h 3436136"/>
              <a:gd name="connsiteX243" fmla="*/ 1714500 w 4293393"/>
              <a:gd name="connsiteY243" fmla="*/ 7144 h 3436136"/>
              <a:gd name="connsiteX244" fmla="*/ 1714500 w 4293393"/>
              <a:gd name="connsiteY244" fmla="*/ 428625 h 3436136"/>
              <a:gd name="connsiteX245" fmla="*/ 1285875 w 4293393"/>
              <a:gd name="connsiteY245" fmla="*/ 428625 h 3436136"/>
              <a:gd name="connsiteX246" fmla="*/ 864394 w 4293393"/>
              <a:gd name="connsiteY246" fmla="*/ 428625 h 3436136"/>
              <a:gd name="connsiteX247" fmla="*/ 864394 w 4293393"/>
              <a:gd name="connsiteY247" fmla="*/ 7144 h 3436136"/>
              <a:gd name="connsiteX248" fmla="*/ 1285875 w 4293393"/>
              <a:gd name="connsiteY248" fmla="*/ 7144 h 3436136"/>
              <a:gd name="connsiteX249" fmla="*/ 1285875 w 4293393"/>
              <a:gd name="connsiteY249" fmla="*/ 428625 h 3436136"/>
              <a:gd name="connsiteX250" fmla="*/ 857250 w 4293393"/>
              <a:gd name="connsiteY250" fmla="*/ 428625 h 3436136"/>
              <a:gd name="connsiteX251" fmla="*/ 435769 w 4293393"/>
              <a:gd name="connsiteY251" fmla="*/ 428625 h 3436136"/>
              <a:gd name="connsiteX252" fmla="*/ 435769 w 4293393"/>
              <a:gd name="connsiteY252" fmla="*/ 7144 h 3436136"/>
              <a:gd name="connsiteX253" fmla="*/ 857250 w 4293393"/>
              <a:gd name="connsiteY253" fmla="*/ 7144 h 3436136"/>
              <a:gd name="connsiteX254" fmla="*/ 857250 w 4293393"/>
              <a:gd name="connsiteY254" fmla="*/ 428625 h 3436136"/>
              <a:gd name="connsiteX255" fmla="*/ 857250 w 4293393"/>
              <a:gd name="connsiteY255" fmla="*/ 857250 h 3436136"/>
              <a:gd name="connsiteX256" fmla="*/ 435769 w 4293393"/>
              <a:gd name="connsiteY256" fmla="*/ 857250 h 3436136"/>
              <a:gd name="connsiteX257" fmla="*/ 435769 w 4293393"/>
              <a:gd name="connsiteY257" fmla="*/ 435769 h 3436136"/>
              <a:gd name="connsiteX258" fmla="*/ 857250 w 4293393"/>
              <a:gd name="connsiteY258" fmla="*/ 435769 h 3436136"/>
              <a:gd name="connsiteX259" fmla="*/ 857250 w 4293393"/>
              <a:gd name="connsiteY259" fmla="*/ 857250 h 3436136"/>
              <a:gd name="connsiteX260" fmla="*/ 857250 w 4293393"/>
              <a:gd name="connsiteY260" fmla="*/ 1285875 h 3436136"/>
              <a:gd name="connsiteX261" fmla="*/ 435769 w 4293393"/>
              <a:gd name="connsiteY261" fmla="*/ 1285875 h 3436136"/>
              <a:gd name="connsiteX262" fmla="*/ 435769 w 4293393"/>
              <a:gd name="connsiteY262" fmla="*/ 864394 h 3436136"/>
              <a:gd name="connsiteX263" fmla="*/ 857250 w 4293393"/>
              <a:gd name="connsiteY263" fmla="*/ 864394 h 3436136"/>
              <a:gd name="connsiteX264" fmla="*/ 857250 w 4293393"/>
              <a:gd name="connsiteY264" fmla="*/ 1285875 h 3436136"/>
              <a:gd name="connsiteX265" fmla="*/ 857250 w 4293393"/>
              <a:gd name="connsiteY265" fmla="*/ 1714493 h 3436136"/>
              <a:gd name="connsiteX266" fmla="*/ 435769 w 4293393"/>
              <a:gd name="connsiteY266" fmla="*/ 1714493 h 3436136"/>
              <a:gd name="connsiteX267" fmla="*/ 435769 w 4293393"/>
              <a:gd name="connsiteY267" fmla="*/ 1293012 h 3436136"/>
              <a:gd name="connsiteX268" fmla="*/ 857250 w 4293393"/>
              <a:gd name="connsiteY268" fmla="*/ 1293012 h 3436136"/>
              <a:gd name="connsiteX269" fmla="*/ 857250 w 4293393"/>
              <a:gd name="connsiteY269" fmla="*/ 1714493 h 3436136"/>
              <a:gd name="connsiteX270" fmla="*/ 857250 w 4293393"/>
              <a:gd name="connsiteY270" fmla="*/ 2143118 h 3436136"/>
              <a:gd name="connsiteX271" fmla="*/ 435769 w 4293393"/>
              <a:gd name="connsiteY271" fmla="*/ 2143118 h 3436136"/>
              <a:gd name="connsiteX272" fmla="*/ 435769 w 4293393"/>
              <a:gd name="connsiteY272" fmla="*/ 1721637 h 3436136"/>
              <a:gd name="connsiteX273" fmla="*/ 857250 w 4293393"/>
              <a:gd name="connsiteY273" fmla="*/ 1721637 h 3436136"/>
              <a:gd name="connsiteX274" fmla="*/ 857250 w 4293393"/>
              <a:gd name="connsiteY274" fmla="*/ 2143118 h 3436136"/>
              <a:gd name="connsiteX275" fmla="*/ 857250 w 4293393"/>
              <a:gd name="connsiteY275" fmla="*/ 2571743 h 3436136"/>
              <a:gd name="connsiteX276" fmla="*/ 435769 w 4293393"/>
              <a:gd name="connsiteY276" fmla="*/ 2571743 h 3436136"/>
              <a:gd name="connsiteX277" fmla="*/ 435769 w 4293393"/>
              <a:gd name="connsiteY277" fmla="*/ 2150262 h 3436136"/>
              <a:gd name="connsiteX278" fmla="*/ 857250 w 4293393"/>
              <a:gd name="connsiteY278" fmla="*/ 2150262 h 3436136"/>
              <a:gd name="connsiteX279" fmla="*/ 857250 w 4293393"/>
              <a:gd name="connsiteY279" fmla="*/ 2571743 h 3436136"/>
              <a:gd name="connsiteX280" fmla="*/ 857250 w 4293393"/>
              <a:gd name="connsiteY280" fmla="*/ 3000368 h 3436136"/>
              <a:gd name="connsiteX281" fmla="*/ 435769 w 4293393"/>
              <a:gd name="connsiteY281" fmla="*/ 3000368 h 3436136"/>
              <a:gd name="connsiteX282" fmla="*/ 435769 w 4293393"/>
              <a:gd name="connsiteY282" fmla="*/ 2578887 h 3436136"/>
              <a:gd name="connsiteX283" fmla="*/ 857250 w 4293393"/>
              <a:gd name="connsiteY283" fmla="*/ 2578887 h 3436136"/>
              <a:gd name="connsiteX284" fmla="*/ 857250 w 4293393"/>
              <a:gd name="connsiteY284" fmla="*/ 3000368 h 3436136"/>
              <a:gd name="connsiteX285" fmla="*/ 857250 w 4293393"/>
              <a:gd name="connsiteY285" fmla="*/ 3428993 h 3436136"/>
              <a:gd name="connsiteX286" fmla="*/ 435769 w 4293393"/>
              <a:gd name="connsiteY286" fmla="*/ 3428993 h 3436136"/>
              <a:gd name="connsiteX287" fmla="*/ 435769 w 4293393"/>
              <a:gd name="connsiteY287" fmla="*/ 3007512 h 3436136"/>
              <a:gd name="connsiteX288" fmla="*/ 857250 w 4293393"/>
              <a:gd name="connsiteY288" fmla="*/ 3007512 h 3436136"/>
              <a:gd name="connsiteX289" fmla="*/ 857250 w 4293393"/>
              <a:gd name="connsiteY289" fmla="*/ 3428993 h 3436136"/>
              <a:gd name="connsiteX290" fmla="*/ 864394 w 4293393"/>
              <a:gd name="connsiteY290" fmla="*/ 3007512 h 3436136"/>
              <a:gd name="connsiteX291" fmla="*/ 1285875 w 4293393"/>
              <a:gd name="connsiteY291" fmla="*/ 3007512 h 3436136"/>
              <a:gd name="connsiteX292" fmla="*/ 1285875 w 4293393"/>
              <a:gd name="connsiteY292" fmla="*/ 3428993 h 3436136"/>
              <a:gd name="connsiteX293" fmla="*/ 864394 w 4293393"/>
              <a:gd name="connsiteY293" fmla="*/ 3428993 h 3436136"/>
              <a:gd name="connsiteX294" fmla="*/ 864394 w 4293393"/>
              <a:gd name="connsiteY294" fmla="*/ 3007512 h 3436136"/>
              <a:gd name="connsiteX295" fmla="*/ 1293019 w 4293393"/>
              <a:gd name="connsiteY295" fmla="*/ 3007512 h 3436136"/>
              <a:gd name="connsiteX296" fmla="*/ 1714500 w 4293393"/>
              <a:gd name="connsiteY296" fmla="*/ 3007512 h 3436136"/>
              <a:gd name="connsiteX297" fmla="*/ 1714500 w 4293393"/>
              <a:gd name="connsiteY297" fmla="*/ 3428993 h 3436136"/>
              <a:gd name="connsiteX298" fmla="*/ 1293019 w 4293393"/>
              <a:gd name="connsiteY298" fmla="*/ 3428993 h 3436136"/>
              <a:gd name="connsiteX299" fmla="*/ 1293019 w 4293393"/>
              <a:gd name="connsiteY299" fmla="*/ 3007512 h 3436136"/>
              <a:gd name="connsiteX300" fmla="*/ 1721644 w 4293393"/>
              <a:gd name="connsiteY300" fmla="*/ 3007512 h 3436136"/>
              <a:gd name="connsiteX301" fmla="*/ 2143125 w 4293393"/>
              <a:gd name="connsiteY301" fmla="*/ 3007512 h 3436136"/>
              <a:gd name="connsiteX302" fmla="*/ 2143125 w 4293393"/>
              <a:gd name="connsiteY302" fmla="*/ 3428993 h 3436136"/>
              <a:gd name="connsiteX303" fmla="*/ 1721644 w 4293393"/>
              <a:gd name="connsiteY303" fmla="*/ 3428993 h 3436136"/>
              <a:gd name="connsiteX304" fmla="*/ 1721644 w 4293393"/>
              <a:gd name="connsiteY304" fmla="*/ 3007512 h 3436136"/>
              <a:gd name="connsiteX305" fmla="*/ 2150269 w 4293393"/>
              <a:gd name="connsiteY305" fmla="*/ 3007512 h 3436136"/>
              <a:gd name="connsiteX306" fmla="*/ 2571750 w 4293393"/>
              <a:gd name="connsiteY306" fmla="*/ 3007512 h 3436136"/>
              <a:gd name="connsiteX307" fmla="*/ 2571750 w 4293393"/>
              <a:gd name="connsiteY307" fmla="*/ 3428993 h 3436136"/>
              <a:gd name="connsiteX308" fmla="*/ 2150269 w 4293393"/>
              <a:gd name="connsiteY308" fmla="*/ 3428993 h 3436136"/>
              <a:gd name="connsiteX309" fmla="*/ 2150269 w 4293393"/>
              <a:gd name="connsiteY309" fmla="*/ 3007512 h 3436136"/>
              <a:gd name="connsiteX310" fmla="*/ 2578894 w 4293393"/>
              <a:gd name="connsiteY310" fmla="*/ 3007512 h 3436136"/>
              <a:gd name="connsiteX311" fmla="*/ 3000375 w 4293393"/>
              <a:gd name="connsiteY311" fmla="*/ 3007512 h 3436136"/>
              <a:gd name="connsiteX312" fmla="*/ 3000375 w 4293393"/>
              <a:gd name="connsiteY312" fmla="*/ 3428993 h 3436136"/>
              <a:gd name="connsiteX313" fmla="*/ 2578894 w 4293393"/>
              <a:gd name="connsiteY313" fmla="*/ 3428993 h 3436136"/>
              <a:gd name="connsiteX314" fmla="*/ 2578894 w 4293393"/>
              <a:gd name="connsiteY314" fmla="*/ 3007512 h 3436136"/>
              <a:gd name="connsiteX315" fmla="*/ 3007519 w 4293393"/>
              <a:gd name="connsiteY315" fmla="*/ 3007512 h 3436136"/>
              <a:gd name="connsiteX316" fmla="*/ 3429000 w 4293393"/>
              <a:gd name="connsiteY316" fmla="*/ 3007512 h 3436136"/>
              <a:gd name="connsiteX317" fmla="*/ 3429000 w 4293393"/>
              <a:gd name="connsiteY317" fmla="*/ 3428993 h 3436136"/>
              <a:gd name="connsiteX318" fmla="*/ 3007519 w 4293393"/>
              <a:gd name="connsiteY318" fmla="*/ 3428993 h 3436136"/>
              <a:gd name="connsiteX319" fmla="*/ 3007519 w 4293393"/>
              <a:gd name="connsiteY319" fmla="*/ 3007512 h 3436136"/>
              <a:gd name="connsiteX320" fmla="*/ 3436144 w 4293393"/>
              <a:gd name="connsiteY320" fmla="*/ 3007512 h 3436136"/>
              <a:gd name="connsiteX321" fmla="*/ 3857625 w 4293393"/>
              <a:gd name="connsiteY321" fmla="*/ 3007512 h 3436136"/>
              <a:gd name="connsiteX322" fmla="*/ 3857625 w 4293393"/>
              <a:gd name="connsiteY322" fmla="*/ 3428993 h 3436136"/>
              <a:gd name="connsiteX323" fmla="*/ 3436144 w 4293393"/>
              <a:gd name="connsiteY323" fmla="*/ 3428993 h 3436136"/>
              <a:gd name="connsiteX324" fmla="*/ 3436144 w 4293393"/>
              <a:gd name="connsiteY324" fmla="*/ 3007512 h 3436136"/>
              <a:gd name="connsiteX325" fmla="*/ 3436144 w 4293393"/>
              <a:gd name="connsiteY325" fmla="*/ 2578887 h 3436136"/>
              <a:gd name="connsiteX326" fmla="*/ 3857625 w 4293393"/>
              <a:gd name="connsiteY326" fmla="*/ 2578887 h 3436136"/>
              <a:gd name="connsiteX327" fmla="*/ 3857625 w 4293393"/>
              <a:gd name="connsiteY327" fmla="*/ 3000368 h 3436136"/>
              <a:gd name="connsiteX328" fmla="*/ 3436144 w 4293393"/>
              <a:gd name="connsiteY328" fmla="*/ 3000368 h 3436136"/>
              <a:gd name="connsiteX329" fmla="*/ 3436144 w 4293393"/>
              <a:gd name="connsiteY329" fmla="*/ 2578887 h 3436136"/>
              <a:gd name="connsiteX330" fmla="*/ 3864769 w 4293393"/>
              <a:gd name="connsiteY330" fmla="*/ 2578887 h 3436136"/>
              <a:gd name="connsiteX331" fmla="*/ 4286250 w 4293393"/>
              <a:gd name="connsiteY331" fmla="*/ 2578887 h 3436136"/>
              <a:gd name="connsiteX332" fmla="*/ 4286250 w 4293393"/>
              <a:gd name="connsiteY332" fmla="*/ 3000368 h 3436136"/>
              <a:gd name="connsiteX333" fmla="*/ 3864769 w 4293393"/>
              <a:gd name="connsiteY333" fmla="*/ 3000368 h 3436136"/>
              <a:gd name="connsiteX334" fmla="*/ 3864769 w 4293393"/>
              <a:gd name="connsiteY334" fmla="*/ 2578887 h 3436136"/>
              <a:gd name="connsiteX335" fmla="*/ 3864769 w 4293393"/>
              <a:gd name="connsiteY335" fmla="*/ 2150262 h 3436136"/>
              <a:gd name="connsiteX336" fmla="*/ 4286250 w 4293393"/>
              <a:gd name="connsiteY336" fmla="*/ 2150262 h 3436136"/>
              <a:gd name="connsiteX337" fmla="*/ 4286250 w 4293393"/>
              <a:gd name="connsiteY337" fmla="*/ 2571743 h 3436136"/>
              <a:gd name="connsiteX338" fmla="*/ 3864769 w 4293393"/>
              <a:gd name="connsiteY338" fmla="*/ 2571743 h 3436136"/>
              <a:gd name="connsiteX339" fmla="*/ 3864769 w 4293393"/>
              <a:gd name="connsiteY339" fmla="*/ 2150262 h 3436136"/>
              <a:gd name="connsiteX340" fmla="*/ 3864769 w 4293393"/>
              <a:gd name="connsiteY340" fmla="*/ 1721637 h 3436136"/>
              <a:gd name="connsiteX341" fmla="*/ 4286250 w 4293393"/>
              <a:gd name="connsiteY341" fmla="*/ 1721637 h 3436136"/>
              <a:gd name="connsiteX342" fmla="*/ 4286250 w 4293393"/>
              <a:gd name="connsiteY342" fmla="*/ 2143118 h 3436136"/>
              <a:gd name="connsiteX343" fmla="*/ 3864769 w 4293393"/>
              <a:gd name="connsiteY343" fmla="*/ 2143118 h 3436136"/>
              <a:gd name="connsiteX344" fmla="*/ 3864769 w 4293393"/>
              <a:gd name="connsiteY344" fmla="*/ 1721637 h 3436136"/>
              <a:gd name="connsiteX345" fmla="*/ 3864769 w 4293393"/>
              <a:gd name="connsiteY345" fmla="*/ 1293019 h 3436136"/>
              <a:gd name="connsiteX346" fmla="*/ 4286250 w 4293393"/>
              <a:gd name="connsiteY346" fmla="*/ 1293019 h 3436136"/>
              <a:gd name="connsiteX347" fmla="*/ 4286250 w 4293393"/>
              <a:gd name="connsiteY347" fmla="*/ 1714500 h 3436136"/>
              <a:gd name="connsiteX348" fmla="*/ 3864769 w 4293393"/>
              <a:gd name="connsiteY348" fmla="*/ 1714500 h 3436136"/>
              <a:gd name="connsiteX349" fmla="*/ 3864769 w 4293393"/>
              <a:gd name="connsiteY349" fmla="*/ 1293019 h 3436136"/>
              <a:gd name="connsiteX350" fmla="*/ 3864769 w 4293393"/>
              <a:gd name="connsiteY350" fmla="*/ 864394 h 3436136"/>
              <a:gd name="connsiteX351" fmla="*/ 4286250 w 4293393"/>
              <a:gd name="connsiteY351" fmla="*/ 864394 h 3436136"/>
              <a:gd name="connsiteX352" fmla="*/ 4286250 w 4293393"/>
              <a:gd name="connsiteY352" fmla="*/ 1285875 h 3436136"/>
              <a:gd name="connsiteX353" fmla="*/ 3864769 w 4293393"/>
              <a:gd name="connsiteY353" fmla="*/ 1285875 h 3436136"/>
              <a:gd name="connsiteX354" fmla="*/ 3864769 w 4293393"/>
              <a:gd name="connsiteY354" fmla="*/ 864394 h 3436136"/>
              <a:gd name="connsiteX355" fmla="*/ 3864769 w 4293393"/>
              <a:gd name="connsiteY355" fmla="*/ 435769 h 3436136"/>
              <a:gd name="connsiteX356" fmla="*/ 4286250 w 4293393"/>
              <a:gd name="connsiteY356" fmla="*/ 435769 h 3436136"/>
              <a:gd name="connsiteX357" fmla="*/ 4286250 w 4293393"/>
              <a:gd name="connsiteY357" fmla="*/ 857250 h 3436136"/>
              <a:gd name="connsiteX358" fmla="*/ 3864769 w 4293393"/>
              <a:gd name="connsiteY358" fmla="*/ 857250 h 3436136"/>
              <a:gd name="connsiteX359" fmla="*/ 3864769 w 4293393"/>
              <a:gd name="connsiteY359" fmla="*/ 435769 h 3436136"/>
              <a:gd name="connsiteX360" fmla="*/ 7144 w 4293393"/>
              <a:gd name="connsiteY360" fmla="*/ 7144 h 3436136"/>
              <a:gd name="connsiteX361" fmla="*/ 428625 w 4293393"/>
              <a:gd name="connsiteY361" fmla="*/ 7144 h 3436136"/>
              <a:gd name="connsiteX362" fmla="*/ 428625 w 4293393"/>
              <a:gd name="connsiteY362" fmla="*/ 428625 h 3436136"/>
              <a:gd name="connsiteX363" fmla="*/ 7144 w 4293393"/>
              <a:gd name="connsiteY363" fmla="*/ 428625 h 3436136"/>
              <a:gd name="connsiteX364" fmla="*/ 7144 w 4293393"/>
              <a:gd name="connsiteY364" fmla="*/ 7144 h 3436136"/>
              <a:gd name="connsiteX365" fmla="*/ 7144 w 4293393"/>
              <a:gd name="connsiteY365" fmla="*/ 435769 h 3436136"/>
              <a:gd name="connsiteX366" fmla="*/ 428625 w 4293393"/>
              <a:gd name="connsiteY366" fmla="*/ 435769 h 3436136"/>
              <a:gd name="connsiteX367" fmla="*/ 428625 w 4293393"/>
              <a:gd name="connsiteY367" fmla="*/ 857250 h 3436136"/>
              <a:gd name="connsiteX368" fmla="*/ 7144 w 4293393"/>
              <a:gd name="connsiteY368" fmla="*/ 857250 h 3436136"/>
              <a:gd name="connsiteX369" fmla="*/ 7144 w 4293393"/>
              <a:gd name="connsiteY369" fmla="*/ 435769 h 3436136"/>
              <a:gd name="connsiteX370" fmla="*/ 7144 w 4293393"/>
              <a:gd name="connsiteY370" fmla="*/ 864394 h 3436136"/>
              <a:gd name="connsiteX371" fmla="*/ 428625 w 4293393"/>
              <a:gd name="connsiteY371" fmla="*/ 864394 h 3436136"/>
              <a:gd name="connsiteX372" fmla="*/ 428625 w 4293393"/>
              <a:gd name="connsiteY372" fmla="*/ 1285875 h 3436136"/>
              <a:gd name="connsiteX373" fmla="*/ 7144 w 4293393"/>
              <a:gd name="connsiteY373" fmla="*/ 1285875 h 3436136"/>
              <a:gd name="connsiteX374" fmla="*/ 7144 w 4293393"/>
              <a:gd name="connsiteY374" fmla="*/ 864394 h 3436136"/>
              <a:gd name="connsiteX375" fmla="*/ 7144 w 4293393"/>
              <a:gd name="connsiteY375" fmla="*/ 1293019 h 3436136"/>
              <a:gd name="connsiteX376" fmla="*/ 428625 w 4293393"/>
              <a:gd name="connsiteY376" fmla="*/ 1293019 h 3436136"/>
              <a:gd name="connsiteX377" fmla="*/ 428625 w 4293393"/>
              <a:gd name="connsiteY377" fmla="*/ 1714500 h 3436136"/>
              <a:gd name="connsiteX378" fmla="*/ 7144 w 4293393"/>
              <a:gd name="connsiteY378" fmla="*/ 1714500 h 3436136"/>
              <a:gd name="connsiteX379" fmla="*/ 7144 w 4293393"/>
              <a:gd name="connsiteY379" fmla="*/ 1293019 h 3436136"/>
              <a:gd name="connsiteX380" fmla="*/ 7144 w 4293393"/>
              <a:gd name="connsiteY380" fmla="*/ 1721637 h 3436136"/>
              <a:gd name="connsiteX381" fmla="*/ 428625 w 4293393"/>
              <a:gd name="connsiteY381" fmla="*/ 1721637 h 3436136"/>
              <a:gd name="connsiteX382" fmla="*/ 428625 w 4293393"/>
              <a:gd name="connsiteY382" fmla="*/ 2143118 h 3436136"/>
              <a:gd name="connsiteX383" fmla="*/ 7144 w 4293393"/>
              <a:gd name="connsiteY383" fmla="*/ 2143118 h 3436136"/>
              <a:gd name="connsiteX384" fmla="*/ 7144 w 4293393"/>
              <a:gd name="connsiteY384" fmla="*/ 1721637 h 3436136"/>
              <a:gd name="connsiteX385" fmla="*/ 7144 w 4293393"/>
              <a:gd name="connsiteY385" fmla="*/ 2150262 h 3436136"/>
              <a:gd name="connsiteX386" fmla="*/ 428625 w 4293393"/>
              <a:gd name="connsiteY386" fmla="*/ 2150262 h 3436136"/>
              <a:gd name="connsiteX387" fmla="*/ 428625 w 4293393"/>
              <a:gd name="connsiteY387" fmla="*/ 2571743 h 3436136"/>
              <a:gd name="connsiteX388" fmla="*/ 7144 w 4293393"/>
              <a:gd name="connsiteY388" fmla="*/ 2571743 h 3436136"/>
              <a:gd name="connsiteX389" fmla="*/ 7144 w 4293393"/>
              <a:gd name="connsiteY389" fmla="*/ 2150262 h 3436136"/>
              <a:gd name="connsiteX390" fmla="*/ 7144 w 4293393"/>
              <a:gd name="connsiteY390" fmla="*/ 2578887 h 3436136"/>
              <a:gd name="connsiteX391" fmla="*/ 428625 w 4293393"/>
              <a:gd name="connsiteY391" fmla="*/ 2578887 h 3436136"/>
              <a:gd name="connsiteX392" fmla="*/ 428625 w 4293393"/>
              <a:gd name="connsiteY392" fmla="*/ 3000368 h 3436136"/>
              <a:gd name="connsiteX393" fmla="*/ 7144 w 4293393"/>
              <a:gd name="connsiteY393" fmla="*/ 3000368 h 3436136"/>
              <a:gd name="connsiteX394" fmla="*/ 7144 w 4293393"/>
              <a:gd name="connsiteY394" fmla="*/ 2578887 h 3436136"/>
              <a:gd name="connsiteX395" fmla="*/ 7144 w 4293393"/>
              <a:gd name="connsiteY395" fmla="*/ 3007512 h 3436136"/>
              <a:gd name="connsiteX396" fmla="*/ 428625 w 4293393"/>
              <a:gd name="connsiteY396" fmla="*/ 3007512 h 3436136"/>
              <a:gd name="connsiteX397" fmla="*/ 428625 w 4293393"/>
              <a:gd name="connsiteY397" fmla="*/ 3428993 h 3436136"/>
              <a:gd name="connsiteX398" fmla="*/ 7144 w 4293393"/>
              <a:gd name="connsiteY398" fmla="*/ 3428993 h 3436136"/>
              <a:gd name="connsiteX399" fmla="*/ 7144 w 4293393"/>
              <a:gd name="connsiteY399" fmla="*/ 3007512 h 3436136"/>
              <a:gd name="connsiteX400" fmla="*/ 3864769 w 4293393"/>
              <a:gd name="connsiteY400" fmla="*/ 3007512 h 3436136"/>
              <a:gd name="connsiteX401" fmla="*/ 4286250 w 4293393"/>
              <a:gd name="connsiteY401" fmla="*/ 3007512 h 3436136"/>
              <a:gd name="connsiteX402" fmla="*/ 4286250 w 4293393"/>
              <a:gd name="connsiteY402" fmla="*/ 3428993 h 3436136"/>
              <a:gd name="connsiteX403" fmla="*/ 3864769 w 4293393"/>
              <a:gd name="connsiteY403" fmla="*/ 3428993 h 3436136"/>
              <a:gd name="connsiteX404" fmla="*/ 3864769 w 4293393"/>
              <a:gd name="connsiteY404" fmla="*/ 3007512 h 3436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</a:cxnLst>
            <a:rect l="l" t="t" r="r" b="b"/>
            <a:pathLst>
              <a:path w="4293393" h="3436136">
                <a:moveTo>
                  <a:pt x="0" y="0"/>
                </a:moveTo>
                <a:lnTo>
                  <a:pt x="0" y="3436137"/>
                </a:lnTo>
                <a:lnTo>
                  <a:pt x="4293394" y="3436137"/>
                </a:lnTo>
                <a:lnTo>
                  <a:pt x="4293394" y="0"/>
                </a:lnTo>
                <a:lnTo>
                  <a:pt x="0" y="0"/>
                </a:lnTo>
                <a:close/>
                <a:moveTo>
                  <a:pt x="4286250" y="428625"/>
                </a:moveTo>
                <a:lnTo>
                  <a:pt x="3864769" y="428625"/>
                </a:lnTo>
                <a:lnTo>
                  <a:pt x="3864769" y="7144"/>
                </a:lnTo>
                <a:lnTo>
                  <a:pt x="4286250" y="7144"/>
                </a:lnTo>
                <a:lnTo>
                  <a:pt x="4286250" y="428625"/>
                </a:lnTo>
                <a:close/>
                <a:moveTo>
                  <a:pt x="2143125" y="2143118"/>
                </a:moveTo>
                <a:lnTo>
                  <a:pt x="1721644" y="2143118"/>
                </a:lnTo>
                <a:lnTo>
                  <a:pt x="1721644" y="1721637"/>
                </a:lnTo>
                <a:lnTo>
                  <a:pt x="2143125" y="1721637"/>
                </a:lnTo>
                <a:lnTo>
                  <a:pt x="2143125" y="2143118"/>
                </a:lnTo>
                <a:close/>
                <a:moveTo>
                  <a:pt x="1721644" y="1293019"/>
                </a:moveTo>
                <a:lnTo>
                  <a:pt x="2143125" y="1293019"/>
                </a:lnTo>
                <a:lnTo>
                  <a:pt x="2143125" y="1714500"/>
                </a:lnTo>
                <a:lnTo>
                  <a:pt x="1721644" y="1714500"/>
                </a:lnTo>
                <a:lnTo>
                  <a:pt x="1721644" y="1293019"/>
                </a:lnTo>
                <a:close/>
                <a:moveTo>
                  <a:pt x="2150269" y="1721637"/>
                </a:moveTo>
                <a:lnTo>
                  <a:pt x="2571750" y="1721637"/>
                </a:lnTo>
                <a:lnTo>
                  <a:pt x="2571750" y="2143118"/>
                </a:lnTo>
                <a:lnTo>
                  <a:pt x="2150269" y="2143118"/>
                </a:lnTo>
                <a:lnTo>
                  <a:pt x="2150269" y="1721637"/>
                </a:lnTo>
                <a:close/>
                <a:moveTo>
                  <a:pt x="2150269" y="1293019"/>
                </a:moveTo>
                <a:lnTo>
                  <a:pt x="2571750" y="1293019"/>
                </a:lnTo>
                <a:lnTo>
                  <a:pt x="2571750" y="1714500"/>
                </a:lnTo>
                <a:lnTo>
                  <a:pt x="2150269" y="1714500"/>
                </a:lnTo>
                <a:lnTo>
                  <a:pt x="2150269" y="1293019"/>
                </a:lnTo>
                <a:close/>
                <a:moveTo>
                  <a:pt x="2578894" y="1293019"/>
                </a:moveTo>
                <a:lnTo>
                  <a:pt x="3000375" y="1293019"/>
                </a:lnTo>
                <a:lnTo>
                  <a:pt x="3000375" y="1714500"/>
                </a:lnTo>
                <a:lnTo>
                  <a:pt x="2578894" y="1714500"/>
                </a:lnTo>
                <a:lnTo>
                  <a:pt x="2578894" y="1293019"/>
                </a:lnTo>
                <a:close/>
                <a:moveTo>
                  <a:pt x="2578894" y="864394"/>
                </a:moveTo>
                <a:lnTo>
                  <a:pt x="3000375" y="864394"/>
                </a:lnTo>
                <a:lnTo>
                  <a:pt x="3000375" y="1285875"/>
                </a:lnTo>
                <a:lnTo>
                  <a:pt x="2578894" y="1285875"/>
                </a:lnTo>
                <a:lnTo>
                  <a:pt x="2578894" y="864394"/>
                </a:lnTo>
                <a:close/>
                <a:moveTo>
                  <a:pt x="2571750" y="1285875"/>
                </a:moveTo>
                <a:lnTo>
                  <a:pt x="2150269" y="1285875"/>
                </a:lnTo>
                <a:lnTo>
                  <a:pt x="2150269" y="864394"/>
                </a:lnTo>
                <a:lnTo>
                  <a:pt x="2571750" y="864394"/>
                </a:lnTo>
                <a:lnTo>
                  <a:pt x="2571750" y="1285875"/>
                </a:lnTo>
                <a:close/>
                <a:moveTo>
                  <a:pt x="2143125" y="1285875"/>
                </a:moveTo>
                <a:lnTo>
                  <a:pt x="1721644" y="1285875"/>
                </a:lnTo>
                <a:lnTo>
                  <a:pt x="1721644" y="864394"/>
                </a:lnTo>
                <a:lnTo>
                  <a:pt x="2143125" y="864394"/>
                </a:lnTo>
                <a:lnTo>
                  <a:pt x="2143125" y="1285875"/>
                </a:lnTo>
                <a:close/>
                <a:moveTo>
                  <a:pt x="1714500" y="1285875"/>
                </a:moveTo>
                <a:lnTo>
                  <a:pt x="1293019" y="1285875"/>
                </a:lnTo>
                <a:lnTo>
                  <a:pt x="1293019" y="864394"/>
                </a:lnTo>
                <a:lnTo>
                  <a:pt x="1714500" y="864394"/>
                </a:lnTo>
                <a:lnTo>
                  <a:pt x="1714500" y="1285875"/>
                </a:lnTo>
                <a:close/>
                <a:moveTo>
                  <a:pt x="1714500" y="1714493"/>
                </a:moveTo>
                <a:lnTo>
                  <a:pt x="1293019" y="1714493"/>
                </a:lnTo>
                <a:lnTo>
                  <a:pt x="1293019" y="1293012"/>
                </a:lnTo>
                <a:lnTo>
                  <a:pt x="1714500" y="1293012"/>
                </a:lnTo>
                <a:lnTo>
                  <a:pt x="1714500" y="1714493"/>
                </a:lnTo>
                <a:close/>
                <a:moveTo>
                  <a:pt x="1714500" y="2143118"/>
                </a:moveTo>
                <a:lnTo>
                  <a:pt x="1293019" y="2143118"/>
                </a:lnTo>
                <a:lnTo>
                  <a:pt x="1293019" y="1721637"/>
                </a:lnTo>
                <a:lnTo>
                  <a:pt x="1714500" y="1721637"/>
                </a:lnTo>
                <a:lnTo>
                  <a:pt x="1714500" y="2143118"/>
                </a:lnTo>
                <a:close/>
                <a:moveTo>
                  <a:pt x="1714500" y="2571743"/>
                </a:moveTo>
                <a:lnTo>
                  <a:pt x="1293019" y="2571743"/>
                </a:lnTo>
                <a:lnTo>
                  <a:pt x="1293019" y="2150262"/>
                </a:lnTo>
                <a:lnTo>
                  <a:pt x="1714500" y="2150262"/>
                </a:lnTo>
                <a:lnTo>
                  <a:pt x="1714500" y="2571743"/>
                </a:lnTo>
                <a:close/>
                <a:moveTo>
                  <a:pt x="1721644" y="2150262"/>
                </a:moveTo>
                <a:lnTo>
                  <a:pt x="2143125" y="2150262"/>
                </a:lnTo>
                <a:lnTo>
                  <a:pt x="2143125" y="2571743"/>
                </a:lnTo>
                <a:lnTo>
                  <a:pt x="1721644" y="2571743"/>
                </a:lnTo>
                <a:lnTo>
                  <a:pt x="1721644" y="2150262"/>
                </a:lnTo>
                <a:close/>
                <a:moveTo>
                  <a:pt x="2150269" y="2150262"/>
                </a:moveTo>
                <a:lnTo>
                  <a:pt x="2571750" y="2150262"/>
                </a:lnTo>
                <a:lnTo>
                  <a:pt x="2571750" y="2571743"/>
                </a:lnTo>
                <a:lnTo>
                  <a:pt x="2150269" y="2571743"/>
                </a:lnTo>
                <a:lnTo>
                  <a:pt x="2150269" y="2150262"/>
                </a:lnTo>
                <a:close/>
                <a:moveTo>
                  <a:pt x="2578894" y="2150262"/>
                </a:moveTo>
                <a:lnTo>
                  <a:pt x="3000375" y="2150262"/>
                </a:lnTo>
                <a:lnTo>
                  <a:pt x="3000375" y="2571743"/>
                </a:lnTo>
                <a:lnTo>
                  <a:pt x="2578894" y="2571743"/>
                </a:lnTo>
                <a:lnTo>
                  <a:pt x="2578894" y="2150262"/>
                </a:lnTo>
                <a:close/>
                <a:moveTo>
                  <a:pt x="2578894" y="1721637"/>
                </a:moveTo>
                <a:lnTo>
                  <a:pt x="3000375" y="1721637"/>
                </a:lnTo>
                <a:lnTo>
                  <a:pt x="3000375" y="2143118"/>
                </a:lnTo>
                <a:lnTo>
                  <a:pt x="2578894" y="2143118"/>
                </a:lnTo>
                <a:lnTo>
                  <a:pt x="2578894" y="1721637"/>
                </a:lnTo>
                <a:close/>
                <a:moveTo>
                  <a:pt x="3007519" y="1721637"/>
                </a:moveTo>
                <a:lnTo>
                  <a:pt x="3429000" y="1721637"/>
                </a:lnTo>
                <a:lnTo>
                  <a:pt x="3429000" y="2143118"/>
                </a:lnTo>
                <a:lnTo>
                  <a:pt x="3007519" y="2143118"/>
                </a:lnTo>
                <a:lnTo>
                  <a:pt x="3007519" y="1721637"/>
                </a:lnTo>
                <a:close/>
                <a:moveTo>
                  <a:pt x="3007519" y="1293019"/>
                </a:moveTo>
                <a:lnTo>
                  <a:pt x="3429000" y="1293019"/>
                </a:lnTo>
                <a:lnTo>
                  <a:pt x="3429000" y="1714500"/>
                </a:lnTo>
                <a:lnTo>
                  <a:pt x="3007519" y="1714500"/>
                </a:lnTo>
                <a:lnTo>
                  <a:pt x="3007519" y="1293019"/>
                </a:lnTo>
                <a:close/>
                <a:moveTo>
                  <a:pt x="3007519" y="864394"/>
                </a:moveTo>
                <a:lnTo>
                  <a:pt x="3429000" y="864394"/>
                </a:lnTo>
                <a:lnTo>
                  <a:pt x="3429000" y="1285875"/>
                </a:lnTo>
                <a:lnTo>
                  <a:pt x="3007519" y="1285875"/>
                </a:lnTo>
                <a:lnTo>
                  <a:pt x="3007519" y="864394"/>
                </a:lnTo>
                <a:close/>
                <a:moveTo>
                  <a:pt x="3007519" y="435769"/>
                </a:moveTo>
                <a:lnTo>
                  <a:pt x="3429000" y="435769"/>
                </a:lnTo>
                <a:lnTo>
                  <a:pt x="3429000" y="857250"/>
                </a:lnTo>
                <a:lnTo>
                  <a:pt x="3007519" y="857250"/>
                </a:lnTo>
                <a:lnTo>
                  <a:pt x="3007519" y="435769"/>
                </a:lnTo>
                <a:close/>
                <a:moveTo>
                  <a:pt x="3000375" y="857250"/>
                </a:moveTo>
                <a:lnTo>
                  <a:pt x="2578894" y="857250"/>
                </a:lnTo>
                <a:lnTo>
                  <a:pt x="2578894" y="435769"/>
                </a:lnTo>
                <a:lnTo>
                  <a:pt x="3000375" y="435769"/>
                </a:lnTo>
                <a:lnTo>
                  <a:pt x="3000375" y="857250"/>
                </a:lnTo>
                <a:close/>
                <a:moveTo>
                  <a:pt x="2571750" y="857250"/>
                </a:moveTo>
                <a:lnTo>
                  <a:pt x="2150269" y="857250"/>
                </a:lnTo>
                <a:lnTo>
                  <a:pt x="2150269" y="435769"/>
                </a:lnTo>
                <a:lnTo>
                  <a:pt x="2571750" y="435769"/>
                </a:lnTo>
                <a:lnTo>
                  <a:pt x="2571750" y="857250"/>
                </a:lnTo>
                <a:close/>
                <a:moveTo>
                  <a:pt x="2143125" y="857250"/>
                </a:moveTo>
                <a:lnTo>
                  <a:pt x="1721644" y="857250"/>
                </a:lnTo>
                <a:lnTo>
                  <a:pt x="1721644" y="435769"/>
                </a:lnTo>
                <a:lnTo>
                  <a:pt x="2143125" y="435769"/>
                </a:lnTo>
                <a:lnTo>
                  <a:pt x="2143125" y="857250"/>
                </a:lnTo>
                <a:close/>
                <a:moveTo>
                  <a:pt x="1714500" y="857250"/>
                </a:moveTo>
                <a:lnTo>
                  <a:pt x="1293019" y="857250"/>
                </a:lnTo>
                <a:lnTo>
                  <a:pt x="1293019" y="435769"/>
                </a:lnTo>
                <a:lnTo>
                  <a:pt x="1714500" y="435769"/>
                </a:lnTo>
                <a:lnTo>
                  <a:pt x="1714500" y="857250"/>
                </a:lnTo>
                <a:close/>
                <a:moveTo>
                  <a:pt x="1285875" y="857250"/>
                </a:moveTo>
                <a:lnTo>
                  <a:pt x="864394" y="857250"/>
                </a:lnTo>
                <a:lnTo>
                  <a:pt x="864394" y="435769"/>
                </a:lnTo>
                <a:lnTo>
                  <a:pt x="1285875" y="435769"/>
                </a:lnTo>
                <a:lnTo>
                  <a:pt x="1285875" y="857250"/>
                </a:lnTo>
                <a:close/>
                <a:moveTo>
                  <a:pt x="1285875" y="1285875"/>
                </a:moveTo>
                <a:lnTo>
                  <a:pt x="864394" y="1285875"/>
                </a:lnTo>
                <a:lnTo>
                  <a:pt x="864394" y="864394"/>
                </a:lnTo>
                <a:lnTo>
                  <a:pt x="1285875" y="864394"/>
                </a:lnTo>
                <a:lnTo>
                  <a:pt x="1285875" y="1285875"/>
                </a:lnTo>
                <a:close/>
                <a:moveTo>
                  <a:pt x="1285875" y="1714493"/>
                </a:moveTo>
                <a:lnTo>
                  <a:pt x="864394" y="1714493"/>
                </a:lnTo>
                <a:lnTo>
                  <a:pt x="864394" y="1293012"/>
                </a:lnTo>
                <a:lnTo>
                  <a:pt x="1285875" y="1293012"/>
                </a:lnTo>
                <a:lnTo>
                  <a:pt x="1285875" y="1714493"/>
                </a:lnTo>
                <a:close/>
                <a:moveTo>
                  <a:pt x="1285875" y="2143118"/>
                </a:moveTo>
                <a:lnTo>
                  <a:pt x="864394" y="2143118"/>
                </a:lnTo>
                <a:lnTo>
                  <a:pt x="864394" y="1721637"/>
                </a:lnTo>
                <a:lnTo>
                  <a:pt x="1285875" y="1721637"/>
                </a:lnTo>
                <a:lnTo>
                  <a:pt x="1285875" y="2143118"/>
                </a:lnTo>
                <a:close/>
                <a:moveTo>
                  <a:pt x="1285875" y="2571743"/>
                </a:moveTo>
                <a:lnTo>
                  <a:pt x="864394" y="2571743"/>
                </a:lnTo>
                <a:lnTo>
                  <a:pt x="864394" y="2150262"/>
                </a:lnTo>
                <a:lnTo>
                  <a:pt x="1285875" y="2150262"/>
                </a:lnTo>
                <a:lnTo>
                  <a:pt x="1285875" y="2571743"/>
                </a:lnTo>
                <a:close/>
                <a:moveTo>
                  <a:pt x="1285875" y="3000368"/>
                </a:moveTo>
                <a:lnTo>
                  <a:pt x="864394" y="3000368"/>
                </a:lnTo>
                <a:lnTo>
                  <a:pt x="864394" y="2578887"/>
                </a:lnTo>
                <a:lnTo>
                  <a:pt x="1285875" y="2578887"/>
                </a:lnTo>
                <a:lnTo>
                  <a:pt x="1285875" y="3000368"/>
                </a:lnTo>
                <a:close/>
                <a:moveTo>
                  <a:pt x="1293019" y="2578887"/>
                </a:moveTo>
                <a:lnTo>
                  <a:pt x="1714500" y="2578887"/>
                </a:lnTo>
                <a:lnTo>
                  <a:pt x="1714500" y="3000368"/>
                </a:lnTo>
                <a:lnTo>
                  <a:pt x="1293019" y="3000368"/>
                </a:lnTo>
                <a:lnTo>
                  <a:pt x="1293019" y="2578887"/>
                </a:lnTo>
                <a:close/>
                <a:moveTo>
                  <a:pt x="1721644" y="2578887"/>
                </a:moveTo>
                <a:lnTo>
                  <a:pt x="2143125" y="2578887"/>
                </a:lnTo>
                <a:lnTo>
                  <a:pt x="2143125" y="3000368"/>
                </a:lnTo>
                <a:lnTo>
                  <a:pt x="1721644" y="3000368"/>
                </a:lnTo>
                <a:lnTo>
                  <a:pt x="1721644" y="2578887"/>
                </a:lnTo>
                <a:close/>
                <a:moveTo>
                  <a:pt x="2150269" y="2578887"/>
                </a:moveTo>
                <a:lnTo>
                  <a:pt x="2571750" y="2578887"/>
                </a:lnTo>
                <a:lnTo>
                  <a:pt x="2571750" y="3000368"/>
                </a:lnTo>
                <a:lnTo>
                  <a:pt x="2150269" y="3000368"/>
                </a:lnTo>
                <a:lnTo>
                  <a:pt x="2150269" y="2578887"/>
                </a:lnTo>
                <a:close/>
                <a:moveTo>
                  <a:pt x="2578894" y="2578887"/>
                </a:moveTo>
                <a:lnTo>
                  <a:pt x="3000375" y="2578887"/>
                </a:lnTo>
                <a:lnTo>
                  <a:pt x="3000375" y="3000368"/>
                </a:lnTo>
                <a:lnTo>
                  <a:pt x="2578894" y="3000368"/>
                </a:lnTo>
                <a:lnTo>
                  <a:pt x="2578894" y="2578887"/>
                </a:lnTo>
                <a:close/>
                <a:moveTo>
                  <a:pt x="3007519" y="2578887"/>
                </a:moveTo>
                <a:lnTo>
                  <a:pt x="3429000" y="2578887"/>
                </a:lnTo>
                <a:lnTo>
                  <a:pt x="3429000" y="3000368"/>
                </a:lnTo>
                <a:lnTo>
                  <a:pt x="3007519" y="3000368"/>
                </a:lnTo>
                <a:lnTo>
                  <a:pt x="3007519" y="2578887"/>
                </a:lnTo>
                <a:close/>
                <a:moveTo>
                  <a:pt x="3007519" y="2150262"/>
                </a:moveTo>
                <a:lnTo>
                  <a:pt x="3429000" y="2150262"/>
                </a:lnTo>
                <a:lnTo>
                  <a:pt x="3429000" y="2571743"/>
                </a:lnTo>
                <a:lnTo>
                  <a:pt x="3007519" y="2571743"/>
                </a:lnTo>
                <a:lnTo>
                  <a:pt x="3007519" y="2150262"/>
                </a:lnTo>
                <a:close/>
                <a:moveTo>
                  <a:pt x="3436144" y="2150262"/>
                </a:moveTo>
                <a:lnTo>
                  <a:pt x="3857625" y="2150262"/>
                </a:lnTo>
                <a:lnTo>
                  <a:pt x="3857625" y="2571743"/>
                </a:lnTo>
                <a:lnTo>
                  <a:pt x="3436144" y="2571743"/>
                </a:lnTo>
                <a:lnTo>
                  <a:pt x="3436144" y="2150262"/>
                </a:lnTo>
                <a:close/>
                <a:moveTo>
                  <a:pt x="3436144" y="1721637"/>
                </a:moveTo>
                <a:lnTo>
                  <a:pt x="3857625" y="1721637"/>
                </a:lnTo>
                <a:lnTo>
                  <a:pt x="3857625" y="2143118"/>
                </a:lnTo>
                <a:lnTo>
                  <a:pt x="3436144" y="2143118"/>
                </a:lnTo>
                <a:lnTo>
                  <a:pt x="3436144" y="1721637"/>
                </a:lnTo>
                <a:close/>
                <a:moveTo>
                  <a:pt x="3436144" y="1293019"/>
                </a:moveTo>
                <a:lnTo>
                  <a:pt x="3857625" y="1293019"/>
                </a:lnTo>
                <a:lnTo>
                  <a:pt x="3857625" y="1714500"/>
                </a:lnTo>
                <a:lnTo>
                  <a:pt x="3436144" y="1714500"/>
                </a:lnTo>
                <a:lnTo>
                  <a:pt x="3436144" y="1293019"/>
                </a:lnTo>
                <a:close/>
                <a:moveTo>
                  <a:pt x="3436144" y="864394"/>
                </a:moveTo>
                <a:lnTo>
                  <a:pt x="3857625" y="864394"/>
                </a:lnTo>
                <a:lnTo>
                  <a:pt x="3857625" y="1285875"/>
                </a:lnTo>
                <a:lnTo>
                  <a:pt x="3436144" y="1285875"/>
                </a:lnTo>
                <a:lnTo>
                  <a:pt x="3436144" y="864394"/>
                </a:lnTo>
                <a:close/>
                <a:moveTo>
                  <a:pt x="3436144" y="435769"/>
                </a:moveTo>
                <a:lnTo>
                  <a:pt x="3857625" y="435769"/>
                </a:lnTo>
                <a:lnTo>
                  <a:pt x="3857625" y="857250"/>
                </a:lnTo>
                <a:lnTo>
                  <a:pt x="3436144" y="857250"/>
                </a:lnTo>
                <a:lnTo>
                  <a:pt x="3436144" y="435769"/>
                </a:lnTo>
                <a:close/>
                <a:moveTo>
                  <a:pt x="3436144" y="7144"/>
                </a:moveTo>
                <a:lnTo>
                  <a:pt x="3857625" y="7144"/>
                </a:lnTo>
                <a:lnTo>
                  <a:pt x="3857625" y="428625"/>
                </a:lnTo>
                <a:lnTo>
                  <a:pt x="3436144" y="428625"/>
                </a:lnTo>
                <a:lnTo>
                  <a:pt x="3436144" y="7144"/>
                </a:lnTo>
                <a:close/>
                <a:moveTo>
                  <a:pt x="3429000" y="428625"/>
                </a:moveTo>
                <a:lnTo>
                  <a:pt x="3007519" y="428625"/>
                </a:lnTo>
                <a:lnTo>
                  <a:pt x="3007519" y="7144"/>
                </a:lnTo>
                <a:lnTo>
                  <a:pt x="3429000" y="7144"/>
                </a:lnTo>
                <a:lnTo>
                  <a:pt x="3429000" y="428625"/>
                </a:lnTo>
                <a:close/>
                <a:moveTo>
                  <a:pt x="3000375" y="428625"/>
                </a:moveTo>
                <a:lnTo>
                  <a:pt x="2578894" y="428625"/>
                </a:lnTo>
                <a:lnTo>
                  <a:pt x="2578894" y="7144"/>
                </a:lnTo>
                <a:lnTo>
                  <a:pt x="3000375" y="7144"/>
                </a:lnTo>
                <a:lnTo>
                  <a:pt x="3000375" y="428625"/>
                </a:lnTo>
                <a:close/>
                <a:moveTo>
                  <a:pt x="2571750" y="428625"/>
                </a:moveTo>
                <a:lnTo>
                  <a:pt x="2150269" y="428625"/>
                </a:lnTo>
                <a:lnTo>
                  <a:pt x="2150269" y="7144"/>
                </a:lnTo>
                <a:lnTo>
                  <a:pt x="2571750" y="7144"/>
                </a:lnTo>
                <a:lnTo>
                  <a:pt x="2571750" y="428625"/>
                </a:lnTo>
                <a:close/>
                <a:moveTo>
                  <a:pt x="2143125" y="428625"/>
                </a:moveTo>
                <a:lnTo>
                  <a:pt x="1721644" y="428625"/>
                </a:lnTo>
                <a:lnTo>
                  <a:pt x="1721644" y="7144"/>
                </a:lnTo>
                <a:lnTo>
                  <a:pt x="2143125" y="7144"/>
                </a:lnTo>
                <a:lnTo>
                  <a:pt x="2143125" y="428625"/>
                </a:lnTo>
                <a:close/>
                <a:moveTo>
                  <a:pt x="1714500" y="428625"/>
                </a:moveTo>
                <a:lnTo>
                  <a:pt x="1293019" y="428625"/>
                </a:lnTo>
                <a:lnTo>
                  <a:pt x="1293019" y="7144"/>
                </a:lnTo>
                <a:lnTo>
                  <a:pt x="1714500" y="7144"/>
                </a:lnTo>
                <a:lnTo>
                  <a:pt x="1714500" y="428625"/>
                </a:lnTo>
                <a:close/>
                <a:moveTo>
                  <a:pt x="1285875" y="428625"/>
                </a:moveTo>
                <a:lnTo>
                  <a:pt x="864394" y="428625"/>
                </a:lnTo>
                <a:lnTo>
                  <a:pt x="864394" y="7144"/>
                </a:lnTo>
                <a:lnTo>
                  <a:pt x="1285875" y="7144"/>
                </a:lnTo>
                <a:lnTo>
                  <a:pt x="1285875" y="428625"/>
                </a:lnTo>
                <a:close/>
                <a:moveTo>
                  <a:pt x="857250" y="428625"/>
                </a:moveTo>
                <a:lnTo>
                  <a:pt x="435769" y="428625"/>
                </a:lnTo>
                <a:lnTo>
                  <a:pt x="435769" y="7144"/>
                </a:lnTo>
                <a:lnTo>
                  <a:pt x="857250" y="7144"/>
                </a:lnTo>
                <a:lnTo>
                  <a:pt x="857250" y="428625"/>
                </a:lnTo>
                <a:close/>
                <a:moveTo>
                  <a:pt x="857250" y="857250"/>
                </a:moveTo>
                <a:lnTo>
                  <a:pt x="435769" y="857250"/>
                </a:lnTo>
                <a:lnTo>
                  <a:pt x="435769" y="435769"/>
                </a:lnTo>
                <a:lnTo>
                  <a:pt x="857250" y="435769"/>
                </a:lnTo>
                <a:lnTo>
                  <a:pt x="857250" y="857250"/>
                </a:lnTo>
                <a:close/>
                <a:moveTo>
                  <a:pt x="857250" y="1285875"/>
                </a:moveTo>
                <a:lnTo>
                  <a:pt x="435769" y="1285875"/>
                </a:lnTo>
                <a:lnTo>
                  <a:pt x="435769" y="864394"/>
                </a:lnTo>
                <a:lnTo>
                  <a:pt x="857250" y="864394"/>
                </a:lnTo>
                <a:lnTo>
                  <a:pt x="857250" y="1285875"/>
                </a:lnTo>
                <a:close/>
                <a:moveTo>
                  <a:pt x="857250" y="1714493"/>
                </a:moveTo>
                <a:lnTo>
                  <a:pt x="435769" y="1714493"/>
                </a:lnTo>
                <a:lnTo>
                  <a:pt x="435769" y="1293012"/>
                </a:lnTo>
                <a:lnTo>
                  <a:pt x="857250" y="1293012"/>
                </a:lnTo>
                <a:lnTo>
                  <a:pt x="857250" y="1714493"/>
                </a:lnTo>
                <a:close/>
                <a:moveTo>
                  <a:pt x="857250" y="2143118"/>
                </a:moveTo>
                <a:lnTo>
                  <a:pt x="435769" y="2143118"/>
                </a:lnTo>
                <a:lnTo>
                  <a:pt x="435769" y="1721637"/>
                </a:lnTo>
                <a:lnTo>
                  <a:pt x="857250" y="1721637"/>
                </a:lnTo>
                <a:lnTo>
                  <a:pt x="857250" y="2143118"/>
                </a:lnTo>
                <a:close/>
                <a:moveTo>
                  <a:pt x="857250" y="2571743"/>
                </a:moveTo>
                <a:lnTo>
                  <a:pt x="435769" y="2571743"/>
                </a:lnTo>
                <a:lnTo>
                  <a:pt x="435769" y="2150262"/>
                </a:lnTo>
                <a:lnTo>
                  <a:pt x="857250" y="2150262"/>
                </a:lnTo>
                <a:lnTo>
                  <a:pt x="857250" y="2571743"/>
                </a:lnTo>
                <a:close/>
                <a:moveTo>
                  <a:pt x="857250" y="3000368"/>
                </a:moveTo>
                <a:lnTo>
                  <a:pt x="435769" y="3000368"/>
                </a:lnTo>
                <a:lnTo>
                  <a:pt x="435769" y="2578887"/>
                </a:lnTo>
                <a:lnTo>
                  <a:pt x="857250" y="2578887"/>
                </a:lnTo>
                <a:lnTo>
                  <a:pt x="857250" y="3000368"/>
                </a:lnTo>
                <a:close/>
                <a:moveTo>
                  <a:pt x="857250" y="3428993"/>
                </a:moveTo>
                <a:lnTo>
                  <a:pt x="435769" y="3428993"/>
                </a:lnTo>
                <a:lnTo>
                  <a:pt x="435769" y="3007512"/>
                </a:lnTo>
                <a:lnTo>
                  <a:pt x="857250" y="3007512"/>
                </a:lnTo>
                <a:lnTo>
                  <a:pt x="857250" y="3428993"/>
                </a:lnTo>
                <a:close/>
                <a:moveTo>
                  <a:pt x="864394" y="3007512"/>
                </a:moveTo>
                <a:lnTo>
                  <a:pt x="1285875" y="3007512"/>
                </a:lnTo>
                <a:lnTo>
                  <a:pt x="1285875" y="3428993"/>
                </a:lnTo>
                <a:lnTo>
                  <a:pt x="864394" y="3428993"/>
                </a:lnTo>
                <a:lnTo>
                  <a:pt x="864394" y="3007512"/>
                </a:lnTo>
                <a:close/>
                <a:moveTo>
                  <a:pt x="1293019" y="3007512"/>
                </a:moveTo>
                <a:lnTo>
                  <a:pt x="1714500" y="3007512"/>
                </a:lnTo>
                <a:lnTo>
                  <a:pt x="1714500" y="3428993"/>
                </a:lnTo>
                <a:lnTo>
                  <a:pt x="1293019" y="3428993"/>
                </a:lnTo>
                <a:lnTo>
                  <a:pt x="1293019" y="3007512"/>
                </a:lnTo>
                <a:close/>
                <a:moveTo>
                  <a:pt x="1721644" y="3007512"/>
                </a:moveTo>
                <a:lnTo>
                  <a:pt x="2143125" y="3007512"/>
                </a:lnTo>
                <a:lnTo>
                  <a:pt x="2143125" y="3428993"/>
                </a:lnTo>
                <a:lnTo>
                  <a:pt x="1721644" y="3428993"/>
                </a:lnTo>
                <a:lnTo>
                  <a:pt x="1721644" y="3007512"/>
                </a:lnTo>
                <a:close/>
                <a:moveTo>
                  <a:pt x="2150269" y="3007512"/>
                </a:moveTo>
                <a:lnTo>
                  <a:pt x="2571750" y="3007512"/>
                </a:lnTo>
                <a:lnTo>
                  <a:pt x="2571750" y="3428993"/>
                </a:lnTo>
                <a:lnTo>
                  <a:pt x="2150269" y="3428993"/>
                </a:lnTo>
                <a:lnTo>
                  <a:pt x="2150269" y="3007512"/>
                </a:lnTo>
                <a:close/>
                <a:moveTo>
                  <a:pt x="2578894" y="3007512"/>
                </a:moveTo>
                <a:lnTo>
                  <a:pt x="3000375" y="3007512"/>
                </a:lnTo>
                <a:lnTo>
                  <a:pt x="3000375" y="3428993"/>
                </a:lnTo>
                <a:lnTo>
                  <a:pt x="2578894" y="3428993"/>
                </a:lnTo>
                <a:lnTo>
                  <a:pt x="2578894" y="3007512"/>
                </a:lnTo>
                <a:close/>
                <a:moveTo>
                  <a:pt x="3007519" y="3007512"/>
                </a:moveTo>
                <a:lnTo>
                  <a:pt x="3429000" y="3007512"/>
                </a:lnTo>
                <a:lnTo>
                  <a:pt x="3429000" y="3428993"/>
                </a:lnTo>
                <a:lnTo>
                  <a:pt x="3007519" y="3428993"/>
                </a:lnTo>
                <a:lnTo>
                  <a:pt x="3007519" y="3007512"/>
                </a:lnTo>
                <a:close/>
                <a:moveTo>
                  <a:pt x="3436144" y="3007512"/>
                </a:moveTo>
                <a:lnTo>
                  <a:pt x="3857625" y="3007512"/>
                </a:lnTo>
                <a:lnTo>
                  <a:pt x="3857625" y="3428993"/>
                </a:lnTo>
                <a:lnTo>
                  <a:pt x="3436144" y="3428993"/>
                </a:lnTo>
                <a:lnTo>
                  <a:pt x="3436144" y="3007512"/>
                </a:lnTo>
                <a:close/>
                <a:moveTo>
                  <a:pt x="3436144" y="2578887"/>
                </a:moveTo>
                <a:lnTo>
                  <a:pt x="3857625" y="2578887"/>
                </a:lnTo>
                <a:lnTo>
                  <a:pt x="3857625" y="3000368"/>
                </a:lnTo>
                <a:lnTo>
                  <a:pt x="3436144" y="3000368"/>
                </a:lnTo>
                <a:lnTo>
                  <a:pt x="3436144" y="2578887"/>
                </a:lnTo>
                <a:close/>
                <a:moveTo>
                  <a:pt x="3864769" y="2578887"/>
                </a:moveTo>
                <a:lnTo>
                  <a:pt x="4286250" y="2578887"/>
                </a:lnTo>
                <a:lnTo>
                  <a:pt x="4286250" y="3000368"/>
                </a:lnTo>
                <a:lnTo>
                  <a:pt x="3864769" y="3000368"/>
                </a:lnTo>
                <a:lnTo>
                  <a:pt x="3864769" y="2578887"/>
                </a:lnTo>
                <a:close/>
                <a:moveTo>
                  <a:pt x="3864769" y="2150262"/>
                </a:moveTo>
                <a:lnTo>
                  <a:pt x="4286250" y="2150262"/>
                </a:lnTo>
                <a:lnTo>
                  <a:pt x="4286250" y="2571743"/>
                </a:lnTo>
                <a:lnTo>
                  <a:pt x="3864769" y="2571743"/>
                </a:lnTo>
                <a:lnTo>
                  <a:pt x="3864769" y="2150262"/>
                </a:lnTo>
                <a:close/>
                <a:moveTo>
                  <a:pt x="3864769" y="1721637"/>
                </a:moveTo>
                <a:lnTo>
                  <a:pt x="4286250" y="1721637"/>
                </a:lnTo>
                <a:lnTo>
                  <a:pt x="4286250" y="2143118"/>
                </a:lnTo>
                <a:lnTo>
                  <a:pt x="3864769" y="2143118"/>
                </a:lnTo>
                <a:lnTo>
                  <a:pt x="3864769" y="1721637"/>
                </a:lnTo>
                <a:close/>
                <a:moveTo>
                  <a:pt x="3864769" y="1293019"/>
                </a:moveTo>
                <a:lnTo>
                  <a:pt x="4286250" y="1293019"/>
                </a:lnTo>
                <a:lnTo>
                  <a:pt x="4286250" y="1714500"/>
                </a:lnTo>
                <a:lnTo>
                  <a:pt x="3864769" y="1714500"/>
                </a:lnTo>
                <a:lnTo>
                  <a:pt x="3864769" y="1293019"/>
                </a:lnTo>
                <a:close/>
                <a:moveTo>
                  <a:pt x="3864769" y="864394"/>
                </a:moveTo>
                <a:lnTo>
                  <a:pt x="4286250" y="864394"/>
                </a:lnTo>
                <a:lnTo>
                  <a:pt x="4286250" y="1285875"/>
                </a:lnTo>
                <a:lnTo>
                  <a:pt x="3864769" y="1285875"/>
                </a:lnTo>
                <a:lnTo>
                  <a:pt x="3864769" y="864394"/>
                </a:lnTo>
                <a:close/>
                <a:moveTo>
                  <a:pt x="3864769" y="435769"/>
                </a:moveTo>
                <a:lnTo>
                  <a:pt x="4286250" y="435769"/>
                </a:lnTo>
                <a:lnTo>
                  <a:pt x="4286250" y="857250"/>
                </a:lnTo>
                <a:lnTo>
                  <a:pt x="3864769" y="857250"/>
                </a:lnTo>
                <a:lnTo>
                  <a:pt x="3864769" y="435769"/>
                </a:lnTo>
                <a:close/>
                <a:moveTo>
                  <a:pt x="7144" y="7144"/>
                </a:moveTo>
                <a:lnTo>
                  <a:pt x="428625" y="7144"/>
                </a:lnTo>
                <a:lnTo>
                  <a:pt x="428625" y="428625"/>
                </a:lnTo>
                <a:lnTo>
                  <a:pt x="7144" y="428625"/>
                </a:lnTo>
                <a:lnTo>
                  <a:pt x="7144" y="7144"/>
                </a:lnTo>
                <a:close/>
                <a:moveTo>
                  <a:pt x="7144" y="435769"/>
                </a:moveTo>
                <a:lnTo>
                  <a:pt x="428625" y="435769"/>
                </a:lnTo>
                <a:lnTo>
                  <a:pt x="428625" y="857250"/>
                </a:lnTo>
                <a:lnTo>
                  <a:pt x="7144" y="857250"/>
                </a:lnTo>
                <a:lnTo>
                  <a:pt x="7144" y="435769"/>
                </a:lnTo>
                <a:close/>
                <a:moveTo>
                  <a:pt x="7144" y="864394"/>
                </a:moveTo>
                <a:lnTo>
                  <a:pt x="428625" y="864394"/>
                </a:lnTo>
                <a:lnTo>
                  <a:pt x="428625" y="1285875"/>
                </a:lnTo>
                <a:lnTo>
                  <a:pt x="7144" y="1285875"/>
                </a:lnTo>
                <a:lnTo>
                  <a:pt x="7144" y="864394"/>
                </a:lnTo>
                <a:close/>
                <a:moveTo>
                  <a:pt x="7144" y="1293019"/>
                </a:moveTo>
                <a:lnTo>
                  <a:pt x="428625" y="1293019"/>
                </a:lnTo>
                <a:lnTo>
                  <a:pt x="428625" y="1714500"/>
                </a:lnTo>
                <a:lnTo>
                  <a:pt x="7144" y="1714500"/>
                </a:lnTo>
                <a:lnTo>
                  <a:pt x="7144" y="1293019"/>
                </a:lnTo>
                <a:close/>
                <a:moveTo>
                  <a:pt x="7144" y="1721637"/>
                </a:moveTo>
                <a:lnTo>
                  <a:pt x="428625" y="1721637"/>
                </a:lnTo>
                <a:lnTo>
                  <a:pt x="428625" y="2143118"/>
                </a:lnTo>
                <a:lnTo>
                  <a:pt x="7144" y="2143118"/>
                </a:lnTo>
                <a:lnTo>
                  <a:pt x="7144" y="1721637"/>
                </a:lnTo>
                <a:close/>
                <a:moveTo>
                  <a:pt x="7144" y="2150262"/>
                </a:moveTo>
                <a:lnTo>
                  <a:pt x="428625" y="2150262"/>
                </a:lnTo>
                <a:lnTo>
                  <a:pt x="428625" y="2571743"/>
                </a:lnTo>
                <a:lnTo>
                  <a:pt x="7144" y="2571743"/>
                </a:lnTo>
                <a:lnTo>
                  <a:pt x="7144" y="2150262"/>
                </a:lnTo>
                <a:close/>
                <a:moveTo>
                  <a:pt x="7144" y="2578887"/>
                </a:moveTo>
                <a:lnTo>
                  <a:pt x="428625" y="2578887"/>
                </a:lnTo>
                <a:lnTo>
                  <a:pt x="428625" y="3000368"/>
                </a:lnTo>
                <a:lnTo>
                  <a:pt x="7144" y="3000368"/>
                </a:lnTo>
                <a:lnTo>
                  <a:pt x="7144" y="2578887"/>
                </a:lnTo>
                <a:close/>
                <a:moveTo>
                  <a:pt x="7144" y="3007512"/>
                </a:moveTo>
                <a:lnTo>
                  <a:pt x="428625" y="3007512"/>
                </a:lnTo>
                <a:lnTo>
                  <a:pt x="428625" y="3428993"/>
                </a:lnTo>
                <a:lnTo>
                  <a:pt x="7144" y="3428993"/>
                </a:lnTo>
                <a:lnTo>
                  <a:pt x="7144" y="3007512"/>
                </a:lnTo>
                <a:close/>
                <a:moveTo>
                  <a:pt x="3864769" y="3007512"/>
                </a:moveTo>
                <a:lnTo>
                  <a:pt x="4286250" y="3007512"/>
                </a:lnTo>
                <a:lnTo>
                  <a:pt x="4286250" y="3428993"/>
                </a:lnTo>
                <a:lnTo>
                  <a:pt x="3864769" y="3428993"/>
                </a:lnTo>
                <a:lnTo>
                  <a:pt x="3864769" y="3007512"/>
                </a:lnTo>
                <a:close/>
              </a:path>
            </a:pathLst>
          </a:custGeom>
          <a:solidFill>
            <a:srgbClr val="E6E6E6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6" name="Freeform: Shape 475">
            <a:extLst>
              <a:ext uri="{FF2B5EF4-FFF2-40B4-BE49-F238E27FC236}">
                <a16:creationId xmlns:a16="http://schemas.microsoft.com/office/drawing/2014/main" id="{8345BB02-0D1A-B7D5-6625-D4C8746E4176}"/>
              </a:ext>
            </a:extLst>
          </p:cNvPr>
          <p:cNvSpPr/>
          <p:nvPr/>
        </p:nvSpPr>
        <p:spPr>
          <a:xfrm rot="18900000">
            <a:off x="10221162" y="-804766"/>
            <a:ext cx="1973005" cy="2666522"/>
          </a:xfrm>
          <a:custGeom>
            <a:avLst/>
            <a:gdLst>
              <a:gd name="connsiteX0" fmla="*/ 0 w 1714490"/>
              <a:gd name="connsiteY0" fmla="*/ 0 h 2317138"/>
              <a:gd name="connsiteX1" fmla="*/ 1714491 w 1714490"/>
              <a:gd name="connsiteY1" fmla="*/ 0 h 2317138"/>
              <a:gd name="connsiteX2" fmla="*/ 1714491 w 1714490"/>
              <a:gd name="connsiteY2" fmla="*/ 2317139 h 2317138"/>
              <a:gd name="connsiteX3" fmla="*/ 0 w 1714490"/>
              <a:gd name="connsiteY3" fmla="*/ 2317139 h 2317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490" h="2317138">
                <a:moveTo>
                  <a:pt x="0" y="0"/>
                </a:moveTo>
                <a:lnTo>
                  <a:pt x="1714491" y="0"/>
                </a:lnTo>
                <a:lnTo>
                  <a:pt x="1714491" y="2317139"/>
                </a:lnTo>
                <a:lnTo>
                  <a:pt x="0" y="2317139"/>
                </a:lnTo>
                <a:close/>
              </a:path>
            </a:pathLst>
          </a:custGeom>
          <a:solidFill>
            <a:srgbClr val="E3B43E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7" name="Freeform: Shape 476">
            <a:extLst>
              <a:ext uri="{FF2B5EF4-FFF2-40B4-BE49-F238E27FC236}">
                <a16:creationId xmlns:a16="http://schemas.microsoft.com/office/drawing/2014/main" id="{980316C8-DFB1-0515-9FA8-505C10C1714E}"/>
              </a:ext>
            </a:extLst>
          </p:cNvPr>
          <p:cNvSpPr/>
          <p:nvPr/>
        </p:nvSpPr>
        <p:spPr>
          <a:xfrm>
            <a:off x="10975262" y="-1264154"/>
            <a:ext cx="1956574" cy="2959525"/>
          </a:xfrm>
          <a:custGeom>
            <a:avLst/>
            <a:gdLst>
              <a:gd name="connsiteX0" fmla="*/ 0 w 1700212"/>
              <a:gd name="connsiteY0" fmla="*/ 0 h 2571750"/>
              <a:gd name="connsiteX1" fmla="*/ 1700213 w 1700212"/>
              <a:gd name="connsiteY1" fmla="*/ 0 h 2571750"/>
              <a:gd name="connsiteX2" fmla="*/ 1700213 w 1700212"/>
              <a:gd name="connsiteY2" fmla="*/ 2571750 h 2571750"/>
              <a:gd name="connsiteX3" fmla="*/ 0 w 1700212"/>
              <a:gd name="connsiteY3" fmla="*/ 2571750 h 257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0212" h="2571750">
                <a:moveTo>
                  <a:pt x="0" y="0"/>
                </a:moveTo>
                <a:lnTo>
                  <a:pt x="1700213" y="0"/>
                </a:lnTo>
                <a:lnTo>
                  <a:pt x="1700213" y="2571750"/>
                </a:lnTo>
                <a:lnTo>
                  <a:pt x="0" y="2571750"/>
                </a:lnTo>
                <a:close/>
              </a:path>
            </a:pathLst>
          </a:custGeom>
          <a:solidFill>
            <a:srgbClr val="737373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8" name="Freeform: Shape 477">
            <a:extLst>
              <a:ext uri="{FF2B5EF4-FFF2-40B4-BE49-F238E27FC236}">
                <a16:creationId xmlns:a16="http://schemas.microsoft.com/office/drawing/2014/main" id="{EC0E356B-9EA5-80CD-5239-E3F8A21E484C}"/>
              </a:ext>
            </a:extLst>
          </p:cNvPr>
          <p:cNvSpPr/>
          <p:nvPr/>
        </p:nvSpPr>
        <p:spPr>
          <a:xfrm>
            <a:off x="10958820" y="-1292171"/>
            <a:ext cx="1973017" cy="2959524"/>
          </a:xfrm>
          <a:custGeom>
            <a:avLst/>
            <a:gdLst>
              <a:gd name="connsiteX0" fmla="*/ 0 w 1714500"/>
              <a:gd name="connsiteY0" fmla="*/ 0 h 2571749"/>
              <a:gd name="connsiteX1" fmla="*/ 1714500 w 1714500"/>
              <a:gd name="connsiteY1" fmla="*/ 0 h 2571749"/>
              <a:gd name="connsiteX2" fmla="*/ 1714500 w 1714500"/>
              <a:gd name="connsiteY2" fmla="*/ 2571750 h 2571749"/>
              <a:gd name="connsiteX3" fmla="*/ 0 w 1714500"/>
              <a:gd name="connsiteY3" fmla="*/ 2571750 h 2571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500" h="2571749">
                <a:moveTo>
                  <a:pt x="0" y="0"/>
                </a:moveTo>
                <a:lnTo>
                  <a:pt x="1714500" y="0"/>
                </a:lnTo>
                <a:lnTo>
                  <a:pt x="1714500" y="2571750"/>
                </a:lnTo>
                <a:lnTo>
                  <a:pt x="0" y="2571750"/>
                </a:lnTo>
                <a:close/>
              </a:path>
            </a:pathLst>
          </a:custGeom>
          <a:solidFill>
            <a:srgbClr val="E6E6E6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9" name="Freeform: Shape 478">
            <a:extLst>
              <a:ext uri="{FF2B5EF4-FFF2-40B4-BE49-F238E27FC236}">
                <a16:creationId xmlns:a16="http://schemas.microsoft.com/office/drawing/2014/main" id="{FC7BB3F3-8828-D2D8-50D1-AFE83C5830FF}"/>
              </a:ext>
            </a:extLst>
          </p:cNvPr>
          <p:cNvSpPr/>
          <p:nvPr/>
        </p:nvSpPr>
        <p:spPr>
          <a:xfrm>
            <a:off x="10958820" y="-1292171"/>
            <a:ext cx="1973017" cy="197302"/>
          </a:xfrm>
          <a:custGeom>
            <a:avLst/>
            <a:gdLst>
              <a:gd name="connsiteX0" fmla="*/ 0 w 1714500"/>
              <a:gd name="connsiteY0" fmla="*/ 0 h 171450"/>
              <a:gd name="connsiteX1" fmla="*/ 1714500 w 1714500"/>
              <a:gd name="connsiteY1" fmla="*/ 0 h 171450"/>
              <a:gd name="connsiteX2" fmla="*/ 1714500 w 1714500"/>
              <a:gd name="connsiteY2" fmla="*/ 171450 h 171450"/>
              <a:gd name="connsiteX3" fmla="*/ 0 w 1714500"/>
              <a:gd name="connsiteY3" fmla="*/ 171450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500" h="171450">
                <a:moveTo>
                  <a:pt x="0" y="0"/>
                </a:moveTo>
                <a:lnTo>
                  <a:pt x="1714500" y="0"/>
                </a:lnTo>
                <a:lnTo>
                  <a:pt x="171450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E4B6D"/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grpSp>
        <p:nvGrpSpPr>
          <p:cNvPr id="480" name="Graphic 200" descr="Graph paper with calculator, ruler, highlighter, and pencils">
            <a:extLst>
              <a:ext uri="{FF2B5EF4-FFF2-40B4-BE49-F238E27FC236}">
                <a16:creationId xmlns:a16="http://schemas.microsoft.com/office/drawing/2014/main" id="{6DD90BA3-3EAF-B2F6-63A6-D8F06E3C814E}"/>
              </a:ext>
            </a:extLst>
          </p:cNvPr>
          <p:cNvGrpSpPr/>
          <p:nvPr/>
        </p:nvGrpSpPr>
        <p:grpSpPr>
          <a:xfrm>
            <a:off x="11123238" y="-803027"/>
            <a:ext cx="1644181" cy="2178547"/>
            <a:chOff x="11416053" y="1756366"/>
            <a:chExt cx="1428750" cy="1893100"/>
          </a:xfrm>
          <a:solidFill>
            <a:srgbClr val="D2D2D2"/>
          </a:solidFill>
        </p:grpSpPr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F2A1BF43-18AD-84E7-10B6-C135C0CC6793}"/>
                </a:ext>
              </a:extLst>
            </p:cNvPr>
            <p:cNvSpPr/>
            <p:nvPr/>
          </p:nvSpPr>
          <p:spPr>
            <a:xfrm>
              <a:off x="11417095" y="1756366"/>
              <a:ext cx="1427707" cy="7143"/>
            </a:xfrm>
            <a:custGeom>
              <a:avLst/>
              <a:gdLst>
                <a:gd name="connsiteX0" fmla="*/ 0 w 1427707"/>
                <a:gd name="connsiteY0" fmla="*/ 0 h 7143"/>
                <a:gd name="connsiteX1" fmla="*/ 1427707 w 1427707"/>
                <a:gd name="connsiteY1" fmla="*/ 0 h 7143"/>
                <a:gd name="connsiteX2" fmla="*/ 1427707 w 1427707"/>
                <a:gd name="connsiteY2" fmla="*/ 7144 h 7143"/>
                <a:gd name="connsiteX3" fmla="*/ 0 w 1427707"/>
                <a:gd name="connsiteY3" fmla="*/ 7144 h 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7707" h="7143">
                  <a:moveTo>
                    <a:pt x="0" y="0"/>
                  </a:moveTo>
                  <a:lnTo>
                    <a:pt x="1427707" y="0"/>
                  </a:lnTo>
                  <a:lnTo>
                    <a:pt x="1427707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D2D2D2"/>
            </a:solidFill>
            <a:ln w="71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0DA958DE-0895-E8EF-47A4-7596E206BF0F}"/>
                </a:ext>
              </a:extLst>
            </p:cNvPr>
            <p:cNvSpPr/>
            <p:nvPr/>
          </p:nvSpPr>
          <p:spPr>
            <a:xfrm>
              <a:off x="11416053" y="1842091"/>
              <a:ext cx="1427707" cy="7143"/>
            </a:xfrm>
            <a:custGeom>
              <a:avLst/>
              <a:gdLst>
                <a:gd name="connsiteX0" fmla="*/ 0 w 1427707"/>
                <a:gd name="connsiteY0" fmla="*/ 0 h 7143"/>
                <a:gd name="connsiteX1" fmla="*/ 1427707 w 1427707"/>
                <a:gd name="connsiteY1" fmla="*/ 0 h 7143"/>
                <a:gd name="connsiteX2" fmla="*/ 1427707 w 1427707"/>
                <a:gd name="connsiteY2" fmla="*/ 7144 h 7143"/>
                <a:gd name="connsiteX3" fmla="*/ 0 w 1427707"/>
                <a:gd name="connsiteY3" fmla="*/ 7144 h 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7707" h="7143">
                  <a:moveTo>
                    <a:pt x="0" y="0"/>
                  </a:moveTo>
                  <a:lnTo>
                    <a:pt x="1427707" y="0"/>
                  </a:lnTo>
                  <a:lnTo>
                    <a:pt x="1427707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D2D2D2"/>
            </a:solidFill>
            <a:ln w="71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CD48033E-FD0D-B43D-176E-D6E1FEBC4BCD}"/>
                </a:ext>
              </a:extLst>
            </p:cNvPr>
            <p:cNvSpPr/>
            <p:nvPr/>
          </p:nvSpPr>
          <p:spPr>
            <a:xfrm>
              <a:off x="11417095" y="1927816"/>
              <a:ext cx="1427707" cy="7143"/>
            </a:xfrm>
            <a:custGeom>
              <a:avLst/>
              <a:gdLst>
                <a:gd name="connsiteX0" fmla="*/ 0 w 1427707"/>
                <a:gd name="connsiteY0" fmla="*/ 0 h 7143"/>
                <a:gd name="connsiteX1" fmla="*/ 1427707 w 1427707"/>
                <a:gd name="connsiteY1" fmla="*/ 0 h 7143"/>
                <a:gd name="connsiteX2" fmla="*/ 1427707 w 1427707"/>
                <a:gd name="connsiteY2" fmla="*/ 7144 h 7143"/>
                <a:gd name="connsiteX3" fmla="*/ 0 w 1427707"/>
                <a:gd name="connsiteY3" fmla="*/ 7144 h 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7707" h="7143">
                  <a:moveTo>
                    <a:pt x="0" y="0"/>
                  </a:moveTo>
                  <a:lnTo>
                    <a:pt x="1427707" y="0"/>
                  </a:lnTo>
                  <a:lnTo>
                    <a:pt x="1427707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D2D2D2"/>
            </a:solidFill>
            <a:ln w="71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B1F36D8-5850-78ED-F42C-557E1A54B6D1}"/>
                </a:ext>
              </a:extLst>
            </p:cNvPr>
            <p:cNvSpPr/>
            <p:nvPr/>
          </p:nvSpPr>
          <p:spPr>
            <a:xfrm>
              <a:off x="11416053" y="2013541"/>
              <a:ext cx="1427707" cy="7143"/>
            </a:xfrm>
            <a:custGeom>
              <a:avLst/>
              <a:gdLst>
                <a:gd name="connsiteX0" fmla="*/ 0 w 1427707"/>
                <a:gd name="connsiteY0" fmla="*/ 0 h 7143"/>
                <a:gd name="connsiteX1" fmla="*/ 1427707 w 1427707"/>
                <a:gd name="connsiteY1" fmla="*/ 0 h 7143"/>
                <a:gd name="connsiteX2" fmla="*/ 1427707 w 1427707"/>
                <a:gd name="connsiteY2" fmla="*/ 7144 h 7143"/>
                <a:gd name="connsiteX3" fmla="*/ 0 w 1427707"/>
                <a:gd name="connsiteY3" fmla="*/ 7144 h 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7707" h="7143">
                  <a:moveTo>
                    <a:pt x="0" y="0"/>
                  </a:moveTo>
                  <a:lnTo>
                    <a:pt x="1427707" y="0"/>
                  </a:lnTo>
                  <a:lnTo>
                    <a:pt x="1427707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D2D2D2"/>
            </a:solidFill>
            <a:ln w="71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C92CDF89-81E9-D91A-3062-F75920F9086B}"/>
                </a:ext>
              </a:extLst>
            </p:cNvPr>
            <p:cNvSpPr/>
            <p:nvPr/>
          </p:nvSpPr>
          <p:spPr>
            <a:xfrm>
              <a:off x="11417095" y="2099266"/>
              <a:ext cx="1427707" cy="7143"/>
            </a:xfrm>
            <a:custGeom>
              <a:avLst/>
              <a:gdLst>
                <a:gd name="connsiteX0" fmla="*/ 0 w 1427707"/>
                <a:gd name="connsiteY0" fmla="*/ 0 h 7143"/>
                <a:gd name="connsiteX1" fmla="*/ 1427707 w 1427707"/>
                <a:gd name="connsiteY1" fmla="*/ 0 h 7143"/>
                <a:gd name="connsiteX2" fmla="*/ 1427707 w 1427707"/>
                <a:gd name="connsiteY2" fmla="*/ 7144 h 7143"/>
                <a:gd name="connsiteX3" fmla="*/ 0 w 1427707"/>
                <a:gd name="connsiteY3" fmla="*/ 7144 h 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7707" h="7143">
                  <a:moveTo>
                    <a:pt x="0" y="0"/>
                  </a:moveTo>
                  <a:lnTo>
                    <a:pt x="1427707" y="0"/>
                  </a:lnTo>
                  <a:lnTo>
                    <a:pt x="1427707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D2D2D2"/>
            </a:solidFill>
            <a:ln w="71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A79D8C-9566-9695-B4BB-65159FE83D94}"/>
                </a:ext>
              </a:extLst>
            </p:cNvPr>
            <p:cNvSpPr/>
            <p:nvPr/>
          </p:nvSpPr>
          <p:spPr>
            <a:xfrm>
              <a:off x="11416053" y="2184991"/>
              <a:ext cx="1427707" cy="7143"/>
            </a:xfrm>
            <a:custGeom>
              <a:avLst/>
              <a:gdLst>
                <a:gd name="connsiteX0" fmla="*/ 0 w 1427707"/>
                <a:gd name="connsiteY0" fmla="*/ 0 h 7143"/>
                <a:gd name="connsiteX1" fmla="*/ 1427707 w 1427707"/>
                <a:gd name="connsiteY1" fmla="*/ 0 h 7143"/>
                <a:gd name="connsiteX2" fmla="*/ 1427707 w 1427707"/>
                <a:gd name="connsiteY2" fmla="*/ 7144 h 7143"/>
                <a:gd name="connsiteX3" fmla="*/ 0 w 1427707"/>
                <a:gd name="connsiteY3" fmla="*/ 7144 h 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7707" h="7143">
                  <a:moveTo>
                    <a:pt x="0" y="0"/>
                  </a:moveTo>
                  <a:lnTo>
                    <a:pt x="1427707" y="0"/>
                  </a:lnTo>
                  <a:lnTo>
                    <a:pt x="1427707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D2D2D2"/>
            </a:solidFill>
            <a:ln w="71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970C17FF-8238-65B8-C5B5-EF1B27EFDB4C}"/>
                </a:ext>
              </a:extLst>
            </p:cNvPr>
            <p:cNvSpPr/>
            <p:nvPr/>
          </p:nvSpPr>
          <p:spPr>
            <a:xfrm>
              <a:off x="11417095" y="2270716"/>
              <a:ext cx="1427707" cy="7143"/>
            </a:xfrm>
            <a:custGeom>
              <a:avLst/>
              <a:gdLst>
                <a:gd name="connsiteX0" fmla="*/ 0 w 1427707"/>
                <a:gd name="connsiteY0" fmla="*/ 0 h 7143"/>
                <a:gd name="connsiteX1" fmla="*/ 1427707 w 1427707"/>
                <a:gd name="connsiteY1" fmla="*/ 0 h 7143"/>
                <a:gd name="connsiteX2" fmla="*/ 1427707 w 1427707"/>
                <a:gd name="connsiteY2" fmla="*/ 7144 h 7143"/>
                <a:gd name="connsiteX3" fmla="*/ 0 w 1427707"/>
                <a:gd name="connsiteY3" fmla="*/ 7144 h 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7707" h="7143">
                  <a:moveTo>
                    <a:pt x="0" y="0"/>
                  </a:moveTo>
                  <a:lnTo>
                    <a:pt x="1427707" y="0"/>
                  </a:lnTo>
                  <a:lnTo>
                    <a:pt x="1427707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D2D2D2"/>
            </a:solidFill>
            <a:ln w="71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59A93986-2231-432E-9101-40AAB4E6476C}"/>
                </a:ext>
              </a:extLst>
            </p:cNvPr>
            <p:cNvSpPr/>
            <p:nvPr/>
          </p:nvSpPr>
          <p:spPr>
            <a:xfrm>
              <a:off x="11416053" y="2356441"/>
              <a:ext cx="1427707" cy="7143"/>
            </a:xfrm>
            <a:custGeom>
              <a:avLst/>
              <a:gdLst>
                <a:gd name="connsiteX0" fmla="*/ 0 w 1427707"/>
                <a:gd name="connsiteY0" fmla="*/ 0 h 7143"/>
                <a:gd name="connsiteX1" fmla="*/ 1427707 w 1427707"/>
                <a:gd name="connsiteY1" fmla="*/ 0 h 7143"/>
                <a:gd name="connsiteX2" fmla="*/ 1427707 w 1427707"/>
                <a:gd name="connsiteY2" fmla="*/ 7144 h 7143"/>
                <a:gd name="connsiteX3" fmla="*/ 0 w 1427707"/>
                <a:gd name="connsiteY3" fmla="*/ 7144 h 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7707" h="7143">
                  <a:moveTo>
                    <a:pt x="0" y="0"/>
                  </a:moveTo>
                  <a:lnTo>
                    <a:pt x="1427707" y="0"/>
                  </a:lnTo>
                  <a:lnTo>
                    <a:pt x="1427707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D2D2D2"/>
            </a:solidFill>
            <a:ln w="71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2FA3BE04-25D5-4AB1-2901-16BF93F684DC}"/>
                </a:ext>
              </a:extLst>
            </p:cNvPr>
            <p:cNvSpPr/>
            <p:nvPr/>
          </p:nvSpPr>
          <p:spPr>
            <a:xfrm>
              <a:off x="11417095" y="2442166"/>
              <a:ext cx="1427707" cy="7143"/>
            </a:xfrm>
            <a:custGeom>
              <a:avLst/>
              <a:gdLst>
                <a:gd name="connsiteX0" fmla="*/ 0 w 1427707"/>
                <a:gd name="connsiteY0" fmla="*/ 0 h 7143"/>
                <a:gd name="connsiteX1" fmla="*/ 1427707 w 1427707"/>
                <a:gd name="connsiteY1" fmla="*/ 0 h 7143"/>
                <a:gd name="connsiteX2" fmla="*/ 1427707 w 1427707"/>
                <a:gd name="connsiteY2" fmla="*/ 7144 h 7143"/>
                <a:gd name="connsiteX3" fmla="*/ 0 w 1427707"/>
                <a:gd name="connsiteY3" fmla="*/ 7144 h 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7707" h="7143">
                  <a:moveTo>
                    <a:pt x="0" y="0"/>
                  </a:moveTo>
                  <a:lnTo>
                    <a:pt x="1427707" y="0"/>
                  </a:lnTo>
                  <a:lnTo>
                    <a:pt x="1427707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D2D2D2"/>
            </a:solidFill>
            <a:ln w="71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B7FA8C78-D01D-6020-A68A-891B230B3E0F}"/>
                </a:ext>
              </a:extLst>
            </p:cNvPr>
            <p:cNvSpPr/>
            <p:nvPr/>
          </p:nvSpPr>
          <p:spPr>
            <a:xfrm>
              <a:off x="11416053" y="2527891"/>
              <a:ext cx="1427707" cy="7143"/>
            </a:xfrm>
            <a:custGeom>
              <a:avLst/>
              <a:gdLst>
                <a:gd name="connsiteX0" fmla="*/ 0 w 1427707"/>
                <a:gd name="connsiteY0" fmla="*/ 0 h 7143"/>
                <a:gd name="connsiteX1" fmla="*/ 1427707 w 1427707"/>
                <a:gd name="connsiteY1" fmla="*/ 0 h 7143"/>
                <a:gd name="connsiteX2" fmla="*/ 1427707 w 1427707"/>
                <a:gd name="connsiteY2" fmla="*/ 7144 h 7143"/>
                <a:gd name="connsiteX3" fmla="*/ 0 w 1427707"/>
                <a:gd name="connsiteY3" fmla="*/ 7144 h 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7707" h="7143">
                  <a:moveTo>
                    <a:pt x="0" y="0"/>
                  </a:moveTo>
                  <a:lnTo>
                    <a:pt x="1427707" y="0"/>
                  </a:lnTo>
                  <a:lnTo>
                    <a:pt x="1427707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D2D2D2"/>
            </a:solidFill>
            <a:ln w="71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33704B03-8D8E-09E3-10CF-3D802F949841}"/>
                </a:ext>
              </a:extLst>
            </p:cNvPr>
            <p:cNvSpPr/>
            <p:nvPr/>
          </p:nvSpPr>
          <p:spPr>
            <a:xfrm>
              <a:off x="11417095" y="2613616"/>
              <a:ext cx="1427707" cy="7143"/>
            </a:xfrm>
            <a:custGeom>
              <a:avLst/>
              <a:gdLst>
                <a:gd name="connsiteX0" fmla="*/ 0 w 1427707"/>
                <a:gd name="connsiteY0" fmla="*/ 0 h 7143"/>
                <a:gd name="connsiteX1" fmla="*/ 1427707 w 1427707"/>
                <a:gd name="connsiteY1" fmla="*/ 0 h 7143"/>
                <a:gd name="connsiteX2" fmla="*/ 1427707 w 1427707"/>
                <a:gd name="connsiteY2" fmla="*/ 7144 h 7143"/>
                <a:gd name="connsiteX3" fmla="*/ 0 w 1427707"/>
                <a:gd name="connsiteY3" fmla="*/ 7144 h 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7707" h="7143">
                  <a:moveTo>
                    <a:pt x="0" y="0"/>
                  </a:moveTo>
                  <a:lnTo>
                    <a:pt x="1427707" y="0"/>
                  </a:lnTo>
                  <a:lnTo>
                    <a:pt x="1427707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D2D2D2"/>
            </a:solidFill>
            <a:ln w="71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4811B26-5D6D-75B9-C0AC-756541B7A44A}"/>
                </a:ext>
              </a:extLst>
            </p:cNvPr>
            <p:cNvSpPr/>
            <p:nvPr/>
          </p:nvSpPr>
          <p:spPr>
            <a:xfrm>
              <a:off x="11416053" y="2699341"/>
              <a:ext cx="1427707" cy="7143"/>
            </a:xfrm>
            <a:custGeom>
              <a:avLst/>
              <a:gdLst>
                <a:gd name="connsiteX0" fmla="*/ 0 w 1427707"/>
                <a:gd name="connsiteY0" fmla="*/ 0 h 7143"/>
                <a:gd name="connsiteX1" fmla="*/ 1427707 w 1427707"/>
                <a:gd name="connsiteY1" fmla="*/ 0 h 7143"/>
                <a:gd name="connsiteX2" fmla="*/ 1427707 w 1427707"/>
                <a:gd name="connsiteY2" fmla="*/ 7144 h 7143"/>
                <a:gd name="connsiteX3" fmla="*/ 0 w 1427707"/>
                <a:gd name="connsiteY3" fmla="*/ 7144 h 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7707" h="7143">
                  <a:moveTo>
                    <a:pt x="0" y="0"/>
                  </a:moveTo>
                  <a:lnTo>
                    <a:pt x="1427707" y="0"/>
                  </a:lnTo>
                  <a:lnTo>
                    <a:pt x="1427707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D2D2D2"/>
            </a:solidFill>
            <a:ln w="71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98EAD154-296B-126C-26BA-0B69F5F67744}"/>
                </a:ext>
              </a:extLst>
            </p:cNvPr>
            <p:cNvSpPr/>
            <p:nvPr/>
          </p:nvSpPr>
          <p:spPr>
            <a:xfrm>
              <a:off x="11417095" y="2785066"/>
              <a:ext cx="1427707" cy="7143"/>
            </a:xfrm>
            <a:custGeom>
              <a:avLst/>
              <a:gdLst>
                <a:gd name="connsiteX0" fmla="*/ 0 w 1427707"/>
                <a:gd name="connsiteY0" fmla="*/ 0 h 7143"/>
                <a:gd name="connsiteX1" fmla="*/ 1427707 w 1427707"/>
                <a:gd name="connsiteY1" fmla="*/ 0 h 7143"/>
                <a:gd name="connsiteX2" fmla="*/ 1427707 w 1427707"/>
                <a:gd name="connsiteY2" fmla="*/ 7144 h 7143"/>
                <a:gd name="connsiteX3" fmla="*/ 0 w 1427707"/>
                <a:gd name="connsiteY3" fmla="*/ 7144 h 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7707" h="7143">
                  <a:moveTo>
                    <a:pt x="0" y="0"/>
                  </a:moveTo>
                  <a:lnTo>
                    <a:pt x="1427707" y="0"/>
                  </a:lnTo>
                  <a:lnTo>
                    <a:pt x="1427707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D2D2D2"/>
            </a:solidFill>
            <a:ln w="71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8899CA33-5F65-387A-D965-1883F867F3AF}"/>
                </a:ext>
              </a:extLst>
            </p:cNvPr>
            <p:cNvSpPr/>
            <p:nvPr/>
          </p:nvSpPr>
          <p:spPr>
            <a:xfrm>
              <a:off x="11416053" y="2870799"/>
              <a:ext cx="1427707" cy="7143"/>
            </a:xfrm>
            <a:custGeom>
              <a:avLst/>
              <a:gdLst>
                <a:gd name="connsiteX0" fmla="*/ 0 w 1427707"/>
                <a:gd name="connsiteY0" fmla="*/ 0 h 7143"/>
                <a:gd name="connsiteX1" fmla="*/ 1427707 w 1427707"/>
                <a:gd name="connsiteY1" fmla="*/ 0 h 7143"/>
                <a:gd name="connsiteX2" fmla="*/ 1427707 w 1427707"/>
                <a:gd name="connsiteY2" fmla="*/ 7144 h 7143"/>
                <a:gd name="connsiteX3" fmla="*/ 0 w 1427707"/>
                <a:gd name="connsiteY3" fmla="*/ 7144 h 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7707" h="7143">
                  <a:moveTo>
                    <a:pt x="0" y="0"/>
                  </a:moveTo>
                  <a:lnTo>
                    <a:pt x="1427707" y="0"/>
                  </a:lnTo>
                  <a:lnTo>
                    <a:pt x="1427707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D2D2D2"/>
            </a:solidFill>
            <a:ln w="71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DDE74AC9-B0D7-B5EB-E255-7470BCA1B4CF}"/>
                </a:ext>
              </a:extLst>
            </p:cNvPr>
            <p:cNvSpPr/>
            <p:nvPr/>
          </p:nvSpPr>
          <p:spPr>
            <a:xfrm>
              <a:off x="11417095" y="2956524"/>
              <a:ext cx="1427707" cy="7143"/>
            </a:xfrm>
            <a:custGeom>
              <a:avLst/>
              <a:gdLst>
                <a:gd name="connsiteX0" fmla="*/ 0 w 1427707"/>
                <a:gd name="connsiteY0" fmla="*/ 0 h 7143"/>
                <a:gd name="connsiteX1" fmla="*/ 1427707 w 1427707"/>
                <a:gd name="connsiteY1" fmla="*/ 0 h 7143"/>
                <a:gd name="connsiteX2" fmla="*/ 1427707 w 1427707"/>
                <a:gd name="connsiteY2" fmla="*/ 7144 h 7143"/>
                <a:gd name="connsiteX3" fmla="*/ 0 w 1427707"/>
                <a:gd name="connsiteY3" fmla="*/ 7144 h 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7707" h="7143">
                  <a:moveTo>
                    <a:pt x="0" y="0"/>
                  </a:moveTo>
                  <a:lnTo>
                    <a:pt x="1427707" y="0"/>
                  </a:lnTo>
                  <a:lnTo>
                    <a:pt x="1427707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D2D2D2"/>
            </a:solidFill>
            <a:ln w="71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D7779577-FC2F-677B-361F-6B39003DA086}"/>
                </a:ext>
              </a:extLst>
            </p:cNvPr>
            <p:cNvSpPr/>
            <p:nvPr/>
          </p:nvSpPr>
          <p:spPr>
            <a:xfrm>
              <a:off x="11416053" y="3042249"/>
              <a:ext cx="1427707" cy="7143"/>
            </a:xfrm>
            <a:custGeom>
              <a:avLst/>
              <a:gdLst>
                <a:gd name="connsiteX0" fmla="*/ 0 w 1427707"/>
                <a:gd name="connsiteY0" fmla="*/ 0 h 7143"/>
                <a:gd name="connsiteX1" fmla="*/ 1427707 w 1427707"/>
                <a:gd name="connsiteY1" fmla="*/ 0 h 7143"/>
                <a:gd name="connsiteX2" fmla="*/ 1427707 w 1427707"/>
                <a:gd name="connsiteY2" fmla="*/ 7144 h 7143"/>
                <a:gd name="connsiteX3" fmla="*/ 0 w 1427707"/>
                <a:gd name="connsiteY3" fmla="*/ 7144 h 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7707" h="7143">
                  <a:moveTo>
                    <a:pt x="0" y="0"/>
                  </a:moveTo>
                  <a:lnTo>
                    <a:pt x="1427707" y="0"/>
                  </a:lnTo>
                  <a:lnTo>
                    <a:pt x="1427707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D2D2D2"/>
            </a:solidFill>
            <a:ln w="71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4954D47A-C8C4-4136-3D8F-309C082BBB03}"/>
                </a:ext>
              </a:extLst>
            </p:cNvPr>
            <p:cNvSpPr/>
            <p:nvPr/>
          </p:nvSpPr>
          <p:spPr>
            <a:xfrm>
              <a:off x="11417095" y="3127974"/>
              <a:ext cx="1427707" cy="7143"/>
            </a:xfrm>
            <a:custGeom>
              <a:avLst/>
              <a:gdLst>
                <a:gd name="connsiteX0" fmla="*/ 0 w 1427707"/>
                <a:gd name="connsiteY0" fmla="*/ 0 h 7143"/>
                <a:gd name="connsiteX1" fmla="*/ 1427707 w 1427707"/>
                <a:gd name="connsiteY1" fmla="*/ 0 h 7143"/>
                <a:gd name="connsiteX2" fmla="*/ 1427707 w 1427707"/>
                <a:gd name="connsiteY2" fmla="*/ 7144 h 7143"/>
                <a:gd name="connsiteX3" fmla="*/ 0 w 1427707"/>
                <a:gd name="connsiteY3" fmla="*/ 7144 h 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7707" h="7143">
                  <a:moveTo>
                    <a:pt x="0" y="0"/>
                  </a:moveTo>
                  <a:lnTo>
                    <a:pt x="1427707" y="0"/>
                  </a:lnTo>
                  <a:lnTo>
                    <a:pt x="1427707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D2D2D2"/>
            </a:solidFill>
            <a:ln w="71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ADC714BB-6BFA-A402-DEBC-40487DA3572B}"/>
                </a:ext>
              </a:extLst>
            </p:cNvPr>
            <p:cNvSpPr/>
            <p:nvPr/>
          </p:nvSpPr>
          <p:spPr>
            <a:xfrm>
              <a:off x="11416053" y="3213699"/>
              <a:ext cx="1427707" cy="7143"/>
            </a:xfrm>
            <a:custGeom>
              <a:avLst/>
              <a:gdLst>
                <a:gd name="connsiteX0" fmla="*/ 0 w 1427707"/>
                <a:gd name="connsiteY0" fmla="*/ 0 h 7143"/>
                <a:gd name="connsiteX1" fmla="*/ 1427707 w 1427707"/>
                <a:gd name="connsiteY1" fmla="*/ 0 h 7143"/>
                <a:gd name="connsiteX2" fmla="*/ 1427707 w 1427707"/>
                <a:gd name="connsiteY2" fmla="*/ 7144 h 7143"/>
                <a:gd name="connsiteX3" fmla="*/ 0 w 1427707"/>
                <a:gd name="connsiteY3" fmla="*/ 7144 h 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7707" h="7143">
                  <a:moveTo>
                    <a:pt x="0" y="0"/>
                  </a:moveTo>
                  <a:lnTo>
                    <a:pt x="1427707" y="0"/>
                  </a:lnTo>
                  <a:lnTo>
                    <a:pt x="1427707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D2D2D2"/>
            </a:solidFill>
            <a:ln w="71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BC3B96E6-1068-5913-F01B-3788FA6B54BE}"/>
                </a:ext>
              </a:extLst>
            </p:cNvPr>
            <p:cNvSpPr/>
            <p:nvPr/>
          </p:nvSpPr>
          <p:spPr>
            <a:xfrm>
              <a:off x="11417095" y="3299424"/>
              <a:ext cx="1427707" cy="7143"/>
            </a:xfrm>
            <a:custGeom>
              <a:avLst/>
              <a:gdLst>
                <a:gd name="connsiteX0" fmla="*/ 0 w 1427707"/>
                <a:gd name="connsiteY0" fmla="*/ 0 h 7143"/>
                <a:gd name="connsiteX1" fmla="*/ 1427707 w 1427707"/>
                <a:gd name="connsiteY1" fmla="*/ 0 h 7143"/>
                <a:gd name="connsiteX2" fmla="*/ 1427707 w 1427707"/>
                <a:gd name="connsiteY2" fmla="*/ 7144 h 7143"/>
                <a:gd name="connsiteX3" fmla="*/ 0 w 1427707"/>
                <a:gd name="connsiteY3" fmla="*/ 7144 h 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7707" h="7143">
                  <a:moveTo>
                    <a:pt x="0" y="0"/>
                  </a:moveTo>
                  <a:lnTo>
                    <a:pt x="1427707" y="0"/>
                  </a:lnTo>
                  <a:lnTo>
                    <a:pt x="1427707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D2D2D2"/>
            </a:solidFill>
            <a:ln w="71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255DA72C-7B3B-B7ED-DF4A-B9532F644752}"/>
                </a:ext>
              </a:extLst>
            </p:cNvPr>
            <p:cNvSpPr/>
            <p:nvPr/>
          </p:nvSpPr>
          <p:spPr>
            <a:xfrm>
              <a:off x="11416053" y="3385149"/>
              <a:ext cx="1427707" cy="7143"/>
            </a:xfrm>
            <a:custGeom>
              <a:avLst/>
              <a:gdLst>
                <a:gd name="connsiteX0" fmla="*/ 0 w 1427707"/>
                <a:gd name="connsiteY0" fmla="*/ 0 h 7143"/>
                <a:gd name="connsiteX1" fmla="*/ 1427707 w 1427707"/>
                <a:gd name="connsiteY1" fmla="*/ 0 h 7143"/>
                <a:gd name="connsiteX2" fmla="*/ 1427707 w 1427707"/>
                <a:gd name="connsiteY2" fmla="*/ 7144 h 7143"/>
                <a:gd name="connsiteX3" fmla="*/ 0 w 1427707"/>
                <a:gd name="connsiteY3" fmla="*/ 7144 h 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7707" h="7143">
                  <a:moveTo>
                    <a:pt x="0" y="0"/>
                  </a:moveTo>
                  <a:lnTo>
                    <a:pt x="1427707" y="0"/>
                  </a:lnTo>
                  <a:lnTo>
                    <a:pt x="1427707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D2D2D2"/>
            </a:solidFill>
            <a:ln w="71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4B48B32B-39AB-A669-92A5-5EC0E8EC10E4}"/>
                </a:ext>
              </a:extLst>
            </p:cNvPr>
            <p:cNvSpPr/>
            <p:nvPr/>
          </p:nvSpPr>
          <p:spPr>
            <a:xfrm>
              <a:off x="11417095" y="3470874"/>
              <a:ext cx="1427707" cy="7143"/>
            </a:xfrm>
            <a:custGeom>
              <a:avLst/>
              <a:gdLst>
                <a:gd name="connsiteX0" fmla="*/ 0 w 1427707"/>
                <a:gd name="connsiteY0" fmla="*/ 0 h 7143"/>
                <a:gd name="connsiteX1" fmla="*/ 1427707 w 1427707"/>
                <a:gd name="connsiteY1" fmla="*/ 0 h 7143"/>
                <a:gd name="connsiteX2" fmla="*/ 1427707 w 1427707"/>
                <a:gd name="connsiteY2" fmla="*/ 7144 h 7143"/>
                <a:gd name="connsiteX3" fmla="*/ 0 w 1427707"/>
                <a:gd name="connsiteY3" fmla="*/ 7144 h 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7707" h="7143">
                  <a:moveTo>
                    <a:pt x="0" y="0"/>
                  </a:moveTo>
                  <a:lnTo>
                    <a:pt x="1427707" y="0"/>
                  </a:lnTo>
                  <a:lnTo>
                    <a:pt x="1427707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D2D2D2"/>
            </a:solidFill>
            <a:ln w="71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2DD4B48-2115-5D42-2B6C-2F97D19A209E}"/>
                </a:ext>
              </a:extLst>
            </p:cNvPr>
            <p:cNvSpPr/>
            <p:nvPr/>
          </p:nvSpPr>
          <p:spPr>
            <a:xfrm>
              <a:off x="11416053" y="3556599"/>
              <a:ext cx="1427707" cy="7143"/>
            </a:xfrm>
            <a:custGeom>
              <a:avLst/>
              <a:gdLst>
                <a:gd name="connsiteX0" fmla="*/ 0 w 1427707"/>
                <a:gd name="connsiteY0" fmla="*/ 0 h 7143"/>
                <a:gd name="connsiteX1" fmla="*/ 1427707 w 1427707"/>
                <a:gd name="connsiteY1" fmla="*/ 0 h 7143"/>
                <a:gd name="connsiteX2" fmla="*/ 1427707 w 1427707"/>
                <a:gd name="connsiteY2" fmla="*/ 7144 h 7143"/>
                <a:gd name="connsiteX3" fmla="*/ 0 w 1427707"/>
                <a:gd name="connsiteY3" fmla="*/ 7144 h 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7707" h="7143">
                  <a:moveTo>
                    <a:pt x="0" y="0"/>
                  </a:moveTo>
                  <a:lnTo>
                    <a:pt x="1427707" y="0"/>
                  </a:lnTo>
                  <a:lnTo>
                    <a:pt x="1427707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D2D2D2"/>
            </a:solidFill>
            <a:ln w="71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D537026C-23C2-0DDA-8703-6AB53EA0005D}"/>
                </a:ext>
              </a:extLst>
            </p:cNvPr>
            <p:cNvSpPr/>
            <p:nvPr/>
          </p:nvSpPr>
          <p:spPr>
            <a:xfrm>
              <a:off x="11417095" y="3642324"/>
              <a:ext cx="1427707" cy="7143"/>
            </a:xfrm>
            <a:custGeom>
              <a:avLst/>
              <a:gdLst>
                <a:gd name="connsiteX0" fmla="*/ 0 w 1427707"/>
                <a:gd name="connsiteY0" fmla="*/ 0 h 7143"/>
                <a:gd name="connsiteX1" fmla="*/ 1427707 w 1427707"/>
                <a:gd name="connsiteY1" fmla="*/ 0 h 7143"/>
                <a:gd name="connsiteX2" fmla="*/ 1427707 w 1427707"/>
                <a:gd name="connsiteY2" fmla="*/ 7144 h 7143"/>
                <a:gd name="connsiteX3" fmla="*/ 0 w 1427707"/>
                <a:gd name="connsiteY3" fmla="*/ 7144 h 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7707" h="7143">
                  <a:moveTo>
                    <a:pt x="0" y="0"/>
                  </a:moveTo>
                  <a:lnTo>
                    <a:pt x="1427707" y="0"/>
                  </a:lnTo>
                  <a:lnTo>
                    <a:pt x="1427707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D2D2D2"/>
            </a:solidFill>
            <a:ln w="71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81" name="Freeform: Shape 480">
            <a:extLst>
              <a:ext uri="{FF2B5EF4-FFF2-40B4-BE49-F238E27FC236}">
                <a16:creationId xmlns:a16="http://schemas.microsoft.com/office/drawing/2014/main" id="{F8FC96E9-93C3-A7A9-3E66-38F5A2956465}"/>
              </a:ext>
            </a:extLst>
          </p:cNvPr>
          <p:cNvSpPr/>
          <p:nvPr/>
        </p:nvSpPr>
        <p:spPr>
          <a:xfrm>
            <a:off x="11205447" y="-1236145"/>
            <a:ext cx="98651" cy="98651"/>
          </a:xfrm>
          <a:custGeom>
            <a:avLst/>
            <a:gdLst>
              <a:gd name="connsiteX0" fmla="*/ 85725 w 85725"/>
              <a:gd name="connsiteY0" fmla="*/ 42863 h 85725"/>
              <a:gd name="connsiteX1" fmla="*/ 42863 w 85725"/>
              <a:gd name="connsiteY1" fmla="*/ 85725 h 85725"/>
              <a:gd name="connsiteX2" fmla="*/ 0 w 85725"/>
              <a:gd name="connsiteY2" fmla="*/ 42863 h 85725"/>
              <a:gd name="connsiteX3" fmla="*/ 42863 w 85725"/>
              <a:gd name="connsiteY3" fmla="*/ 0 h 85725"/>
              <a:gd name="connsiteX4" fmla="*/ 85725 w 85725"/>
              <a:gd name="connsiteY4" fmla="*/ 42863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" h="85725">
                <a:moveTo>
                  <a:pt x="85725" y="42863"/>
                </a:moveTo>
                <a:cubicBezTo>
                  <a:pt x="85725" y="66537"/>
                  <a:pt x="66537" y="85725"/>
                  <a:pt x="42863" y="85725"/>
                </a:cubicBezTo>
                <a:cubicBezTo>
                  <a:pt x="19188" y="85725"/>
                  <a:pt x="0" y="66537"/>
                  <a:pt x="0" y="42863"/>
                </a:cubicBezTo>
                <a:cubicBezTo>
                  <a:pt x="0" y="19188"/>
                  <a:pt x="19188" y="0"/>
                  <a:pt x="42863" y="0"/>
                </a:cubicBezTo>
                <a:cubicBezTo>
                  <a:pt x="66537" y="0"/>
                  <a:pt x="85725" y="19188"/>
                  <a:pt x="85725" y="42863"/>
                </a:cubicBezTo>
              </a:path>
            </a:pathLst>
          </a:custGeom>
          <a:solidFill>
            <a:srgbClr val="6A8D6C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2" name="Freeform: Shape 481">
            <a:extLst>
              <a:ext uri="{FF2B5EF4-FFF2-40B4-BE49-F238E27FC236}">
                <a16:creationId xmlns:a16="http://schemas.microsoft.com/office/drawing/2014/main" id="{13FD96C7-3272-9540-64C9-ABC50532018B}"/>
              </a:ext>
            </a:extLst>
          </p:cNvPr>
          <p:cNvSpPr/>
          <p:nvPr/>
        </p:nvSpPr>
        <p:spPr>
          <a:xfrm>
            <a:off x="12586559" y="-1236145"/>
            <a:ext cx="98651" cy="98651"/>
          </a:xfrm>
          <a:custGeom>
            <a:avLst/>
            <a:gdLst>
              <a:gd name="connsiteX0" fmla="*/ 85725 w 85725"/>
              <a:gd name="connsiteY0" fmla="*/ 42863 h 85725"/>
              <a:gd name="connsiteX1" fmla="*/ 42863 w 85725"/>
              <a:gd name="connsiteY1" fmla="*/ 85725 h 85725"/>
              <a:gd name="connsiteX2" fmla="*/ 0 w 85725"/>
              <a:gd name="connsiteY2" fmla="*/ 42863 h 85725"/>
              <a:gd name="connsiteX3" fmla="*/ 42863 w 85725"/>
              <a:gd name="connsiteY3" fmla="*/ 0 h 85725"/>
              <a:gd name="connsiteX4" fmla="*/ 85725 w 85725"/>
              <a:gd name="connsiteY4" fmla="*/ 42863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" h="85725">
                <a:moveTo>
                  <a:pt x="85725" y="42863"/>
                </a:moveTo>
                <a:cubicBezTo>
                  <a:pt x="85725" y="66537"/>
                  <a:pt x="66537" y="85725"/>
                  <a:pt x="42863" y="85725"/>
                </a:cubicBezTo>
                <a:cubicBezTo>
                  <a:pt x="19188" y="85725"/>
                  <a:pt x="0" y="66537"/>
                  <a:pt x="0" y="42863"/>
                </a:cubicBezTo>
                <a:cubicBezTo>
                  <a:pt x="0" y="19188"/>
                  <a:pt x="19188" y="0"/>
                  <a:pt x="42863" y="0"/>
                </a:cubicBezTo>
                <a:cubicBezTo>
                  <a:pt x="66537" y="0"/>
                  <a:pt x="85725" y="19188"/>
                  <a:pt x="85725" y="42863"/>
                </a:cubicBezTo>
              </a:path>
            </a:pathLst>
          </a:custGeom>
          <a:solidFill>
            <a:srgbClr val="6A8D6C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3" name="Freeform: Shape 482">
            <a:extLst>
              <a:ext uri="{FF2B5EF4-FFF2-40B4-BE49-F238E27FC236}">
                <a16:creationId xmlns:a16="http://schemas.microsoft.com/office/drawing/2014/main" id="{5060225E-88B5-5DCC-1524-AC22F0FB77D8}"/>
              </a:ext>
            </a:extLst>
          </p:cNvPr>
          <p:cNvSpPr/>
          <p:nvPr/>
        </p:nvSpPr>
        <p:spPr>
          <a:xfrm>
            <a:off x="11468516" y="-770899"/>
            <a:ext cx="1956574" cy="2959525"/>
          </a:xfrm>
          <a:custGeom>
            <a:avLst/>
            <a:gdLst>
              <a:gd name="connsiteX0" fmla="*/ 0 w 1700212"/>
              <a:gd name="connsiteY0" fmla="*/ 0 h 2571750"/>
              <a:gd name="connsiteX1" fmla="*/ 1700213 w 1700212"/>
              <a:gd name="connsiteY1" fmla="*/ 0 h 2571750"/>
              <a:gd name="connsiteX2" fmla="*/ 1700213 w 1700212"/>
              <a:gd name="connsiteY2" fmla="*/ 2571750 h 2571750"/>
              <a:gd name="connsiteX3" fmla="*/ 0 w 1700212"/>
              <a:gd name="connsiteY3" fmla="*/ 2571750 h 257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0212" h="2571750">
                <a:moveTo>
                  <a:pt x="0" y="0"/>
                </a:moveTo>
                <a:lnTo>
                  <a:pt x="1700213" y="0"/>
                </a:lnTo>
                <a:lnTo>
                  <a:pt x="1700213" y="2571750"/>
                </a:lnTo>
                <a:lnTo>
                  <a:pt x="0" y="2571750"/>
                </a:lnTo>
                <a:close/>
              </a:path>
            </a:pathLst>
          </a:custGeom>
          <a:solidFill>
            <a:srgbClr val="737373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4" name="Freeform: Shape 483">
            <a:extLst>
              <a:ext uri="{FF2B5EF4-FFF2-40B4-BE49-F238E27FC236}">
                <a16:creationId xmlns:a16="http://schemas.microsoft.com/office/drawing/2014/main" id="{0EFFE152-FD1F-5497-6D51-AD6E8B46509E}"/>
              </a:ext>
            </a:extLst>
          </p:cNvPr>
          <p:cNvSpPr/>
          <p:nvPr/>
        </p:nvSpPr>
        <p:spPr>
          <a:xfrm>
            <a:off x="11452075" y="-798916"/>
            <a:ext cx="1973017" cy="2959525"/>
          </a:xfrm>
          <a:custGeom>
            <a:avLst/>
            <a:gdLst>
              <a:gd name="connsiteX0" fmla="*/ 1714500 w 1714500"/>
              <a:gd name="connsiteY0" fmla="*/ 2571750 h 2571750"/>
              <a:gd name="connsiteX1" fmla="*/ 192881 w 1714500"/>
              <a:gd name="connsiteY1" fmla="*/ 2571750 h 2571750"/>
              <a:gd name="connsiteX2" fmla="*/ 0 w 1714500"/>
              <a:gd name="connsiteY2" fmla="*/ 2571750 h 2571750"/>
              <a:gd name="connsiteX3" fmla="*/ 0 w 1714500"/>
              <a:gd name="connsiteY3" fmla="*/ 0 h 2571750"/>
              <a:gd name="connsiteX4" fmla="*/ 1714500 w 1714500"/>
              <a:gd name="connsiteY4" fmla="*/ 0 h 257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4500" h="2571750">
                <a:moveTo>
                  <a:pt x="1714500" y="2571750"/>
                </a:moveTo>
                <a:lnTo>
                  <a:pt x="192881" y="2571750"/>
                </a:lnTo>
                <a:lnTo>
                  <a:pt x="0" y="2571750"/>
                </a:lnTo>
                <a:lnTo>
                  <a:pt x="0" y="0"/>
                </a:lnTo>
                <a:lnTo>
                  <a:pt x="1714500" y="0"/>
                </a:lnTo>
                <a:close/>
              </a:path>
            </a:pathLst>
          </a:custGeom>
          <a:solidFill>
            <a:srgbClr val="FFFFFF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5" name="Freeform: Shape 484">
            <a:extLst>
              <a:ext uri="{FF2B5EF4-FFF2-40B4-BE49-F238E27FC236}">
                <a16:creationId xmlns:a16="http://schemas.microsoft.com/office/drawing/2014/main" id="{27B14182-4BB0-4A56-8AEF-E2AC2C044C2C}"/>
              </a:ext>
            </a:extLst>
          </p:cNvPr>
          <p:cNvSpPr/>
          <p:nvPr/>
        </p:nvSpPr>
        <p:spPr>
          <a:xfrm>
            <a:off x="11452075" y="-798916"/>
            <a:ext cx="1973017" cy="197302"/>
          </a:xfrm>
          <a:custGeom>
            <a:avLst/>
            <a:gdLst>
              <a:gd name="connsiteX0" fmla="*/ 0 w 1714500"/>
              <a:gd name="connsiteY0" fmla="*/ 0 h 171450"/>
              <a:gd name="connsiteX1" fmla="*/ 1714500 w 1714500"/>
              <a:gd name="connsiteY1" fmla="*/ 0 h 171450"/>
              <a:gd name="connsiteX2" fmla="*/ 1714500 w 1714500"/>
              <a:gd name="connsiteY2" fmla="*/ 171450 h 171450"/>
              <a:gd name="connsiteX3" fmla="*/ 0 w 1714500"/>
              <a:gd name="connsiteY3" fmla="*/ 171450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500" h="171450">
                <a:moveTo>
                  <a:pt x="0" y="0"/>
                </a:moveTo>
                <a:lnTo>
                  <a:pt x="1714500" y="0"/>
                </a:lnTo>
                <a:lnTo>
                  <a:pt x="171450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E3B43E"/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86" name="Freeform: Shape 485">
            <a:extLst>
              <a:ext uri="{FF2B5EF4-FFF2-40B4-BE49-F238E27FC236}">
                <a16:creationId xmlns:a16="http://schemas.microsoft.com/office/drawing/2014/main" id="{ACC019DC-BE7C-850B-9A7F-DCC226A49BC6}"/>
              </a:ext>
            </a:extLst>
          </p:cNvPr>
          <p:cNvSpPr/>
          <p:nvPr/>
        </p:nvSpPr>
        <p:spPr>
          <a:xfrm>
            <a:off x="11612382" y="-309773"/>
            <a:ext cx="1685284" cy="2178539"/>
          </a:xfrm>
          <a:custGeom>
            <a:avLst/>
            <a:gdLst>
              <a:gd name="connsiteX0" fmla="*/ 0 w 1464468"/>
              <a:gd name="connsiteY0" fmla="*/ 0 h 1893093"/>
              <a:gd name="connsiteX1" fmla="*/ 0 w 1464468"/>
              <a:gd name="connsiteY1" fmla="*/ 1893094 h 1893093"/>
              <a:gd name="connsiteX2" fmla="*/ 1464469 w 1464468"/>
              <a:gd name="connsiteY2" fmla="*/ 1893094 h 1893093"/>
              <a:gd name="connsiteX3" fmla="*/ 1464469 w 1464468"/>
              <a:gd name="connsiteY3" fmla="*/ 0 h 1893093"/>
              <a:gd name="connsiteX4" fmla="*/ 0 w 1464468"/>
              <a:gd name="connsiteY4" fmla="*/ 0 h 1893093"/>
              <a:gd name="connsiteX5" fmla="*/ 693987 w 1464468"/>
              <a:gd name="connsiteY5" fmla="*/ 1200157 h 1893093"/>
              <a:gd name="connsiteX6" fmla="*/ 693987 w 1464468"/>
              <a:gd name="connsiteY6" fmla="*/ 1121576 h 1893093"/>
              <a:gd name="connsiteX7" fmla="*/ 772568 w 1464468"/>
              <a:gd name="connsiteY7" fmla="*/ 1121576 h 1893093"/>
              <a:gd name="connsiteX8" fmla="*/ 772568 w 1464468"/>
              <a:gd name="connsiteY8" fmla="*/ 1200157 h 1893093"/>
              <a:gd name="connsiteX9" fmla="*/ 693987 w 1464468"/>
              <a:gd name="connsiteY9" fmla="*/ 1200157 h 1893093"/>
              <a:gd name="connsiteX10" fmla="*/ 772568 w 1464468"/>
              <a:gd name="connsiteY10" fmla="*/ 1207301 h 1893093"/>
              <a:gd name="connsiteX11" fmla="*/ 772568 w 1464468"/>
              <a:gd name="connsiteY11" fmla="*/ 1285882 h 1893093"/>
              <a:gd name="connsiteX12" fmla="*/ 693987 w 1464468"/>
              <a:gd name="connsiteY12" fmla="*/ 1285882 h 1893093"/>
              <a:gd name="connsiteX13" fmla="*/ 693987 w 1464468"/>
              <a:gd name="connsiteY13" fmla="*/ 1207301 h 1893093"/>
              <a:gd name="connsiteX14" fmla="*/ 772568 w 1464468"/>
              <a:gd name="connsiteY14" fmla="*/ 1207301 h 1893093"/>
              <a:gd name="connsiteX15" fmla="*/ 772568 w 1464468"/>
              <a:gd name="connsiteY15" fmla="*/ 692951 h 1893093"/>
              <a:gd name="connsiteX16" fmla="*/ 772568 w 1464468"/>
              <a:gd name="connsiteY16" fmla="*/ 771532 h 1893093"/>
              <a:gd name="connsiteX17" fmla="*/ 693987 w 1464468"/>
              <a:gd name="connsiteY17" fmla="*/ 771532 h 1893093"/>
              <a:gd name="connsiteX18" fmla="*/ 693987 w 1464468"/>
              <a:gd name="connsiteY18" fmla="*/ 692951 h 1893093"/>
              <a:gd name="connsiteX19" fmla="*/ 772568 w 1464468"/>
              <a:gd name="connsiteY19" fmla="*/ 692951 h 1893093"/>
              <a:gd name="connsiteX20" fmla="*/ 693987 w 1464468"/>
              <a:gd name="connsiteY20" fmla="*/ 685807 h 1893093"/>
              <a:gd name="connsiteX21" fmla="*/ 693987 w 1464468"/>
              <a:gd name="connsiteY21" fmla="*/ 607226 h 1893093"/>
              <a:gd name="connsiteX22" fmla="*/ 772568 w 1464468"/>
              <a:gd name="connsiteY22" fmla="*/ 607226 h 1893093"/>
              <a:gd name="connsiteX23" fmla="*/ 772568 w 1464468"/>
              <a:gd name="connsiteY23" fmla="*/ 685807 h 1893093"/>
              <a:gd name="connsiteX24" fmla="*/ 693987 w 1464468"/>
              <a:gd name="connsiteY24" fmla="*/ 685807 h 1893093"/>
              <a:gd name="connsiteX25" fmla="*/ 693987 w 1464468"/>
              <a:gd name="connsiteY25" fmla="*/ 1028707 h 1893093"/>
              <a:gd name="connsiteX26" fmla="*/ 693987 w 1464468"/>
              <a:gd name="connsiteY26" fmla="*/ 950126 h 1893093"/>
              <a:gd name="connsiteX27" fmla="*/ 772568 w 1464468"/>
              <a:gd name="connsiteY27" fmla="*/ 950126 h 1893093"/>
              <a:gd name="connsiteX28" fmla="*/ 772568 w 1464468"/>
              <a:gd name="connsiteY28" fmla="*/ 1028707 h 1893093"/>
              <a:gd name="connsiteX29" fmla="*/ 693987 w 1464468"/>
              <a:gd name="connsiteY29" fmla="*/ 1028707 h 1893093"/>
              <a:gd name="connsiteX30" fmla="*/ 772568 w 1464468"/>
              <a:gd name="connsiteY30" fmla="*/ 1035851 h 1893093"/>
              <a:gd name="connsiteX31" fmla="*/ 772568 w 1464468"/>
              <a:gd name="connsiteY31" fmla="*/ 1114432 h 1893093"/>
              <a:gd name="connsiteX32" fmla="*/ 693987 w 1464468"/>
              <a:gd name="connsiteY32" fmla="*/ 1114432 h 1893093"/>
              <a:gd name="connsiteX33" fmla="*/ 693987 w 1464468"/>
              <a:gd name="connsiteY33" fmla="*/ 1035851 h 1893093"/>
              <a:gd name="connsiteX34" fmla="*/ 772568 w 1464468"/>
              <a:gd name="connsiteY34" fmla="*/ 1035851 h 1893093"/>
              <a:gd name="connsiteX35" fmla="*/ 693987 w 1464468"/>
              <a:gd name="connsiteY35" fmla="*/ 942982 h 1893093"/>
              <a:gd name="connsiteX36" fmla="*/ 693987 w 1464468"/>
              <a:gd name="connsiteY36" fmla="*/ 864401 h 1893093"/>
              <a:gd name="connsiteX37" fmla="*/ 772568 w 1464468"/>
              <a:gd name="connsiteY37" fmla="*/ 864401 h 1893093"/>
              <a:gd name="connsiteX38" fmla="*/ 772568 w 1464468"/>
              <a:gd name="connsiteY38" fmla="*/ 942982 h 1893093"/>
              <a:gd name="connsiteX39" fmla="*/ 693987 w 1464468"/>
              <a:gd name="connsiteY39" fmla="*/ 942982 h 1893093"/>
              <a:gd name="connsiteX40" fmla="*/ 693987 w 1464468"/>
              <a:gd name="connsiteY40" fmla="*/ 857257 h 1893093"/>
              <a:gd name="connsiteX41" fmla="*/ 693987 w 1464468"/>
              <a:gd name="connsiteY41" fmla="*/ 778676 h 1893093"/>
              <a:gd name="connsiteX42" fmla="*/ 772568 w 1464468"/>
              <a:gd name="connsiteY42" fmla="*/ 778676 h 1893093"/>
              <a:gd name="connsiteX43" fmla="*/ 772568 w 1464468"/>
              <a:gd name="connsiteY43" fmla="*/ 857257 h 1893093"/>
              <a:gd name="connsiteX44" fmla="*/ 693987 w 1464468"/>
              <a:gd name="connsiteY44" fmla="*/ 857257 h 1893093"/>
              <a:gd name="connsiteX45" fmla="*/ 686843 w 1464468"/>
              <a:gd name="connsiteY45" fmla="*/ 771532 h 1893093"/>
              <a:gd name="connsiteX46" fmla="*/ 608262 w 1464468"/>
              <a:gd name="connsiteY46" fmla="*/ 771532 h 1893093"/>
              <a:gd name="connsiteX47" fmla="*/ 608262 w 1464468"/>
              <a:gd name="connsiteY47" fmla="*/ 692951 h 1893093"/>
              <a:gd name="connsiteX48" fmla="*/ 686843 w 1464468"/>
              <a:gd name="connsiteY48" fmla="*/ 692951 h 1893093"/>
              <a:gd name="connsiteX49" fmla="*/ 686843 w 1464468"/>
              <a:gd name="connsiteY49" fmla="*/ 771532 h 1893093"/>
              <a:gd name="connsiteX50" fmla="*/ 686843 w 1464468"/>
              <a:gd name="connsiteY50" fmla="*/ 778676 h 1893093"/>
              <a:gd name="connsiteX51" fmla="*/ 686843 w 1464468"/>
              <a:gd name="connsiteY51" fmla="*/ 857257 h 1893093"/>
              <a:gd name="connsiteX52" fmla="*/ 608262 w 1464468"/>
              <a:gd name="connsiteY52" fmla="*/ 857257 h 1893093"/>
              <a:gd name="connsiteX53" fmla="*/ 608262 w 1464468"/>
              <a:gd name="connsiteY53" fmla="*/ 778676 h 1893093"/>
              <a:gd name="connsiteX54" fmla="*/ 686843 w 1464468"/>
              <a:gd name="connsiteY54" fmla="*/ 778676 h 1893093"/>
              <a:gd name="connsiteX55" fmla="*/ 686843 w 1464468"/>
              <a:gd name="connsiteY55" fmla="*/ 864401 h 1893093"/>
              <a:gd name="connsiteX56" fmla="*/ 686843 w 1464468"/>
              <a:gd name="connsiteY56" fmla="*/ 942982 h 1893093"/>
              <a:gd name="connsiteX57" fmla="*/ 608262 w 1464468"/>
              <a:gd name="connsiteY57" fmla="*/ 942982 h 1893093"/>
              <a:gd name="connsiteX58" fmla="*/ 608262 w 1464468"/>
              <a:gd name="connsiteY58" fmla="*/ 864401 h 1893093"/>
              <a:gd name="connsiteX59" fmla="*/ 686843 w 1464468"/>
              <a:gd name="connsiteY59" fmla="*/ 864401 h 1893093"/>
              <a:gd name="connsiteX60" fmla="*/ 686843 w 1464468"/>
              <a:gd name="connsiteY60" fmla="*/ 950126 h 1893093"/>
              <a:gd name="connsiteX61" fmla="*/ 686843 w 1464468"/>
              <a:gd name="connsiteY61" fmla="*/ 1028707 h 1893093"/>
              <a:gd name="connsiteX62" fmla="*/ 608262 w 1464468"/>
              <a:gd name="connsiteY62" fmla="*/ 1028707 h 1893093"/>
              <a:gd name="connsiteX63" fmla="*/ 608262 w 1464468"/>
              <a:gd name="connsiteY63" fmla="*/ 950126 h 1893093"/>
              <a:gd name="connsiteX64" fmla="*/ 686843 w 1464468"/>
              <a:gd name="connsiteY64" fmla="*/ 950126 h 1893093"/>
              <a:gd name="connsiteX65" fmla="*/ 686843 w 1464468"/>
              <a:gd name="connsiteY65" fmla="*/ 1035851 h 1893093"/>
              <a:gd name="connsiteX66" fmla="*/ 686843 w 1464468"/>
              <a:gd name="connsiteY66" fmla="*/ 1114432 h 1893093"/>
              <a:gd name="connsiteX67" fmla="*/ 608262 w 1464468"/>
              <a:gd name="connsiteY67" fmla="*/ 1114432 h 1893093"/>
              <a:gd name="connsiteX68" fmla="*/ 608262 w 1464468"/>
              <a:gd name="connsiteY68" fmla="*/ 1035851 h 1893093"/>
              <a:gd name="connsiteX69" fmla="*/ 686843 w 1464468"/>
              <a:gd name="connsiteY69" fmla="*/ 1035851 h 1893093"/>
              <a:gd name="connsiteX70" fmla="*/ 686843 w 1464468"/>
              <a:gd name="connsiteY70" fmla="*/ 1121576 h 1893093"/>
              <a:gd name="connsiteX71" fmla="*/ 686843 w 1464468"/>
              <a:gd name="connsiteY71" fmla="*/ 1200157 h 1893093"/>
              <a:gd name="connsiteX72" fmla="*/ 608262 w 1464468"/>
              <a:gd name="connsiteY72" fmla="*/ 1200157 h 1893093"/>
              <a:gd name="connsiteX73" fmla="*/ 608262 w 1464468"/>
              <a:gd name="connsiteY73" fmla="*/ 1121576 h 1893093"/>
              <a:gd name="connsiteX74" fmla="*/ 686843 w 1464468"/>
              <a:gd name="connsiteY74" fmla="*/ 1121576 h 1893093"/>
              <a:gd name="connsiteX75" fmla="*/ 779712 w 1464468"/>
              <a:gd name="connsiteY75" fmla="*/ 1121576 h 1893093"/>
              <a:gd name="connsiteX76" fmla="*/ 858293 w 1464468"/>
              <a:gd name="connsiteY76" fmla="*/ 1121576 h 1893093"/>
              <a:gd name="connsiteX77" fmla="*/ 858293 w 1464468"/>
              <a:gd name="connsiteY77" fmla="*/ 1200157 h 1893093"/>
              <a:gd name="connsiteX78" fmla="*/ 779712 w 1464468"/>
              <a:gd name="connsiteY78" fmla="*/ 1200157 h 1893093"/>
              <a:gd name="connsiteX79" fmla="*/ 779712 w 1464468"/>
              <a:gd name="connsiteY79" fmla="*/ 1121576 h 1893093"/>
              <a:gd name="connsiteX80" fmla="*/ 779712 w 1464468"/>
              <a:gd name="connsiteY80" fmla="*/ 1114432 h 1893093"/>
              <a:gd name="connsiteX81" fmla="*/ 779712 w 1464468"/>
              <a:gd name="connsiteY81" fmla="*/ 1035851 h 1893093"/>
              <a:gd name="connsiteX82" fmla="*/ 858293 w 1464468"/>
              <a:gd name="connsiteY82" fmla="*/ 1035851 h 1893093"/>
              <a:gd name="connsiteX83" fmla="*/ 858293 w 1464468"/>
              <a:gd name="connsiteY83" fmla="*/ 1114432 h 1893093"/>
              <a:gd name="connsiteX84" fmla="*/ 779712 w 1464468"/>
              <a:gd name="connsiteY84" fmla="*/ 1114432 h 1893093"/>
              <a:gd name="connsiteX85" fmla="*/ 779712 w 1464468"/>
              <a:gd name="connsiteY85" fmla="*/ 1028707 h 1893093"/>
              <a:gd name="connsiteX86" fmla="*/ 779712 w 1464468"/>
              <a:gd name="connsiteY86" fmla="*/ 950126 h 1893093"/>
              <a:gd name="connsiteX87" fmla="*/ 858293 w 1464468"/>
              <a:gd name="connsiteY87" fmla="*/ 950126 h 1893093"/>
              <a:gd name="connsiteX88" fmla="*/ 858293 w 1464468"/>
              <a:gd name="connsiteY88" fmla="*/ 1028707 h 1893093"/>
              <a:gd name="connsiteX89" fmla="*/ 779712 w 1464468"/>
              <a:gd name="connsiteY89" fmla="*/ 1028707 h 1893093"/>
              <a:gd name="connsiteX90" fmla="*/ 779712 w 1464468"/>
              <a:gd name="connsiteY90" fmla="*/ 942982 h 1893093"/>
              <a:gd name="connsiteX91" fmla="*/ 779712 w 1464468"/>
              <a:gd name="connsiteY91" fmla="*/ 864401 h 1893093"/>
              <a:gd name="connsiteX92" fmla="*/ 858293 w 1464468"/>
              <a:gd name="connsiteY92" fmla="*/ 864401 h 1893093"/>
              <a:gd name="connsiteX93" fmla="*/ 858293 w 1464468"/>
              <a:gd name="connsiteY93" fmla="*/ 942982 h 1893093"/>
              <a:gd name="connsiteX94" fmla="*/ 779712 w 1464468"/>
              <a:gd name="connsiteY94" fmla="*/ 942982 h 1893093"/>
              <a:gd name="connsiteX95" fmla="*/ 779712 w 1464468"/>
              <a:gd name="connsiteY95" fmla="*/ 857257 h 1893093"/>
              <a:gd name="connsiteX96" fmla="*/ 779712 w 1464468"/>
              <a:gd name="connsiteY96" fmla="*/ 778676 h 1893093"/>
              <a:gd name="connsiteX97" fmla="*/ 858293 w 1464468"/>
              <a:gd name="connsiteY97" fmla="*/ 778676 h 1893093"/>
              <a:gd name="connsiteX98" fmla="*/ 858293 w 1464468"/>
              <a:gd name="connsiteY98" fmla="*/ 857257 h 1893093"/>
              <a:gd name="connsiteX99" fmla="*/ 779712 w 1464468"/>
              <a:gd name="connsiteY99" fmla="*/ 857257 h 1893093"/>
              <a:gd name="connsiteX100" fmla="*/ 779712 w 1464468"/>
              <a:gd name="connsiteY100" fmla="*/ 771532 h 1893093"/>
              <a:gd name="connsiteX101" fmla="*/ 779712 w 1464468"/>
              <a:gd name="connsiteY101" fmla="*/ 692951 h 1893093"/>
              <a:gd name="connsiteX102" fmla="*/ 858293 w 1464468"/>
              <a:gd name="connsiteY102" fmla="*/ 692951 h 1893093"/>
              <a:gd name="connsiteX103" fmla="*/ 858293 w 1464468"/>
              <a:gd name="connsiteY103" fmla="*/ 771532 h 1893093"/>
              <a:gd name="connsiteX104" fmla="*/ 779712 w 1464468"/>
              <a:gd name="connsiteY104" fmla="*/ 771532 h 1893093"/>
              <a:gd name="connsiteX105" fmla="*/ 779712 w 1464468"/>
              <a:gd name="connsiteY105" fmla="*/ 685807 h 1893093"/>
              <a:gd name="connsiteX106" fmla="*/ 779712 w 1464468"/>
              <a:gd name="connsiteY106" fmla="*/ 607226 h 1893093"/>
              <a:gd name="connsiteX107" fmla="*/ 858293 w 1464468"/>
              <a:gd name="connsiteY107" fmla="*/ 607226 h 1893093"/>
              <a:gd name="connsiteX108" fmla="*/ 858293 w 1464468"/>
              <a:gd name="connsiteY108" fmla="*/ 685807 h 1893093"/>
              <a:gd name="connsiteX109" fmla="*/ 779712 w 1464468"/>
              <a:gd name="connsiteY109" fmla="*/ 685807 h 1893093"/>
              <a:gd name="connsiteX110" fmla="*/ 779712 w 1464468"/>
              <a:gd name="connsiteY110" fmla="*/ 600075 h 1893093"/>
              <a:gd name="connsiteX111" fmla="*/ 779712 w 1464468"/>
              <a:gd name="connsiteY111" fmla="*/ 521494 h 1893093"/>
              <a:gd name="connsiteX112" fmla="*/ 858293 w 1464468"/>
              <a:gd name="connsiteY112" fmla="*/ 521494 h 1893093"/>
              <a:gd name="connsiteX113" fmla="*/ 858293 w 1464468"/>
              <a:gd name="connsiteY113" fmla="*/ 600075 h 1893093"/>
              <a:gd name="connsiteX114" fmla="*/ 779712 w 1464468"/>
              <a:gd name="connsiteY114" fmla="*/ 600075 h 1893093"/>
              <a:gd name="connsiteX115" fmla="*/ 772568 w 1464468"/>
              <a:gd name="connsiteY115" fmla="*/ 600075 h 1893093"/>
              <a:gd name="connsiteX116" fmla="*/ 693987 w 1464468"/>
              <a:gd name="connsiteY116" fmla="*/ 600075 h 1893093"/>
              <a:gd name="connsiteX117" fmla="*/ 693987 w 1464468"/>
              <a:gd name="connsiteY117" fmla="*/ 521494 h 1893093"/>
              <a:gd name="connsiteX118" fmla="*/ 772568 w 1464468"/>
              <a:gd name="connsiteY118" fmla="*/ 521494 h 1893093"/>
              <a:gd name="connsiteX119" fmla="*/ 772568 w 1464468"/>
              <a:gd name="connsiteY119" fmla="*/ 600075 h 1893093"/>
              <a:gd name="connsiteX120" fmla="*/ 686843 w 1464468"/>
              <a:gd name="connsiteY120" fmla="*/ 600075 h 1893093"/>
              <a:gd name="connsiteX121" fmla="*/ 608262 w 1464468"/>
              <a:gd name="connsiteY121" fmla="*/ 600075 h 1893093"/>
              <a:gd name="connsiteX122" fmla="*/ 608262 w 1464468"/>
              <a:gd name="connsiteY122" fmla="*/ 521494 h 1893093"/>
              <a:gd name="connsiteX123" fmla="*/ 686843 w 1464468"/>
              <a:gd name="connsiteY123" fmla="*/ 521494 h 1893093"/>
              <a:gd name="connsiteX124" fmla="*/ 686843 w 1464468"/>
              <a:gd name="connsiteY124" fmla="*/ 600075 h 1893093"/>
              <a:gd name="connsiteX125" fmla="*/ 686843 w 1464468"/>
              <a:gd name="connsiteY125" fmla="*/ 607219 h 1893093"/>
              <a:gd name="connsiteX126" fmla="*/ 686843 w 1464468"/>
              <a:gd name="connsiteY126" fmla="*/ 685800 h 1893093"/>
              <a:gd name="connsiteX127" fmla="*/ 608262 w 1464468"/>
              <a:gd name="connsiteY127" fmla="*/ 685800 h 1893093"/>
              <a:gd name="connsiteX128" fmla="*/ 608262 w 1464468"/>
              <a:gd name="connsiteY128" fmla="*/ 607219 h 1893093"/>
              <a:gd name="connsiteX129" fmla="*/ 686843 w 1464468"/>
              <a:gd name="connsiteY129" fmla="*/ 607219 h 1893093"/>
              <a:gd name="connsiteX130" fmla="*/ 601118 w 1464468"/>
              <a:gd name="connsiteY130" fmla="*/ 685807 h 1893093"/>
              <a:gd name="connsiteX131" fmla="*/ 522537 w 1464468"/>
              <a:gd name="connsiteY131" fmla="*/ 685807 h 1893093"/>
              <a:gd name="connsiteX132" fmla="*/ 522537 w 1464468"/>
              <a:gd name="connsiteY132" fmla="*/ 607226 h 1893093"/>
              <a:gd name="connsiteX133" fmla="*/ 601118 w 1464468"/>
              <a:gd name="connsiteY133" fmla="*/ 607226 h 1893093"/>
              <a:gd name="connsiteX134" fmla="*/ 601118 w 1464468"/>
              <a:gd name="connsiteY134" fmla="*/ 685807 h 1893093"/>
              <a:gd name="connsiteX135" fmla="*/ 601118 w 1464468"/>
              <a:gd name="connsiteY135" fmla="*/ 692951 h 1893093"/>
              <a:gd name="connsiteX136" fmla="*/ 601118 w 1464468"/>
              <a:gd name="connsiteY136" fmla="*/ 771532 h 1893093"/>
              <a:gd name="connsiteX137" fmla="*/ 522537 w 1464468"/>
              <a:gd name="connsiteY137" fmla="*/ 771532 h 1893093"/>
              <a:gd name="connsiteX138" fmla="*/ 522537 w 1464468"/>
              <a:gd name="connsiteY138" fmla="*/ 692951 h 1893093"/>
              <a:gd name="connsiteX139" fmla="*/ 601118 w 1464468"/>
              <a:gd name="connsiteY139" fmla="*/ 692951 h 1893093"/>
              <a:gd name="connsiteX140" fmla="*/ 601118 w 1464468"/>
              <a:gd name="connsiteY140" fmla="*/ 778676 h 1893093"/>
              <a:gd name="connsiteX141" fmla="*/ 601118 w 1464468"/>
              <a:gd name="connsiteY141" fmla="*/ 857257 h 1893093"/>
              <a:gd name="connsiteX142" fmla="*/ 522537 w 1464468"/>
              <a:gd name="connsiteY142" fmla="*/ 857257 h 1893093"/>
              <a:gd name="connsiteX143" fmla="*/ 522537 w 1464468"/>
              <a:gd name="connsiteY143" fmla="*/ 778676 h 1893093"/>
              <a:gd name="connsiteX144" fmla="*/ 601118 w 1464468"/>
              <a:gd name="connsiteY144" fmla="*/ 778676 h 1893093"/>
              <a:gd name="connsiteX145" fmla="*/ 601118 w 1464468"/>
              <a:gd name="connsiteY145" fmla="*/ 864401 h 1893093"/>
              <a:gd name="connsiteX146" fmla="*/ 601118 w 1464468"/>
              <a:gd name="connsiteY146" fmla="*/ 942982 h 1893093"/>
              <a:gd name="connsiteX147" fmla="*/ 522537 w 1464468"/>
              <a:gd name="connsiteY147" fmla="*/ 942982 h 1893093"/>
              <a:gd name="connsiteX148" fmla="*/ 522537 w 1464468"/>
              <a:gd name="connsiteY148" fmla="*/ 864401 h 1893093"/>
              <a:gd name="connsiteX149" fmla="*/ 601118 w 1464468"/>
              <a:gd name="connsiteY149" fmla="*/ 864401 h 1893093"/>
              <a:gd name="connsiteX150" fmla="*/ 601118 w 1464468"/>
              <a:gd name="connsiteY150" fmla="*/ 950126 h 1893093"/>
              <a:gd name="connsiteX151" fmla="*/ 601118 w 1464468"/>
              <a:gd name="connsiteY151" fmla="*/ 1028707 h 1893093"/>
              <a:gd name="connsiteX152" fmla="*/ 522537 w 1464468"/>
              <a:gd name="connsiteY152" fmla="*/ 1028707 h 1893093"/>
              <a:gd name="connsiteX153" fmla="*/ 522537 w 1464468"/>
              <a:gd name="connsiteY153" fmla="*/ 950126 h 1893093"/>
              <a:gd name="connsiteX154" fmla="*/ 601118 w 1464468"/>
              <a:gd name="connsiteY154" fmla="*/ 950126 h 1893093"/>
              <a:gd name="connsiteX155" fmla="*/ 601118 w 1464468"/>
              <a:gd name="connsiteY155" fmla="*/ 1035851 h 1893093"/>
              <a:gd name="connsiteX156" fmla="*/ 601118 w 1464468"/>
              <a:gd name="connsiteY156" fmla="*/ 1114432 h 1893093"/>
              <a:gd name="connsiteX157" fmla="*/ 522537 w 1464468"/>
              <a:gd name="connsiteY157" fmla="*/ 1114432 h 1893093"/>
              <a:gd name="connsiteX158" fmla="*/ 522537 w 1464468"/>
              <a:gd name="connsiteY158" fmla="*/ 1035851 h 1893093"/>
              <a:gd name="connsiteX159" fmla="*/ 601118 w 1464468"/>
              <a:gd name="connsiteY159" fmla="*/ 1035851 h 1893093"/>
              <a:gd name="connsiteX160" fmla="*/ 601118 w 1464468"/>
              <a:gd name="connsiteY160" fmla="*/ 1121576 h 1893093"/>
              <a:gd name="connsiteX161" fmla="*/ 601118 w 1464468"/>
              <a:gd name="connsiteY161" fmla="*/ 1200157 h 1893093"/>
              <a:gd name="connsiteX162" fmla="*/ 522537 w 1464468"/>
              <a:gd name="connsiteY162" fmla="*/ 1200157 h 1893093"/>
              <a:gd name="connsiteX163" fmla="*/ 522537 w 1464468"/>
              <a:gd name="connsiteY163" fmla="*/ 1121576 h 1893093"/>
              <a:gd name="connsiteX164" fmla="*/ 601118 w 1464468"/>
              <a:gd name="connsiteY164" fmla="*/ 1121576 h 1893093"/>
              <a:gd name="connsiteX165" fmla="*/ 601118 w 1464468"/>
              <a:gd name="connsiteY165" fmla="*/ 1207301 h 1893093"/>
              <a:gd name="connsiteX166" fmla="*/ 601118 w 1464468"/>
              <a:gd name="connsiteY166" fmla="*/ 1285882 h 1893093"/>
              <a:gd name="connsiteX167" fmla="*/ 522537 w 1464468"/>
              <a:gd name="connsiteY167" fmla="*/ 1285882 h 1893093"/>
              <a:gd name="connsiteX168" fmla="*/ 522537 w 1464468"/>
              <a:gd name="connsiteY168" fmla="*/ 1207301 h 1893093"/>
              <a:gd name="connsiteX169" fmla="*/ 601118 w 1464468"/>
              <a:gd name="connsiteY169" fmla="*/ 1207301 h 1893093"/>
              <a:gd name="connsiteX170" fmla="*/ 608262 w 1464468"/>
              <a:gd name="connsiteY170" fmla="*/ 1207301 h 1893093"/>
              <a:gd name="connsiteX171" fmla="*/ 686843 w 1464468"/>
              <a:gd name="connsiteY171" fmla="*/ 1207301 h 1893093"/>
              <a:gd name="connsiteX172" fmla="*/ 686843 w 1464468"/>
              <a:gd name="connsiteY172" fmla="*/ 1285882 h 1893093"/>
              <a:gd name="connsiteX173" fmla="*/ 608262 w 1464468"/>
              <a:gd name="connsiteY173" fmla="*/ 1285882 h 1893093"/>
              <a:gd name="connsiteX174" fmla="*/ 608262 w 1464468"/>
              <a:gd name="connsiteY174" fmla="*/ 1207301 h 1893093"/>
              <a:gd name="connsiteX175" fmla="*/ 686843 w 1464468"/>
              <a:gd name="connsiteY175" fmla="*/ 1293026 h 1893093"/>
              <a:gd name="connsiteX176" fmla="*/ 686843 w 1464468"/>
              <a:gd name="connsiteY176" fmla="*/ 1371607 h 1893093"/>
              <a:gd name="connsiteX177" fmla="*/ 608262 w 1464468"/>
              <a:gd name="connsiteY177" fmla="*/ 1371607 h 1893093"/>
              <a:gd name="connsiteX178" fmla="*/ 608262 w 1464468"/>
              <a:gd name="connsiteY178" fmla="*/ 1293026 h 1893093"/>
              <a:gd name="connsiteX179" fmla="*/ 686843 w 1464468"/>
              <a:gd name="connsiteY179" fmla="*/ 1293026 h 1893093"/>
              <a:gd name="connsiteX180" fmla="*/ 693987 w 1464468"/>
              <a:gd name="connsiteY180" fmla="*/ 1293026 h 1893093"/>
              <a:gd name="connsiteX181" fmla="*/ 772568 w 1464468"/>
              <a:gd name="connsiteY181" fmla="*/ 1293026 h 1893093"/>
              <a:gd name="connsiteX182" fmla="*/ 772568 w 1464468"/>
              <a:gd name="connsiteY182" fmla="*/ 1371607 h 1893093"/>
              <a:gd name="connsiteX183" fmla="*/ 693987 w 1464468"/>
              <a:gd name="connsiteY183" fmla="*/ 1371607 h 1893093"/>
              <a:gd name="connsiteX184" fmla="*/ 693987 w 1464468"/>
              <a:gd name="connsiteY184" fmla="*/ 1293026 h 1893093"/>
              <a:gd name="connsiteX185" fmla="*/ 779712 w 1464468"/>
              <a:gd name="connsiteY185" fmla="*/ 1293026 h 1893093"/>
              <a:gd name="connsiteX186" fmla="*/ 858293 w 1464468"/>
              <a:gd name="connsiteY186" fmla="*/ 1293026 h 1893093"/>
              <a:gd name="connsiteX187" fmla="*/ 858293 w 1464468"/>
              <a:gd name="connsiteY187" fmla="*/ 1371607 h 1893093"/>
              <a:gd name="connsiteX188" fmla="*/ 779712 w 1464468"/>
              <a:gd name="connsiteY188" fmla="*/ 1371607 h 1893093"/>
              <a:gd name="connsiteX189" fmla="*/ 779712 w 1464468"/>
              <a:gd name="connsiteY189" fmla="*/ 1293026 h 1893093"/>
              <a:gd name="connsiteX190" fmla="*/ 779712 w 1464468"/>
              <a:gd name="connsiteY190" fmla="*/ 1285882 h 1893093"/>
              <a:gd name="connsiteX191" fmla="*/ 779712 w 1464468"/>
              <a:gd name="connsiteY191" fmla="*/ 1207301 h 1893093"/>
              <a:gd name="connsiteX192" fmla="*/ 858293 w 1464468"/>
              <a:gd name="connsiteY192" fmla="*/ 1207301 h 1893093"/>
              <a:gd name="connsiteX193" fmla="*/ 858293 w 1464468"/>
              <a:gd name="connsiteY193" fmla="*/ 1285882 h 1893093"/>
              <a:gd name="connsiteX194" fmla="*/ 779712 w 1464468"/>
              <a:gd name="connsiteY194" fmla="*/ 1285882 h 1893093"/>
              <a:gd name="connsiteX195" fmla="*/ 865437 w 1464468"/>
              <a:gd name="connsiteY195" fmla="*/ 1207301 h 1893093"/>
              <a:gd name="connsiteX196" fmla="*/ 944018 w 1464468"/>
              <a:gd name="connsiteY196" fmla="*/ 1207301 h 1893093"/>
              <a:gd name="connsiteX197" fmla="*/ 944018 w 1464468"/>
              <a:gd name="connsiteY197" fmla="*/ 1285882 h 1893093"/>
              <a:gd name="connsiteX198" fmla="*/ 865437 w 1464468"/>
              <a:gd name="connsiteY198" fmla="*/ 1285882 h 1893093"/>
              <a:gd name="connsiteX199" fmla="*/ 865437 w 1464468"/>
              <a:gd name="connsiteY199" fmla="*/ 1207301 h 1893093"/>
              <a:gd name="connsiteX200" fmla="*/ 865437 w 1464468"/>
              <a:gd name="connsiteY200" fmla="*/ 1200157 h 1893093"/>
              <a:gd name="connsiteX201" fmla="*/ 865437 w 1464468"/>
              <a:gd name="connsiteY201" fmla="*/ 1121576 h 1893093"/>
              <a:gd name="connsiteX202" fmla="*/ 944018 w 1464468"/>
              <a:gd name="connsiteY202" fmla="*/ 1121576 h 1893093"/>
              <a:gd name="connsiteX203" fmla="*/ 944018 w 1464468"/>
              <a:gd name="connsiteY203" fmla="*/ 1200157 h 1893093"/>
              <a:gd name="connsiteX204" fmla="*/ 865437 w 1464468"/>
              <a:gd name="connsiteY204" fmla="*/ 1200157 h 1893093"/>
              <a:gd name="connsiteX205" fmla="*/ 865437 w 1464468"/>
              <a:gd name="connsiteY205" fmla="*/ 1114432 h 1893093"/>
              <a:gd name="connsiteX206" fmla="*/ 865437 w 1464468"/>
              <a:gd name="connsiteY206" fmla="*/ 1035851 h 1893093"/>
              <a:gd name="connsiteX207" fmla="*/ 944018 w 1464468"/>
              <a:gd name="connsiteY207" fmla="*/ 1035851 h 1893093"/>
              <a:gd name="connsiteX208" fmla="*/ 944018 w 1464468"/>
              <a:gd name="connsiteY208" fmla="*/ 1114432 h 1893093"/>
              <a:gd name="connsiteX209" fmla="*/ 865437 w 1464468"/>
              <a:gd name="connsiteY209" fmla="*/ 1114432 h 1893093"/>
              <a:gd name="connsiteX210" fmla="*/ 865437 w 1464468"/>
              <a:gd name="connsiteY210" fmla="*/ 1028707 h 1893093"/>
              <a:gd name="connsiteX211" fmla="*/ 865437 w 1464468"/>
              <a:gd name="connsiteY211" fmla="*/ 950126 h 1893093"/>
              <a:gd name="connsiteX212" fmla="*/ 944018 w 1464468"/>
              <a:gd name="connsiteY212" fmla="*/ 950126 h 1893093"/>
              <a:gd name="connsiteX213" fmla="*/ 944018 w 1464468"/>
              <a:gd name="connsiteY213" fmla="*/ 1028707 h 1893093"/>
              <a:gd name="connsiteX214" fmla="*/ 865437 w 1464468"/>
              <a:gd name="connsiteY214" fmla="*/ 1028707 h 1893093"/>
              <a:gd name="connsiteX215" fmla="*/ 865437 w 1464468"/>
              <a:gd name="connsiteY215" fmla="*/ 942982 h 1893093"/>
              <a:gd name="connsiteX216" fmla="*/ 865437 w 1464468"/>
              <a:gd name="connsiteY216" fmla="*/ 864401 h 1893093"/>
              <a:gd name="connsiteX217" fmla="*/ 944018 w 1464468"/>
              <a:gd name="connsiteY217" fmla="*/ 864401 h 1893093"/>
              <a:gd name="connsiteX218" fmla="*/ 944018 w 1464468"/>
              <a:gd name="connsiteY218" fmla="*/ 942982 h 1893093"/>
              <a:gd name="connsiteX219" fmla="*/ 865437 w 1464468"/>
              <a:gd name="connsiteY219" fmla="*/ 942982 h 1893093"/>
              <a:gd name="connsiteX220" fmla="*/ 865437 w 1464468"/>
              <a:gd name="connsiteY220" fmla="*/ 857257 h 1893093"/>
              <a:gd name="connsiteX221" fmla="*/ 865437 w 1464468"/>
              <a:gd name="connsiteY221" fmla="*/ 778676 h 1893093"/>
              <a:gd name="connsiteX222" fmla="*/ 944018 w 1464468"/>
              <a:gd name="connsiteY222" fmla="*/ 778676 h 1893093"/>
              <a:gd name="connsiteX223" fmla="*/ 944018 w 1464468"/>
              <a:gd name="connsiteY223" fmla="*/ 857257 h 1893093"/>
              <a:gd name="connsiteX224" fmla="*/ 865437 w 1464468"/>
              <a:gd name="connsiteY224" fmla="*/ 857257 h 1893093"/>
              <a:gd name="connsiteX225" fmla="*/ 865437 w 1464468"/>
              <a:gd name="connsiteY225" fmla="*/ 771532 h 1893093"/>
              <a:gd name="connsiteX226" fmla="*/ 865437 w 1464468"/>
              <a:gd name="connsiteY226" fmla="*/ 692951 h 1893093"/>
              <a:gd name="connsiteX227" fmla="*/ 944018 w 1464468"/>
              <a:gd name="connsiteY227" fmla="*/ 692951 h 1893093"/>
              <a:gd name="connsiteX228" fmla="*/ 944018 w 1464468"/>
              <a:gd name="connsiteY228" fmla="*/ 771532 h 1893093"/>
              <a:gd name="connsiteX229" fmla="*/ 865437 w 1464468"/>
              <a:gd name="connsiteY229" fmla="*/ 771532 h 1893093"/>
              <a:gd name="connsiteX230" fmla="*/ 865437 w 1464468"/>
              <a:gd name="connsiteY230" fmla="*/ 685807 h 1893093"/>
              <a:gd name="connsiteX231" fmla="*/ 865437 w 1464468"/>
              <a:gd name="connsiteY231" fmla="*/ 607226 h 1893093"/>
              <a:gd name="connsiteX232" fmla="*/ 944018 w 1464468"/>
              <a:gd name="connsiteY232" fmla="*/ 607226 h 1893093"/>
              <a:gd name="connsiteX233" fmla="*/ 944018 w 1464468"/>
              <a:gd name="connsiteY233" fmla="*/ 685807 h 1893093"/>
              <a:gd name="connsiteX234" fmla="*/ 865437 w 1464468"/>
              <a:gd name="connsiteY234" fmla="*/ 685807 h 1893093"/>
              <a:gd name="connsiteX235" fmla="*/ 865437 w 1464468"/>
              <a:gd name="connsiteY235" fmla="*/ 600075 h 1893093"/>
              <a:gd name="connsiteX236" fmla="*/ 865437 w 1464468"/>
              <a:gd name="connsiteY236" fmla="*/ 521494 h 1893093"/>
              <a:gd name="connsiteX237" fmla="*/ 944018 w 1464468"/>
              <a:gd name="connsiteY237" fmla="*/ 521494 h 1893093"/>
              <a:gd name="connsiteX238" fmla="*/ 944018 w 1464468"/>
              <a:gd name="connsiteY238" fmla="*/ 600075 h 1893093"/>
              <a:gd name="connsiteX239" fmla="*/ 865437 w 1464468"/>
              <a:gd name="connsiteY239" fmla="*/ 600075 h 1893093"/>
              <a:gd name="connsiteX240" fmla="*/ 865437 w 1464468"/>
              <a:gd name="connsiteY240" fmla="*/ 514350 h 1893093"/>
              <a:gd name="connsiteX241" fmla="*/ 865437 w 1464468"/>
              <a:gd name="connsiteY241" fmla="*/ 435769 h 1893093"/>
              <a:gd name="connsiteX242" fmla="*/ 944018 w 1464468"/>
              <a:gd name="connsiteY242" fmla="*/ 435769 h 1893093"/>
              <a:gd name="connsiteX243" fmla="*/ 944018 w 1464468"/>
              <a:gd name="connsiteY243" fmla="*/ 514350 h 1893093"/>
              <a:gd name="connsiteX244" fmla="*/ 865437 w 1464468"/>
              <a:gd name="connsiteY244" fmla="*/ 514350 h 1893093"/>
              <a:gd name="connsiteX245" fmla="*/ 858293 w 1464468"/>
              <a:gd name="connsiteY245" fmla="*/ 514350 h 1893093"/>
              <a:gd name="connsiteX246" fmla="*/ 779712 w 1464468"/>
              <a:gd name="connsiteY246" fmla="*/ 514350 h 1893093"/>
              <a:gd name="connsiteX247" fmla="*/ 779712 w 1464468"/>
              <a:gd name="connsiteY247" fmla="*/ 435769 h 1893093"/>
              <a:gd name="connsiteX248" fmla="*/ 858293 w 1464468"/>
              <a:gd name="connsiteY248" fmla="*/ 435769 h 1893093"/>
              <a:gd name="connsiteX249" fmla="*/ 858293 w 1464468"/>
              <a:gd name="connsiteY249" fmla="*/ 514350 h 1893093"/>
              <a:gd name="connsiteX250" fmla="*/ 772568 w 1464468"/>
              <a:gd name="connsiteY250" fmla="*/ 514350 h 1893093"/>
              <a:gd name="connsiteX251" fmla="*/ 693987 w 1464468"/>
              <a:gd name="connsiteY251" fmla="*/ 514350 h 1893093"/>
              <a:gd name="connsiteX252" fmla="*/ 693987 w 1464468"/>
              <a:gd name="connsiteY252" fmla="*/ 435769 h 1893093"/>
              <a:gd name="connsiteX253" fmla="*/ 772568 w 1464468"/>
              <a:gd name="connsiteY253" fmla="*/ 435769 h 1893093"/>
              <a:gd name="connsiteX254" fmla="*/ 772568 w 1464468"/>
              <a:gd name="connsiteY254" fmla="*/ 514350 h 1893093"/>
              <a:gd name="connsiteX255" fmla="*/ 686843 w 1464468"/>
              <a:gd name="connsiteY255" fmla="*/ 514350 h 1893093"/>
              <a:gd name="connsiteX256" fmla="*/ 608262 w 1464468"/>
              <a:gd name="connsiteY256" fmla="*/ 514350 h 1893093"/>
              <a:gd name="connsiteX257" fmla="*/ 608262 w 1464468"/>
              <a:gd name="connsiteY257" fmla="*/ 435769 h 1893093"/>
              <a:gd name="connsiteX258" fmla="*/ 686843 w 1464468"/>
              <a:gd name="connsiteY258" fmla="*/ 435769 h 1893093"/>
              <a:gd name="connsiteX259" fmla="*/ 686843 w 1464468"/>
              <a:gd name="connsiteY259" fmla="*/ 514350 h 1893093"/>
              <a:gd name="connsiteX260" fmla="*/ 601118 w 1464468"/>
              <a:gd name="connsiteY260" fmla="*/ 514350 h 1893093"/>
              <a:gd name="connsiteX261" fmla="*/ 522537 w 1464468"/>
              <a:gd name="connsiteY261" fmla="*/ 514350 h 1893093"/>
              <a:gd name="connsiteX262" fmla="*/ 522537 w 1464468"/>
              <a:gd name="connsiteY262" fmla="*/ 435769 h 1893093"/>
              <a:gd name="connsiteX263" fmla="*/ 601118 w 1464468"/>
              <a:gd name="connsiteY263" fmla="*/ 435769 h 1893093"/>
              <a:gd name="connsiteX264" fmla="*/ 601118 w 1464468"/>
              <a:gd name="connsiteY264" fmla="*/ 514350 h 1893093"/>
              <a:gd name="connsiteX265" fmla="*/ 601118 w 1464468"/>
              <a:gd name="connsiteY265" fmla="*/ 521494 h 1893093"/>
              <a:gd name="connsiteX266" fmla="*/ 601118 w 1464468"/>
              <a:gd name="connsiteY266" fmla="*/ 600075 h 1893093"/>
              <a:gd name="connsiteX267" fmla="*/ 522537 w 1464468"/>
              <a:gd name="connsiteY267" fmla="*/ 600075 h 1893093"/>
              <a:gd name="connsiteX268" fmla="*/ 522537 w 1464468"/>
              <a:gd name="connsiteY268" fmla="*/ 521494 h 1893093"/>
              <a:gd name="connsiteX269" fmla="*/ 601118 w 1464468"/>
              <a:gd name="connsiteY269" fmla="*/ 521494 h 1893093"/>
              <a:gd name="connsiteX270" fmla="*/ 515393 w 1464468"/>
              <a:gd name="connsiteY270" fmla="*/ 600075 h 1893093"/>
              <a:gd name="connsiteX271" fmla="*/ 436812 w 1464468"/>
              <a:gd name="connsiteY271" fmla="*/ 600075 h 1893093"/>
              <a:gd name="connsiteX272" fmla="*/ 436812 w 1464468"/>
              <a:gd name="connsiteY272" fmla="*/ 521494 h 1893093"/>
              <a:gd name="connsiteX273" fmla="*/ 515393 w 1464468"/>
              <a:gd name="connsiteY273" fmla="*/ 521494 h 1893093"/>
              <a:gd name="connsiteX274" fmla="*/ 515393 w 1464468"/>
              <a:gd name="connsiteY274" fmla="*/ 600075 h 1893093"/>
              <a:gd name="connsiteX275" fmla="*/ 515393 w 1464468"/>
              <a:gd name="connsiteY275" fmla="*/ 607219 h 1893093"/>
              <a:gd name="connsiteX276" fmla="*/ 515393 w 1464468"/>
              <a:gd name="connsiteY276" fmla="*/ 685800 h 1893093"/>
              <a:gd name="connsiteX277" fmla="*/ 436812 w 1464468"/>
              <a:gd name="connsiteY277" fmla="*/ 685800 h 1893093"/>
              <a:gd name="connsiteX278" fmla="*/ 436812 w 1464468"/>
              <a:gd name="connsiteY278" fmla="*/ 607219 h 1893093"/>
              <a:gd name="connsiteX279" fmla="*/ 515393 w 1464468"/>
              <a:gd name="connsiteY279" fmla="*/ 607219 h 1893093"/>
              <a:gd name="connsiteX280" fmla="*/ 515393 w 1464468"/>
              <a:gd name="connsiteY280" fmla="*/ 692951 h 1893093"/>
              <a:gd name="connsiteX281" fmla="*/ 515393 w 1464468"/>
              <a:gd name="connsiteY281" fmla="*/ 771532 h 1893093"/>
              <a:gd name="connsiteX282" fmla="*/ 436812 w 1464468"/>
              <a:gd name="connsiteY282" fmla="*/ 771532 h 1893093"/>
              <a:gd name="connsiteX283" fmla="*/ 436812 w 1464468"/>
              <a:gd name="connsiteY283" fmla="*/ 692951 h 1893093"/>
              <a:gd name="connsiteX284" fmla="*/ 515393 w 1464468"/>
              <a:gd name="connsiteY284" fmla="*/ 692951 h 1893093"/>
              <a:gd name="connsiteX285" fmla="*/ 515393 w 1464468"/>
              <a:gd name="connsiteY285" fmla="*/ 778676 h 1893093"/>
              <a:gd name="connsiteX286" fmla="*/ 515393 w 1464468"/>
              <a:gd name="connsiteY286" fmla="*/ 857257 h 1893093"/>
              <a:gd name="connsiteX287" fmla="*/ 436812 w 1464468"/>
              <a:gd name="connsiteY287" fmla="*/ 857257 h 1893093"/>
              <a:gd name="connsiteX288" fmla="*/ 436812 w 1464468"/>
              <a:gd name="connsiteY288" fmla="*/ 778676 h 1893093"/>
              <a:gd name="connsiteX289" fmla="*/ 515393 w 1464468"/>
              <a:gd name="connsiteY289" fmla="*/ 778676 h 1893093"/>
              <a:gd name="connsiteX290" fmla="*/ 515393 w 1464468"/>
              <a:gd name="connsiteY290" fmla="*/ 864401 h 1893093"/>
              <a:gd name="connsiteX291" fmla="*/ 515393 w 1464468"/>
              <a:gd name="connsiteY291" fmla="*/ 942982 h 1893093"/>
              <a:gd name="connsiteX292" fmla="*/ 436812 w 1464468"/>
              <a:gd name="connsiteY292" fmla="*/ 942982 h 1893093"/>
              <a:gd name="connsiteX293" fmla="*/ 436812 w 1464468"/>
              <a:gd name="connsiteY293" fmla="*/ 864401 h 1893093"/>
              <a:gd name="connsiteX294" fmla="*/ 515393 w 1464468"/>
              <a:gd name="connsiteY294" fmla="*/ 864401 h 1893093"/>
              <a:gd name="connsiteX295" fmla="*/ 515393 w 1464468"/>
              <a:gd name="connsiteY295" fmla="*/ 950126 h 1893093"/>
              <a:gd name="connsiteX296" fmla="*/ 515393 w 1464468"/>
              <a:gd name="connsiteY296" fmla="*/ 1028707 h 1893093"/>
              <a:gd name="connsiteX297" fmla="*/ 436812 w 1464468"/>
              <a:gd name="connsiteY297" fmla="*/ 1028707 h 1893093"/>
              <a:gd name="connsiteX298" fmla="*/ 436812 w 1464468"/>
              <a:gd name="connsiteY298" fmla="*/ 950126 h 1893093"/>
              <a:gd name="connsiteX299" fmla="*/ 515393 w 1464468"/>
              <a:gd name="connsiteY299" fmla="*/ 950126 h 1893093"/>
              <a:gd name="connsiteX300" fmla="*/ 515393 w 1464468"/>
              <a:gd name="connsiteY300" fmla="*/ 1035851 h 1893093"/>
              <a:gd name="connsiteX301" fmla="*/ 515393 w 1464468"/>
              <a:gd name="connsiteY301" fmla="*/ 1114432 h 1893093"/>
              <a:gd name="connsiteX302" fmla="*/ 436812 w 1464468"/>
              <a:gd name="connsiteY302" fmla="*/ 1114432 h 1893093"/>
              <a:gd name="connsiteX303" fmla="*/ 436812 w 1464468"/>
              <a:gd name="connsiteY303" fmla="*/ 1035851 h 1893093"/>
              <a:gd name="connsiteX304" fmla="*/ 515393 w 1464468"/>
              <a:gd name="connsiteY304" fmla="*/ 1035851 h 1893093"/>
              <a:gd name="connsiteX305" fmla="*/ 515393 w 1464468"/>
              <a:gd name="connsiteY305" fmla="*/ 1121576 h 1893093"/>
              <a:gd name="connsiteX306" fmla="*/ 515393 w 1464468"/>
              <a:gd name="connsiteY306" fmla="*/ 1200157 h 1893093"/>
              <a:gd name="connsiteX307" fmla="*/ 436812 w 1464468"/>
              <a:gd name="connsiteY307" fmla="*/ 1200157 h 1893093"/>
              <a:gd name="connsiteX308" fmla="*/ 436812 w 1464468"/>
              <a:gd name="connsiteY308" fmla="*/ 1121576 h 1893093"/>
              <a:gd name="connsiteX309" fmla="*/ 515393 w 1464468"/>
              <a:gd name="connsiteY309" fmla="*/ 1121576 h 1893093"/>
              <a:gd name="connsiteX310" fmla="*/ 515393 w 1464468"/>
              <a:gd name="connsiteY310" fmla="*/ 1207301 h 1893093"/>
              <a:gd name="connsiteX311" fmla="*/ 515393 w 1464468"/>
              <a:gd name="connsiteY311" fmla="*/ 1285882 h 1893093"/>
              <a:gd name="connsiteX312" fmla="*/ 436812 w 1464468"/>
              <a:gd name="connsiteY312" fmla="*/ 1285882 h 1893093"/>
              <a:gd name="connsiteX313" fmla="*/ 436812 w 1464468"/>
              <a:gd name="connsiteY313" fmla="*/ 1207301 h 1893093"/>
              <a:gd name="connsiteX314" fmla="*/ 515393 w 1464468"/>
              <a:gd name="connsiteY314" fmla="*/ 1207301 h 1893093"/>
              <a:gd name="connsiteX315" fmla="*/ 515393 w 1464468"/>
              <a:gd name="connsiteY315" fmla="*/ 1293026 h 1893093"/>
              <a:gd name="connsiteX316" fmla="*/ 515393 w 1464468"/>
              <a:gd name="connsiteY316" fmla="*/ 1371607 h 1893093"/>
              <a:gd name="connsiteX317" fmla="*/ 436812 w 1464468"/>
              <a:gd name="connsiteY317" fmla="*/ 1371607 h 1893093"/>
              <a:gd name="connsiteX318" fmla="*/ 436812 w 1464468"/>
              <a:gd name="connsiteY318" fmla="*/ 1293026 h 1893093"/>
              <a:gd name="connsiteX319" fmla="*/ 515393 w 1464468"/>
              <a:gd name="connsiteY319" fmla="*/ 1293026 h 1893093"/>
              <a:gd name="connsiteX320" fmla="*/ 522537 w 1464468"/>
              <a:gd name="connsiteY320" fmla="*/ 1293026 h 1893093"/>
              <a:gd name="connsiteX321" fmla="*/ 601118 w 1464468"/>
              <a:gd name="connsiteY321" fmla="*/ 1293026 h 1893093"/>
              <a:gd name="connsiteX322" fmla="*/ 601118 w 1464468"/>
              <a:gd name="connsiteY322" fmla="*/ 1371607 h 1893093"/>
              <a:gd name="connsiteX323" fmla="*/ 522537 w 1464468"/>
              <a:gd name="connsiteY323" fmla="*/ 1371607 h 1893093"/>
              <a:gd name="connsiteX324" fmla="*/ 522537 w 1464468"/>
              <a:gd name="connsiteY324" fmla="*/ 1293026 h 1893093"/>
              <a:gd name="connsiteX325" fmla="*/ 601118 w 1464468"/>
              <a:gd name="connsiteY325" fmla="*/ 1378751 h 1893093"/>
              <a:gd name="connsiteX326" fmla="*/ 601118 w 1464468"/>
              <a:gd name="connsiteY326" fmla="*/ 1457332 h 1893093"/>
              <a:gd name="connsiteX327" fmla="*/ 522537 w 1464468"/>
              <a:gd name="connsiteY327" fmla="*/ 1457332 h 1893093"/>
              <a:gd name="connsiteX328" fmla="*/ 522537 w 1464468"/>
              <a:gd name="connsiteY328" fmla="*/ 1378751 h 1893093"/>
              <a:gd name="connsiteX329" fmla="*/ 601118 w 1464468"/>
              <a:gd name="connsiteY329" fmla="*/ 1378751 h 1893093"/>
              <a:gd name="connsiteX330" fmla="*/ 608262 w 1464468"/>
              <a:gd name="connsiteY330" fmla="*/ 1378751 h 1893093"/>
              <a:gd name="connsiteX331" fmla="*/ 686843 w 1464468"/>
              <a:gd name="connsiteY331" fmla="*/ 1378751 h 1893093"/>
              <a:gd name="connsiteX332" fmla="*/ 686843 w 1464468"/>
              <a:gd name="connsiteY332" fmla="*/ 1457332 h 1893093"/>
              <a:gd name="connsiteX333" fmla="*/ 608262 w 1464468"/>
              <a:gd name="connsiteY333" fmla="*/ 1457332 h 1893093"/>
              <a:gd name="connsiteX334" fmla="*/ 608262 w 1464468"/>
              <a:gd name="connsiteY334" fmla="*/ 1378751 h 1893093"/>
              <a:gd name="connsiteX335" fmla="*/ 693987 w 1464468"/>
              <a:gd name="connsiteY335" fmla="*/ 1378751 h 1893093"/>
              <a:gd name="connsiteX336" fmla="*/ 772568 w 1464468"/>
              <a:gd name="connsiteY336" fmla="*/ 1378751 h 1893093"/>
              <a:gd name="connsiteX337" fmla="*/ 772568 w 1464468"/>
              <a:gd name="connsiteY337" fmla="*/ 1457332 h 1893093"/>
              <a:gd name="connsiteX338" fmla="*/ 693987 w 1464468"/>
              <a:gd name="connsiteY338" fmla="*/ 1457332 h 1893093"/>
              <a:gd name="connsiteX339" fmla="*/ 693987 w 1464468"/>
              <a:gd name="connsiteY339" fmla="*/ 1378751 h 1893093"/>
              <a:gd name="connsiteX340" fmla="*/ 779712 w 1464468"/>
              <a:gd name="connsiteY340" fmla="*/ 1378751 h 1893093"/>
              <a:gd name="connsiteX341" fmla="*/ 858293 w 1464468"/>
              <a:gd name="connsiteY341" fmla="*/ 1378751 h 1893093"/>
              <a:gd name="connsiteX342" fmla="*/ 858293 w 1464468"/>
              <a:gd name="connsiteY342" fmla="*/ 1457332 h 1893093"/>
              <a:gd name="connsiteX343" fmla="*/ 779712 w 1464468"/>
              <a:gd name="connsiteY343" fmla="*/ 1457332 h 1893093"/>
              <a:gd name="connsiteX344" fmla="*/ 779712 w 1464468"/>
              <a:gd name="connsiteY344" fmla="*/ 1378751 h 1893093"/>
              <a:gd name="connsiteX345" fmla="*/ 865437 w 1464468"/>
              <a:gd name="connsiteY345" fmla="*/ 1378751 h 1893093"/>
              <a:gd name="connsiteX346" fmla="*/ 944018 w 1464468"/>
              <a:gd name="connsiteY346" fmla="*/ 1378751 h 1893093"/>
              <a:gd name="connsiteX347" fmla="*/ 944018 w 1464468"/>
              <a:gd name="connsiteY347" fmla="*/ 1457332 h 1893093"/>
              <a:gd name="connsiteX348" fmla="*/ 865437 w 1464468"/>
              <a:gd name="connsiteY348" fmla="*/ 1457332 h 1893093"/>
              <a:gd name="connsiteX349" fmla="*/ 865437 w 1464468"/>
              <a:gd name="connsiteY349" fmla="*/ 1378751 h 1893093"/>
              <a:gd name="connsiteX350" fmla="*/ 865437 w 1464468"/>
              <a:gd name="connsiteY350" fmla="*/ 1371607 h 1893093"/>
              <a:gd name="connsiteX351" fmla="*/ 865437 w 1464468"/>
              <a:gd name="connsiteY351" fmla="*/ 1293026 h 1893093"/>
              <a:gd name="connsiteX352" fmla="*/ 944018 w 1464468"/>
              <a:gd name="connsiteY352" fmla="*/ 1293026 h 1893093"/>
              <a:gd name="connsiteX353" fmla="*/ 944018 w 1464468"/>
              <a:gd name="connsiteY353" fmla="*/ 1371607 h 1893093"/>
              <a:gd name="connsiteX354" fmla="*/ 865437 w 1464468"/>
              <a:gd name="connsiteY354" fmla="*/ 1371607 h 1893093"/>
              <a:gd name="connsiteX355" fmla="*/ 951162 w 1464468"/>
              <a:gd name="connsiteY355" fmla="*/ 1293026 h 1893093"/>
              <a:gd name="connsiteX356" fmla="*/ 1029743 w 1464468"/>
              <a:gd name="connsiteY356" fmla="*/ 1293026 h 1893093"/>
              <a:gd name="connsiteX357" fmla="*/ 1029743 w 1464468"/>
              <a:gd name="connsiteY357" fmla="*/ 1371607 h 1893093"/>
              <a:gd name="connsiteX358" fmla="*/ 951162 w 1464468"/>
              <a:gd name="connsiteY358" fmla="*/ 1371607 h 1893093"/>
              <a:gd name="connsiteX359" fmla="*/ 951162 w 1464468"/>
              <a:gd name="connsiteY359" fmla="*/ 1293026 h 1893093"/>
              <a:gd name="connsiteX360" fmla="*/ 951162 w 1464468"/>
              <a:gd name="connsiteY360" fmla="*/ 1285882 h 1893093"/>
              <a:gd name="connsiteX361" fmla="*/ 951162 w 1464468"/>
              <a:gd name="connsiteY361" fmla="*/ 1207301 h 1893093"/>
              <a:gd name="connsiteX362" fmla="*/ 1029743 w 1464468"/>
              <a:gd name="connsiteY362" fmla="*/ 1207301 h 1893093"/>
              <a:gd name="connsiteX363" fmla="*/ 1029743 w 1464468"/>
              <a:gd name="connsiteY363" fmla="*/ 1285882 h 1893093"/>
              <a:gd name="connsiteX364" fmla="*/ 951162 w 1464468"/>
              <a:gd name="connsiteY364" fmla="*/ 1285882 h 1893093"/>
              <a:gd name="connsiteX365" fmla="*/ 951162 w 1464468"/>
              <a:gd name="connsiteY365" fmla="*/ 1200157 h 1893093"/>
              <a:gd name="connsiteX366" fmla="*/ 951162 w 1464468"/>
              <a:gd name="connsiteY366" fmla="*/ 1121576 h 1893093"/>
              <a:gd name="connsiteX367" fmla="*/ 1029743 w 1464468"/>
              <a:gd name="connsiteY367" fmla="*/ 1121576 h 1893093"/>
              <a:gd name="connsiteX368" fmla="*/ 1029743 w 1464468"/>
              <a:gd name="connsiteY368" fmla="*/ 1200157 h 1893093"/>
              <a:gd name="connsiteX369" fmla="*/ 951162 w 1464468"/>
              <a:gd name="connsiteY369" fmla="*/ 1200157 h 1893093"/>
              <a:gd name="connsiteX370" fmla="*/ 951162 w 1464468"/>
              <a:gd name="connsiteY370" fmla="*/ 1114432 h 1893093"/>
              <a:gd name="connsiteX371" fmla="*/ 951162 w 1464468"/>
              <a:gd name="connsiteY371" fmla="*/ 1035851 h 1893093"/>
              <a:gd name="connsiteX372" fmla="*/ 1029743 w 1464468"/>
              <a:gd name="connsiteY372" fmla="*/ 1035851 h 1893093"/>
              <a:gd name="connsiteX373" fmla="*/ 1029743 w 1464468"/>
              <a:gd name="connsiteY373" fmla="*/ 1114432 h 1893093"/>
              <a:gd name="connsiteX374" fmla="*/ 951162 w 1464468"/>
              <a:gd name="connsiteY374" fmla="*/ 1114432 h 1893093"/>
              <a:gd name="connsiteX375" fmla="*/ 951162 w 1464468"/>
              <a:gd name="connsiteY375" fmla="*/ 1028707 h 1893093"/>
              <a:gd name="connsiteX376" fmla="*/ 951162 w 1464468"/>
              <a:gd name="connsiteY376" fmla="*/ 950126 h 1893093"/>
              <a:gd name="connsiteX377" fmla="*/ 1029743 w 1464468"/>
              <a:gd name="connsiteY377" fmla="*/ 950126 h 1893093"/>
              <a:gd name="connsiteX378" fmla="*/ 1029743 w 1464468"/>
              <a:gd name="connsiteY378" fmla="*/ 1028707 h 1893093"/>
              <a:gd name="connsiteX379" fmla="*/ 951162 w 1464468"/>
              <a:gd name="connsiteY379" fmla="*/ 1028707 h 1893093"/>
              <a:gd name="connsiteX380" fmla="*/ 951162 w 1464468"/>
              <a:gd name="connsiteY380" fmla="*/ 942982 h 1893093"/>
              <a:gd name="connsiteX381" fmla="*/ 951162 w 1464468"/>
              <a:gd name="connsiteY381" fmla="*/ 864401 h 1893093"/>
              <a:gd name="connsiteX382" fmla="*/ 1029743 w 1464468"/>
              <a:gd name="connsiteY382" fmla="*/ 864401 h 1893093"/>
              <a:gd name="connsiteX383" fmla="*/ 1029743 w 1464468"/>
              <a:gd name="connsiteY383" fmla="*/ 942982 h 1893093"/>
              <a:gd name="connsiteX384" fmla="*/ 951162 w 1464468"/>
              <a:gd name="connsiteY384" fmla="*/ 942982 h 1893093"/>
              <a:gd name="connsiteX385" fmla="*/ 951162 w 1464468"/>
              <a:gd name="connsiteY385" fmla="*/ 857257 h 1893093"/>
              <a:gd name="connsiteX386" fmla="*/ 951162 w 1464468"/>
              <a:gd name="connsiteY386" fmla="*/ 778676 h 1893093"/>
              <a:gd name="connsiteX387" fmla="*/ 1029743 w 1464468"/>
              <a:gd name="connsiteY387" fmla="*/ 778676 h 1893093"/>
              <a:gd name="connsiteX388" fmla="*/ 1029743 w 1464468"/>
              <a:gd name="connsiteY388" fmla="*/ 857257 h 1893093"/>
              <a:gd name="connsiteX389" fmla="*/ 951162 w 1464468"/>
              <a:gd name="connsiteY389" fmla="*/ 857257 h 1893093"/>
              <a:gd name="connsiteX390" fmla="*/ 951162 w 1464468"/>
              <a:gd name="connsiteY390" fmla="*/ 771532 h 1893093"/>
              <a:gd name="connsiteX391" fmla="*/ 951162 w 1464468"/>
              <a:gd name="connsiteY391" fmla="*/ 692951 h 1893093"/>
              <a:gd name="connsiteX392" fmla="*/ 1029743 w 1464468"/>
              <a:gd name="connsiteY392" fmla="*/ 692951 h 1893093"/>
              <a:gd name="connsiteX393" fmla="*/ 1029743 w 1464468"/>
              <a:gd name="connsiteY393" fmla="*/ 771532 h 1893093"/>
              <a:gd name="connsiteX394" fmla="*/ 951162 w 1464468"/>
              <a:gd name="connsiteY394" fmla="*/ 771532 h 1893093"/>
              <a:gd name="connsiteX395" fmla="*/ 951162 w 1464468"/>
              <a:gd name="connsiteY395" fmla="*/ 685807 h 1893093"/>
              <a:gd name="connsiteX396" fmla="*/ 951162 w 1464468"/>
              <a:gd name="connsiteY396" fmla="*/ 607226 h 1893093"/>
              <a:gd name="connsiteX397" fmla="*/ 1029743 w 1464468"/>
              <a:gd name="connsiteY397" fmla="*/ 607226 h 1893093"/>
              <a:gd name="connsiteX398" fmla="*/ 1029743 w 1464468"/>
              <a:gd name="connsiteY398" fmla="*/ 685807 h 1893093"/>
              <a:gd name="connsiteX399" fmla="*/ 951162 w 1464468"/>
              <a:gd name="connsiteY399" fmla="*/ 685807 h 1893093"/>
              <a:gd name="connsiteX400" fmla="*/ 951162 w 1464468"/>
              <a:gd name="connsiteY400" fmla="*/ 600075 h 1893093"/>
              <a:gd name="connsiteX401" fmla="*/ 951162 w 1464468"/>
              <a:gd name="connsiteY401" fmla="*/ 521494 h 1893093"/>
              <a:gd name="connsiteX402" fmla="*/ 1029743 w 1464468"/>
              <a:gd name="connsiteY402" fmla="*/ 521494 h 1893093"/>
              <a:gd name="connsiteX403" fmla="*/ 1029743 w 1464468"/>
              <a:gd name="connsiteY403" fmla="*/ 600075 h 1893093"/>
              <a:gd name="connsiteX404" fmla="*/ 951162 w 1464468"/>
              <a:gd name="connsiteY404" fmla="*/ 600075 h 1893093"/>
              <a:gd name="connsiteX405" fmla="*/ 951162 w 1464468"/>
              <a:gd name="connsiteY405" fmla="*/ 514350 h 1893093"/>
              <a:gd name="connsiteX406" fmla="*/ 951162 w 1464468"/>
              <a:gd name="connsiteY406" fmla="*/ 435769 h 1893093"/>
              <a:gd name="connsiteX407" fmla="*/ 1029743 w 1464468"/>
              <a:gd name="connsiteY407" fmla="*/ 435769 h 1893093"/>
              <a:gd name="connsiteX408" fmla="*/ 1029743 w 1464468"/>
              <a:gd name="connsiteY408" fmla="*/ 514350 h 1893093"/>
              <a:gd name="connsiteX409" fmla="*/ 951162 w 1464468"/>
              <a:gd name="connsiteY409" fmla="*/ 514350 h 1893093"/>
              <a:gd name="connsiteX410" fmla="*/ 951162 w 1464468"/>
              <a:gd name="connsiteY410" fmla="*/ 428625 h 1893093"/>
              <a:gd name="connsiteX411" fmla="*/ 951162 w 1464468"/>
              <a:gd name="connsiteY411" fmla="*/ 350044 h 1893093"/>
              <a:gd name="connsiteX412" fmla="*/ 1029743 w 1464468"/>
              <a:gd name="connsiteY412" fmla="*/ 350044 h 1893093"/>
              <a:gd name="connsiteX413" fmla="*/ 1029743 w 1464468"/>
              <a:gd name="connsiteY413" fmla="*/ 428625 h 1893093"/>
              <a:gd name="connsiteX414" fmla="*/ 951162 w 1464468"/>
              <a:gd name="connsiteY414" fmla="*/ 428625 h 1893093"/>
              <a:gd name="connsiteX415" fmla="*/ 944018 w 1464468"/>
              <a:gd name="connsiteY415" fmla="*/ 428625 h 1893093"/>
              <a:gd name="connsiteX416" fmla="*/ 865437 w 1464468"/>
              <a:gd name="connsiteY416" fmla="*/ 428625 h 1893093"/>
              <a:gd name="connsiteX417" fmla="*/ 865437 w 1464468"/>
              <a:gd name="connsiteY417" fmla="*/ 350044 h 1893093"/>
              <a:gd name="connsiteX418" fmla="*/ 944018 w 1464468"/>
              <a:gd name="connsiteY418" fmla="*/ 350044 h 1893093"/>
              <a:gd name="connsiteX419" fmla="*/ 944018 w 1464468"/>
              <a:gd name="connsiteY419" fmla="*/ 428625 h 1893093"/>
              <a:gd name="connsiteX420" fmla="*/ 858293 w 1464468"/>
              <a:gd name="connsiteY420" fmla="*/ 428625 h 1893093"/>
              <a:gd name="connsiteX421" fmla="*/ 779712 w 1464468"/>
              <a:gd name="connsiteY421" fmla="*/ 428625 h 1893093"/>
              <a:gd name="connsiteX422" fmla="*/ 779712 w 1464468"/>
              <a:gd name="connsiteY422" fmla="*/ 350044 h 1893093"/>
              <a:gd name="connsiteX423" fmla="*/ 858293 w 1464468"/>
              <a:gd name="connsiteY423" fmla="*/ 350044 h 1893093"/>
              <a:gd name="connsiteX424" fmla="*/ 858293 w 1464468"/>
              <a:gd name="connsiteY424" fmla="*/ 428625 h 1893093"/>
              <a:gd name="connsiteX425" fmla="*/ 772568 w 1464468"/>
              <a:gd name="connsiteY425" fmla="*/ 428625 h 1893093"/>
              <a:gd name="connsiteX426" fmla="*/ 693987 w 1464468"/>
              <a:gd name="connsiteY426" fmla="*/ 428625 h 1893093"/>
              <a:gd name="connsiteX427" fmla="*/ 693987 w 1464468"/>
              <a:gd name="connsiteY427" fmla="*/ 350044 h 1893093"/>
              <a:gd name="connsiteX428" fmla="*/ 772568 w 1464468"/>
              <a:gd name="connsiteY428" fmla="*/ 350044 h 1893093"/>
              <a:gd name="connsiteX429" fmla="*/ 772568 w 1464468"/>
              <a:gd name="connsiteY429" fmla="*/ 428625 h 1893093"/>
              <a:gd name="connsiteX430" fmla="*/ 686843 w 1464468"/>
              <a:gd name="connsiteY430" fmla="*/ 428625 h 1893093"/>
              <a:gd name="connsiteX431" fmla="*/ 608262 w 1464468"/>
              <a:gd name="connsiteY431" fmla="*/ 428625 h 1893093"/>
              <a:gd name="connsiteX432" fmla="*/ 608262 w 1464468"/>
              <a:gd name="connsiteY432" fmla="*/ 350044 h 1893093"/>
              <a:gd name="connsiteX433" fmla="*/ 686843 w 1464468"/>
              <a:gd name="connsiteY433" fmla="*/ 350044 h 1893093"/>
              <a:gd name="connsiteX434" fmla="*/ 686843 w 1464468"/>
              <a:gd name="connsiteY434" fmla="*/ 428625 h 1893093"/>
              <a:gd name="connsiteX435" fmla="*/ 601118 w 1464468"/>
              <a:gd name="connsiteY435" fmla="*/ 428625 h 1893093"/>
              <a:gd name="connsiteX436" fmla="*/ 522537 w 1464468"/>
              <a:gd name="connsiteY436" fmla="*/ 428625 h 1893093"/>
              <a:gd name="connsiteX437" fmla="*/ 522537 w 1464468"/>
              <a:gd name="connsiteY437" fmla="*/ 350044 h 1893093"/>
              <a:gd name="connsiteX438" fmla="*/ 601118 w 1464468"/>
              <a:gd name="connsiteY438" fmla="*/ 350044 h 1893093"/>
              <a:gd name="connsiteX439" fmla="*/ 601118 w 1464468"/>
              <a:gd name="connsiteY439" fmla="*/ 428625 h 1893093"/>
              <a:gd name="connsiteX440" fmla="*/ 515393 w 1464468"/>
              <a:gd name="connsiteY440" fmla="*/ 428625 h 1893093"/>
              <a:gd name="connsiteX441" fmla="*/ 436812 w 1464468"/>
              <a:gd name="connsiteY441" fmla="*/ 428625 h 1893093"/>
              <a:gd name="connsiteX442" fmla="*/ 436812 w 1464468"/>
              <a:gd name="connsiteY442" fmla="*/ 350044 h 1893093"/>
              <a:gd name="connsiteX443" fmla="*/ 515393 w 1464468"/>
              <a:gd name="connsiteY443" fmla="*/ 350044 h 1893093"/>
              <a:gd name="connsiteX444" fmla="*/ 515393 w 1464468"/>
              <a:gd name="connsiteY444" fmla="*/ 428625 h 1893093"/>
              <a:gd name="connsiteX445" fmla="*/ 515393 w 1464468"/>
              <a:gd name="connsiteY445" fmla="*/ 435769 h 1893093"/>
              <a:gd name="connsiteX446" fmla="*/ 515393 w 1464468"/>
              <a:gd name="connsiteY446" fmla="*/ 514350 h 1893093"/>
              <a:gd name="connsiteX447" fmla="*/ 436812 w 1464468"/>
              <a:gd name="connsiteY447" fmla="*/ 514350 h 1893093"/>
              <a:gd name="connsiteX448" fmla="*/ 436812 w 1464468"/>
              <a:gd name="connsiteY448" fmla="*/ 435769 h 1893093"/>
              <a:gd name="connsiteX449" fmla="*/ 515393 w 1464468"/>
              <a:gd name="connsiteY449" fmla="*/ 435769 h 1893093"/>
              <a:gd name="connsiteX450" fmla="*/ 429668 w 1464468"/>
              <a:gd name="connsiteY450" fmla="*/ 514350 h 1893093"/>
              <a:gd name="connsiteX451" fmla="*/ 351087 w 1464468"/>
              <a:gd name="connsiteY451" fmla="*/ 514350 h 1893093"/>
              <a:gd name="connsiteX452" fmla="*/ 351087 w 1464468"/>
              <a:gd name="connsiteY452" fmla="*/ 435769 h 1893093"/>
              <a:gd name="connsiteX453" fmla="*/ 429668 w 1464468"/>
              <a:gd name="connsiteY453" fmla="*/ 435769 h 1893093"/>
              <a:gd name="connsiteX454" fmla="*/ 429668 w 1464468"/>
              <a:gd name="connsiteY454" fmla="*/ 514350 h 1893093"/>
              <a:gd name="connsiteX455" fmla="*/ 429668 w 1464468"/>
              <a:gd name="connsiteY455" fmla="*/ 521494 h 1893093"/>
              <a:gd name="connsiteX456" fmla="*/ 429668 w 1464468"/>
              <a:gd name="connsiteY456" fmla="*/ 600075 h 1893093"/>
              <a:gd name="connsiteX457" fmla="*/ 351087 w 1464468"/>
              <a:gd name="connsiteY457" fmla="*/ 600075 h 1893093"/>
              <a:gd name="connsiteX458" fmla="*/ 351087 w 1464468"/>
              <a:gd name="connsiteY458" fmla="*/ 521494 h 1893093"/>
              <a:gd name="connsiteX459" fmla="*/ 429668 w 1464468"/>
              <a:gd name="connsiteY459" fmla="*/ 521494 h 1893093"/>
              <a:gd name="connsiteX460" fmla="*/ 429668 w 1464468"/>
              <a:gd name="connsiteY460" fmla="*/ 607219 h 1893093"/>
              <a:gd name="connsiteX461" fmla="*/ 429668 w 1464468"/>
              <a:gd name="connsiteY461" fmla="*/ 685800 h 1893093"/>
              <a:gd name="connsiteX462" fmla="*/ 351087 w 1464468"/>
              <a:gd name="connsiteY462" fmla="*/ 685800 h 1893093"/>
              <a:gd name="connsiteX463" fmla="*/ 351087 w 1464468"/>
              <a:gd name="connsiteY463" fmla="*/ 607219 h 1893093"/>
              <a:gd name="connsiteX464" fmla="*/ 429668 w 1464468"/>
              <a:gd name="connsiteY464" fmla="*/ 607219 h 1893093"/>
              <a:gd name="connsiteX465" fmla="*/ 429668 w 1464468"/>
              <a:gd name="connsiteY465" fmla="*/ 692951 h 1893093"/>
              <a:gd name="connsiteX466" fmla="*/ 429668 w 1464468"/>
              <a:gd name="connsiteY466" fmla="*/ 771532 h 1893093"/>
              <a:gd name="connsiteX467" fmla="*/ 351087 w 1464468"/>
              <a:gd name="connsiteY467" fmla="*/ 771532 h 1893093"/>
              <a:gd name="connsiteX468" fmla="*/ 351087 w 1464468"/>
              <a:gd name="connsiteY468" fmla="*/ 692951 h 1893093"/>
              <a:gd name="connsiteX469" fmla="*/ 429668 w 1464468"/>
              <a:gd name="connsiteY469" fmla="*/ 692951 h 1893093"/>
              <a:gd name="connsiteX470" fmla="*/ 429668 w 1464468"/>
              <a:gd name="connsiteY470" fmla="*/ 778676 h 1893093"/>
              <a:gd name="connsiteX471" fmla="*/ 429668 w 1464468"/>
              <a:gd name="connsiteY471" fmla="*/ 857257 h 1893093"/>
              <a:gd name="connsiteX472" fmla="*/ 351087 w 1464468"/>
              <a:gd name="connsiteY472" fmla="*/ 857257 h 1893093"/>
              <a:gd name="connsiteX473" fmla="*/ 351087 w 1464468"/>
              <a:gd name="connsiteY473" fmla="*/ 778676 h 1893093"/>
              <a:gd name="connsiteX474" fmla="*/ 429668 w 1464468"/>
              <a:gd name="connsiteY474" fmla="*/ 778676 h 1893093"/>
              <a:gd name="connsiteX475" fmla="*/ 429668 w 1464468"/>
              <a:gd name="connsiteY475" fmla="*/ 864401 h 1893093"/>
              <a:gd name="connsiteX476" fmla="*/ 429668 w 1464468"/>
              <a:gd name="connsiteY476" fmla="*/ 942982 h 1893093"/>
              <a:gd name="connsiteX477" fmla="*/ 351087 w 1464468"/>
              <a:gd name="connsiteY477" fmla="*/ 942982 h 1893093"/>
              <a:gd name="connsiteX478" fmla="*/ 351087 w 1464468"/>
              <a:gd name="connsiteY478" fmla="*/ 864401 h 1893093"/>
              <a:gd name="connsiteX479" fmla="*/ 429668 w 1464468"/>
              <a:gd name="connsiteY479" fmla="*/ 864401 h 1893093"/>
              <a:gd name="connsiteX480" fmla="*/ 429668 w 1464468"/>
              <a:gd name="connsiteY480" fmla="*/ 950126 h 1893093"/>
              <a:gd name="connsiteX481" fmla="*/ 429668 w 1464468"/>
              <a:gd name="connsiteY481" fmla="*/ 1028707 h 1893093"/>
              <a:gd name="connsiteX482" fmla="*/ 351087 w 1464468"/>
              <a:gd name="connsiteY482" fmla="*/ 1028707 h 1893093"/>
              <a:gd name="connsiteX483" fmla="*/ 351087 w 1464468"/>
              <a:gd name="connsiteY483" fmla="*/ 950126 h 1893093"/>
              <a:gd name="connsiteX484" fmla="*/ 429668 w 1464468"/>
              <a:gd name="connsiteY484" fmla="*/ 950126 h 1893093"/>
              <a:gd name="connsiteX485" fmla="*/ 429668 w 1464468"/>
              <a:gd name="connsiteY485" fmla="*/ 1035851 h 1893093"/>
              <a:gd name="connsiteX486" fmla="*/ 429668 w 1464468"/>
              <a:gd name="connsiteY486" fmla="*/ 1114432 h 1893093"/>
              <a:gd name="connsiteX487" fmla="*/ 351087 w 1464468"/>
              <a:gd name="connsiteY487" fmla="*/ 1114432 h 1893093"/>
              <a:gd name="connsiteX488" fmla="*/ 351087 w 1464468"/>
              <a:gd name="connsiteY488" fmla="*/ 1035851 h 1893093"/>
              <a:gd name="connsiteX489" fmla="*/ 429668 w 1464468"/>
              <a:gd name="connsiteY489" fmla="*/ 1035851 h 1893093"/>
              <a:gd name="connsiteX490" fmla="*/ 429668 w 1464468"/>
              <a:gd name="connsiteY490" fmla="*/ 1121576 h 1893093"/>
              <a:gd name="connsiteX491" fmla="*/ 429668 w 1464468"/>
              <a:gd name="connsiteY491" fmla="*/ 1200157 h 1893093"/>
              <a:gd name="connsiteX492" fmla="*/ 351087 w 1464468"/>
              <a:gd name="connsiteY492" fmla="*/ 1200157 h 1893093"/>
              <a:gd name="connsiteX493" fmla="*/ 351087 w 1464468"/>
              <a:gd name="connsiteY493" fmla="*/ 1121576 h 1893093"/>
              <a:gd name="connsiteX494" fmla="*/ 429668 w 1464468"/>
              <a:gd name="connsiteY494" fmla="*/ 1121576 h 1893093"/>
              <a:gd name="connsiteX495" fmla="*/ 429668 w 1464468"/>
              <a:gd name="connsiteY495" fmla="*/ 1207301 h 1893093"/>
              <a:gd name="connsiteX496" fmla="*/ 429668 w 1464468"/>
              <a:gd name="connsiteY496" fmla="*/ 1285882 h 1893093"/>
              <a:gd name="connsiteX497" fmla="*/ 351087 w 1464468"/>
              <a:gd name="connsiteY497" fmla="*/ 1285882 h 1893093"/>
              <a:gd name="connsiteX498" fmla="*/ 351087 w 1464468"/>
              <a:gd name="connsiteY498" fmla="*/ 1207301 h 1893093"/>
              <a:gd name="connsiteX499" fmla="*/ 429668 w 1464468"/>
              <a:gd name="connsiteY499" fmla="*/ 1207301 h 1893093"/>
              <a:gd name="connsiteX500" fmla="*/ 429668 w 1464468"/>
              <a:gd name="connsiteY500" fmla="*/ 1293026 h 1893093"/>
              <a:gd name="connsiteX501" fmla="*/ 429668 w 1464468"/>
              <a:gd name="connsiteY501" fmla="*/ 1371607 h 1893093"/>
              <a:gd name="connsiteX502" fmla="*/ 351087 w 1464468"/>
              <a:gd name="connsiteY502" fmla="*/ 1371607 h 1893093"/>
              <a:gd name="connsiteX503" fmla="*/ 351087 w 1464468"/>
              <a:gd name="connsiteY503" fmla="*/ 1293026 h 1893093"/>
              <a:gd name="connsiteX504" fmla="*/ 429668 w 1464468"/>
              <a:gd name="connsiteY504" fmla="*/ 1293026 h 1893093"/>
              <a:gd name="connsiteX505" fmla="*/ 429668 w 1464468"/>
              <a:gd name="connsiteY505" fmla="*/ 1378751 h 1893093"/>
              <a:gd name="connsiteX506" fmla="*/ 429668 w 1464468"/>
              <a:gd name="connsiteY506" fmla="*/ 1457332 h 1893093"/>
              <a:gd name="connsiteX507" fmla="*/ 351087 w 1464468"/>
              <a:gd name="connsiteY507" fmla="*/ 1457332 h 1893093"/>
              <a:gd name="connsiteX508" fmla="*/ 351087 w 1464468"/>
              <a:gd name="connsiteY508" fmla="*/ 1378751 h 1893093"/>
              <a:gd name="connsiteX509" fmla="*/ 429668 w 1464468"/>
              <a:gd name="connsiteY509" fmla="*/ 1378751 h 1893093"/>
              <a:gd name="connsiteX510" fmla="*/ 436812 w 1464468"/>
              <a:gd name="connsiteY510" fmla="*/ 1378751 h 1893093"/>
              <a:gd name="connsiteX511" fmla="*/ 515393 w 1464468"/>
              <a:gd name="connsiteY511" fmla="*/ 1378751 h 1893093"/>
              <a:gd name="connsiteX512" fmla="*/ 515393 w 1464468"/>
              <a:gd name="connsiteY512" fmla="*/ 1457332 h 1893093"/>
              <a:gd name="connsiteX513" fmla="*/ 436812 w 1464468"/>
              <a:gd name="connsiteY513" fmla="*/ 1457332 h 1893093"/>
              <a:gd name="connsiteX514" fmla="*/ 436812 w 1464468"/>
              <a:gd name="connsiteY514" fmla="*/ 1378751 h 1893093"/>
              <a:gd name="connsiteX515" fmla="*/ 515393 w 1464468"/>
              <a:gd name="connsiteY515" fmla="*/ 1464476 h 1893093"/>
              <a:gd name="connsiteX516" fmla="*/ 515393 w 1464468"/>
              <a:gd name="connsiteY516" fmla="*/ 1543057 h 1893093"/>
              <a:gd name="connsiteX517" fmla="*/ 436812 w 1464468"/>
              <a:gd name="connsiteY517" fmla="*/ 1543057 h 1893093"/>
              <a:gd name="connsiteX518" fmla="*/ 436812 w 1464468"/>
              <a:gd name="connsiteY518" fmla="*/ 1464476 h 1893093"/>
              <a:gd name="connsiteX519" fmla="*/ 515393 w 1464468"/>
              <a:gd name="connsiteY519" fmla="*/ 1464476 h 1893093"/>
              <a:gd name="connsiteX520" fmla="*/ 522537 w 1464468"/>
              <a:gd name="connsiteY520" fmla="*/ 1464476 h 1893093"/>
              <a:gd name="connsiteX521" fmla="*/ 601118 w 1464468"/>
              <a:gd name="connsiteY521" fmla="*/ 1464476 h 1893093"/>
              <a:gd name="connsiteX522" fmla="*/ 601118 w 1464468"/>
              <a:gd name="connsiteY522" fmla="*/ 1543057 h 1893093"/>
              <a:gd name="connsiteX523" fmla="*/ 522537 w 1464468"/>
              <a:gd name="connsiteY523" fmla="*/ 1543057 h 1893093"/>
              <a:gd name="connsiteX524" fmla="*/ 522537 w 1464468"/>
              <a:gd name="connsiteY524" fmla="*/ 1464476 h 1893093"/>
              <a:gd name="connsiteX525" fmla="*/ 608262 w 1464468"/>
              <a:gd name="connsiteY525" fmla="*/ 1464476 h 1893093"/>
              <a:gd name="connsiteX526" fmla="*/ 686843 w 1464468"/>
              <a:gd name="connsiteY526" fmla="*/ 1464476 h 1893093"/>
              <a:gd name="connsiteX527" fmla="*/ 686843 w 1464468"/>
              <a:gd name="connsiteY527" fmla="*/ 1543057 h 1893093"/>
              <a:gd name="connsiteX528" fmla="*/ 608262 w 1464468"/>
              <a:gd name="connsiteY528" fmla="*/ 1543057 h 1893093"/>
              <a:gd name="connsiteX529" fmla="*/ 608262 w 1464468"/>
              <a:gd name="connsiteY529" fmla="*/ 1464476 h 1893093"/>
              <a:gd name="connsiteX530" fmla="*/ 693987 w 1464468"/>
              <a:gd name="connsiteY530" fmla="*/ 1464476 h 1893093"/>
              <a:gd name="connsiteX531" fmla="*/ 772568 w 1464468"/>
              <a:gd name="connsiteY531" fmla="*/ 1464476 h 1893093"/>
              <a:gd name="connsiteX532" fmla="*/ 772568 w 1464468"/>
              <a:gd name="connsiteY532" fmla="*/ 1543057 h 1893093"/>
              <a:gd name="connsiteX533" fmla="*/ 693987 w 1464468"/>
              <a:gd name="connsiteY533" fmla="*/ 1543057 h 1893093"/>
              <a:gd name="connsiteX534" fmla="*/ 693987 w 1464468"/>
              <a:gd name="connsiteY534" fmla="*/ 1464476 h 1893093"/>
              <a:gd name="connsiteX535" fmla="*/ 779712 w 1464468"/>
              <a:gd name="connsiteY535" fmla="*/ 1464476 h 1893093"/>
              <a:gd name="connsiteX536" fmla="*/ 858293 w 1464468"/>
              <a:gd name="connsiteY536" fmla="*/ 1464476 h 1893093"/>
              <a:gd name="connsiteX537" fmla="*/ 858293 w 1464468"/>
              <a:gd name="connsiteY537" fmla="*/ 1543057 h 1893093"/>
              <a:gd name="connsiteX538" fmla="*/ 779712 w 1464468"/>
              <a:gd name="connsiteY538" fmla="*/ 1543057 h 1893093"/>
              <a:gd name="connsiteX539" fmla="*/ 779712 w 1464468"/>
              <a:gd name="connsiteY539" fmla="*/ 1464476 h 1893093"/>
              <a:gd name="connsiteX540" fmla="*/ 865437 w 1464468"/>
              <a:gd name="connsiteY540" fmla="*/ 1464476 h 1893093"/>
              <a:gd name="connsiteX541" fmla="*/ 944018 w 1464468"/>
              <a:gd name="connsiteY541" fmla="*/ 1464476 h 1893093"/>
              <a:gd name="connsiteX542" fmla="*/ 944018 w 1464468"/>
              <a:gd name="connsiteY542" fmla="*/ 1543057 h 1893093"/>
              <a:gd name="connsiteX543" fmla="*/ 865437 w 1464468"/>
              <a:gd name="connsiteY543" fmla="*/ 1543057 h 1893093"/>
              <a:gd name="connsiteX544" fmla="*/ 865437 w 1464468"/>
              <a:gd name="connsiteY544" fmla="*/ 1464476 h 1893093"/>
              <a:gd name="connsiteX545" fmla="*/ 951162 w 1464468"/>
              <a:gd name="connsiteY545" fmla="*/ 1464476 h 1893093"/>
              <a:gd name="connsiteX546" fmla="*/ 1029743 w 1464468"/>
              <a:gd name="connsiteY546" fmla="*/ 1464476 h 1893093"/>
              <a:gd name="connsiteX547" fmla="*/ 1029743 w 1464468"/>
              <a:gd name="connsiteY547" fmla="*/ 1543057 h 1893093"/>
              <a:gd name="connsiteX548" fmla="*/ 951162 w 1464468"/>
              <a:gd name="connsiteY548" fmla="*/ 1543057 h 1893093"/>
              <a:gd name="connsiteX549" fmla="*/ 951162 w 1464468"/>
              <a:gd name="connsiteY549" fmla="*/ 1464476 h 1893093"/>
              <a:gd name="connsiteX550" fmla="*/ 951162 w 1464468"/>
              <a:gd name="connsiteY550" fmla="*/ 1457332 h 1893093"/>
              <a:gd name="connsiteX551" fmla="*/ 951162 w 1464468"/>
              <a:gd name="connsiteY551" fmla="*/ 1378751 h 1893093"/>
              <a:gd name="connsiteX552" fmla="*/ 1029743 w 1464468"/>
              <a:gd name="connsiteY552" fmla="*/ 1378751 h 1893093"/>
              <a:gd name="connsiteX553" fmla="*/ 1029743 w 1464468"/>
              <a:gd name="connsiteY553" fmla="*/ 1457332 h 1893093"/>
              <a:gd name="connsiteX554" fmla="*/ 951162 w 1464468"/>
              <a:gd name="connsiteY554" fmla="*/ 1457332 h 1893093"/>
              <a:gd name="connsiteX555" fmla="*/ 1036887 w 1464468"/>
              <a:gd name="connsiteY555" fmla="*/ 1378751 h 1893093"/>
              <a:gd name="connsiteX556" fmla="*/ 1115468 w 1464468"/>
              <a:gd name="connsiteY556" fmla="*/ 1378751 h 1893093"/>
              <a:gd name="connsiteX557" fmla="*/ 1115468 w 1464468"/>
              <a:gd name="connsiteY557" fmla="*/ 1457332 h 1893093"/>
              <a:gd name="connsiteX558" fmla="*/ 1036887 w 1464468"/>
              <a:gd name="connsiteY558" fmla="*/ 1457332 h 1893093"/>
              <a:gd name="connsiteX559" fmla="*/ 1036887 w 1464468"/>
              <a:gd name="connsiteY559" fmla="*/ 1378751 h 1893093"/>
              <a:gd name="connsiteX560" fmla="*/ 1036887 w 1464468"/>
              <a:gd name="connsiteY560" fmla="*/ 1371607 h 1893093"/>
              <a:gd name="connsiteX561" fmla="*/ 1036887 w 1464468"/>
              <a:gd name="connsiteY561" fmla="*/ 1293026 h 1893093"/>
              <a:gd name="connsiteX562" fmla="*/ 1115468 w 1464468"/>
              <a:gd name="connsiteY562" fmla="*/ 1293026 h 1893093"/>
              <a:gd name="connsiteX563" fmla="*/ 1115468 w 1464468"/>
              <a:gd name="connsiteY563" fmla="*/ 1371607 h 1893093"/>
              <a:gd name="connsiteX564" fmla="*/ 1036887 w 1464468"/>
              <a:gd name="connsiteY564" fmla="*/ 1371607 h 1893093"/>
              <a:gd name="connsiteX565" fmla="*/ 1036887 w 1464468"/>
              <a:gd name="connsiteY565" fmla="*/ 1285882 h 1893093"/>
              <a:gd name="connsiteX566" fmla="*/ 1036887 w 1464468"/>
              <a:gd name="connsiteY566" fmla="*/ 1207301 h 1893093"/>
              <a:gd name="connsiteX567" fmla="*/ 1115468 w 1464468"/>
              <a:gd name="connsiteY567" fmla="*/ 1207301 h 1893093"/>
              <a:gd name="connsiteX568" fmla="*/ 1115468 w 1464468"/>
              <a:gd name="connsiteY568" fmla="*/ 1285882 h 1893093"/>
              <a:gd name="connsiteX569" fmla="*/ 1036887 w 1464468"/>
              <a:gd name="connsiteY569" fmla="*/ 1285882 h 1893093"/>
              <a:gd name="connsiteX570" fmla="*/ 1036887 w 1464468"/>
              <a:gd name="connsiteY570" fmla="*/ 1200157 h 1893093"/>
              <a:gd name="connsiteX571" fmla="*/ 1036887 w 1464468"/>
              <a:gd name="connsiteY571" fmla="*/ 1121576 h 1893093"/>
              <a:gd name="connsiteX572" fmla="*/ 1115468 w 1464468"/>
              <a:gd name="connsiteY572" fmla="*/ 1121576 h 1893093"/>
              <a:gd name="connsiteX573" fmla="*/ 1115468 w 1464468"/>
              <a:gd name="connsiteY573" fmla="*/ 1200157 h 1893093"/>
              <a:gd name="connsiteX574" fmla="*/ 1036887 w 1464468"/>
              <a:gd name="connsiteY574" fmla="*/ 1200157 h 1893093"/>
              <a:gd name="connsiteX575" fmla="*/ 1036887 w 1464468"/>
              <a:gd name="connsiteY575" fmla="*/ 1114432 h 1893093"/>
              <a:gd name="connsiteX576" fmla="*/ 1036887 w 1464468"/>
              <a:gd name="connsiteY576" fmla="*/ 1035851 h 1893093"/>
              <a:gd name="connsiteX577" fmla="*/ 1115468 w 1464468"/>
              <a:gd name="connsiteY577" fmla="*/ 1035851 h 1893093"/>
              <a:gd name="connsiteX578" fmla="*/ 1115468 w 1464468"/>
              <a:gd name="connsiteY578" fmla="*/ 1114432 h 1893093"/>
              <a:gd name="connsiteX579" fmla="*/ 1036887 w 1464468"/>
              <a:gd name="connsiteY579" fmla="*/ 1114432 h 1893093"/>
              <a:gd name="connsiteX580" fmla="*/ 1036887 w 1464468"/>
              <a:gd name="connsiteY580" fmla="*/ 1028707 h 1893093"/>
              <a:gd name="connsiteX581" fmla="*/ 1036887 w 1464468"/>
              <a:gd name="connsiteY581" fmla="*/ 950126 h 1893093"/>
              <a:gd name="connsiteX582" fmla="*/ 1115468 w 1464468"/>
              <a:gd name="connsiteY582" fmla="*/ 950126 h 1893093"/>
              <a:gd name="connsiteX583" fmla="*/ 1115468 w 1464468"/>
              <a:gd name="connsiteY583" fmla="*/ 1028707 h 1893093"/>
              <a:gd name="connsiteX584" fmla="*/ 1036887 w 1464468"/>
              <a:gd name="connsiteY584" fmla="*/ 1028707 h 1893093"/>
              <a:gd name="connsiteX585" fmla="*/ 1036887 w 1464468"/>
              <a:gd name="connsiteY585" fmla="*/ 942982 h 1893093"/>
              <a:gd name="connsiteX586" fmla="*/ 1036887 w 1464468"/>
              <a:gd name="connsiteY586" fmla="*/ 864401 h 1893093"/>
              <a:gd name="connsiteX587" fmla="*/ 1115468 w 1464468"/>
              <a:gd name="connsiteY587" fmla="*/ 864401 h 1893093"/>
              <a:gd name="connsiteX588" fmla="*/ 1115468 w 1464468"/>
              <a:gd name="connsiteY588" fmla="*/ 942982 h 1893093"/>
              <a:gd name="connsiteX589" fmla="*/ 1036887 w 1464468"/>
              <a:gd name="connsiteY589" fmla="*/ 942982 h 1893093"/>
              <a:gd name="connsiteX590" fmla="*/ 1036887 w 1464468"/>
              <a:gd name="connsiteY590" fmla="*/ 857257 h 1893093"/>
              <a:gd name="connsiteX591" fmla="*/ 1036887 w 1464468"/>
              <a:gd name="connsiteY591" fmla="*/ 778676 h 1893093"/>
              <a:gd name="connsiteX592" fmla="*/ 1115468 w 1464468"/>
              <a:gd name="connsiteY592" fmla="*/ 778676 h 1893093"/>
              <a:gd name="connsiteX593" fmla="*/ 1115468 w 1464468"/>
              <a:gd name="connsiteY593" fmla="*/ 857257 h 1893093"/>
              <a:gd name="connsiteX594" fmla="*/ 1036887 w 1464468"/>
              <a:gd name="connsiteY594" fmla="*/ 857257 h 1893093"/>
              <a:gd name="connsiteX595" fmla="*/ 1036887 w 1464468"/>
              <a:gd name="connsiteY595" fmla="*/ 771532 h 1893093"/>
              <a:gd name="connsiteX596" fmla="*/ 1036887 w 1464468"/>
              <a:gd name="connsiteY596" fmla="*/ 692951 h 1893093"/>
              <a:gd name="connsiteX597" fmla="*/ 1115468 w 1464468"/>
              <a:gd name="connsiteY597" fmla="*/ 692951 h 1893093"/>
              <a:gd name="connsiteX598" fmla="*/ 1115468 w 1464468"/>
              <a:gd name="connsiteY598" fmla="*/ 771532 h 1893093"/>
              <a:gd name="connsiteX599" fmla="*/ 1036887 w 1464468"/>
              <a:gd name="connsiteY599" fmla="*/ 771532 h 1893093"/>
              <a:gd name="connsiteX600" fmla="*/ 1036887 w 1464468"/>
              <a:gd name="connsiteY600" fmla="*/ 685807 h 1893093"/>
              <a:gd name="connsiteX601" fmla="*/ 1036887 w 1464468"/>
              <a:gd name="connsiteY601" fmla="*/ 607226 h 1893093"/>
              <a:gd name="connsiteX602" fmla="*/ 1115468 w 1464468"/>
              <a:gd name="connsiteY602" fmla="*/ 607226 h 1893093"/>
              <a:gd name="connsiteX603" fmla="*/ 1115468 w 1464468"/>
              <a:gd name="connsiteY603" fmla="*/ 685807 h 1893093"/>
              <a:gd name="connsiteX604" fmla="*/ 1036887 w 1464468"/>
              <a:gd name="connsiteY604" fmla="*/ 685807 h 1893093"/>
              <a:gd name="connsiteX605" fmla="*/ 1036887 w 1464468"/>
              <a:gd name="connsiteY605" fmla="*/ 600075 h 1893093"/>
              <a:gd name="connsiteX606" fmla="*/ 1036887 w 1464468"/>
              <a:gd name="connsiteY606" fmla="*/ 521494 h 1893093"/>
              <a:gd name="connsiteX607" fmla="*/ 1115468 w 1464468"/>
              <a:gd name="connsiteY607" fmla="*/ 521494 h 1893093"/>
              <a:gd name="connsiteX608" fmla="*/ 1115468 w 1464468"/>
              <a:gd name="connsiteY608" fmla="*/ 600075 h 1893093"/>
              <a:gd name="connsiteX609" fmla="*/ 1036887 w 1464468"/>
              <a:gd name="connsiteY609" fmla="*/ 600075 h 1893093"/>
              <a:gd name="connsiteX610" fmla="*/ 1036887 w 1464468"/>
              <a:gd name="connsiteY610" fmla="*/ 514350 h 1893093"/>
              <a:gd name="connsiteX611" fmla="*/ 1036887 w 1464468"/>
              <a:gd name="connsiteY611" fmla="*/ 435769 h 1893093"/>
              <a:gd name="connsiteX612" fmla="*/ 1115468 w 1464468"/>
              <a:gd name="connsiteY612" fmla="*/ 435769 h 1893093"/>
              <a:gd name="connsiteX613" fmla="*/ 1115468 w 1464468"/>
              <a:gd name="connsiteY613" fmla="*/ 514350 h 1893093"/>
              <a:gd name="connsiteX614" fmla="*/ 1036887 w 1464468"/>
              <a:gd name="connsiteY614" fmla="*/ 514350 h 1893093"/>
              <a:gd name="connsiteX615" fmla="*/ 1036887 w 1464468"/>
              <a:gd name="connsiteY615" fmla="*/ 428625 h 1893093"/>
              <a:gd name="connsiteX616" fmla="*/ 1036887 w 1464468"/>
              <a:gd name="connsiteY616" fmla="*/ 350044 h 1893093"/>
              <a:gd name="connsiteX617" fmla="*/ 1115468 w 1464468"/>
              <a:gd name="connsiteY617" fmla="*/ 350044 h 1893093"/>
              <a:gd name="connsiteX618" fmla="*/ 1115468 w 1464468"/>
              <a:gd name="connsiteY618" fmla="*/ 428625 h 1893093"/>
              <a:gd name="connsiteX619" fmla="*/ 1036887 w 1464468"/>
              <a:gd name="connsiteY619" fmla="*/ 428625 h 1893093"/>
              <a:gd name="connsiteX620" fmla="*/ 1036887 w 1464468"/>
              <a:gd name="connsiteY620" fmla="*/ 342900 h 1893093"/>
              <a:gd name="connsiteX621" fmla="*/ 1036887 w 1464468"/>
              <a:gd name="connsiteY621" fmla="*/ 264319 h 1893093"/>
              <a:gd name="connsiteX622" fmla="*/ 1115468 w 1464468"/>
              <a:gd name="connsiteY622" fmla="*/ 264319 h 1893093"/>
              <a:gd name="connsiteX623" fmla="*/ 1115468 w 1464468"/>
              <a:gd name="connsiteY623" fmla="*/ 342900 h 1893093"/>
              <a:gd name="connsiteX624" fmla="*/ 1036887 w 1464468"/>
              <a:gd name="connsiteY624" fmla="*/ 342900 h 1893093"/>
              <a:gd name="connsiteX625" fmla="*/ 1029743 w 1464468"/>
              <a:gd name="connsiteY625" fmla="*/ 342900 h 1893093"/>
              <a:gd name="connsiteX626" fmla="*/ 951162 w 1464468"/>
              <a:gd name="connsiteY626" fmla="*/ 342900 h 1893093"/>
              <a:gd name="connsiteX627" fmla="*/ 951162 w 1464468"/>
              <a:gd name="connsiteY627" fmla="*/ 264319 h 1893093"/>
              <a:gd name="connsiteX628" fmla="*/ 1029743 w 1464468"/>
              <a:gd name="connsiteY628" fmla="*/ 264319 h 1893093"/>
              <a:gd name="connsiteX629" fmla="*/ 1029743 w 1464468"/>
              <a:gd name="connsiteY629" fmla="*/ 342900 h 1893093"/>
              <a:gd name="connsiteX630" fmla="*/ 944018 w 1464468"/>
              <a:gd name="connsiteY630" fmla="*/ 342900 h 1893093"/>
              <a:gd name="connsiteX631" fmla="*/ 865437 w 1464468"/>
              <a:gd name="connsiteY631" fmla="*/ 342900 h 1893093"/>
              <a:gd name="connsiteX632" fmla="*/ 865437 w 1464468"/>
              <a:gd name="connsiteY632" fmla="*/ 264319 h 1893093"/>
              <a:gd name="connsiteX633" fmla="*/ 944018 w 1464468"/>
              <a:gd name="connsiteY633" fmla="*/ 264319 h 1893093"/>
              <a:gd name="connsiteX634" fmla="*/ 944018 w 1464468"/>
              <a:gd name="connsiteY634" fmla="*/ 342900 h 1893093"/>
              <a:gd name="connsiteX635" fmla="*/ 858293 w 1464468"/>
              <a:gd name="connsiteY635" fmla="*/ 342900 h 1893093"/>
              <a:gd name="connsiteX636" fmla="*/ 779712 w 1464468"/>
              <a:gd name="connsiteY636" fmla="*/ 342900 h 1893093"/>
              <a:gd name="connsiteX637" fmla="*/ 779712 w 1464468"/>
              <a:gd name="connsiteY637" fmla="*/ 264319 h 1893093"/>
              <a:gd name="connsiteX638" fmla="*/ 858293 w 1464468"/>
              <a:gd name="connsiteY638" fmla="*/ 264319 h 1893093"/>
              <a:gd name="connsiteX639" fmla="*/ 858293 w 1464468"/>
              <a:gd name="connsiteY639" fmla="*/ 342900 h 1893093"/>
              <a:gd name="connsiteX640" fmla="*/ 772568 w 1464468"/>
              <a:gd name="connsiteY640" fmla="*/ 342900 h 1893093"/>
              <a:gd name="connsiteX641" fmla="*/ 693987 w 1464468"/>
              <a:gd name="connsiteY641" fmla="*/ 342900 h 1893093"/>
              <a:gd name="connsiteX642" fmla="*/ 693987 w 1464468"/>
              <a:gd name="connsiteY642" fmla="*/ 264319 h 1893093"/>
              <a:gd name="connsiteX643" fmla="*/ 772568 w 1464468"/>
              <a:gd name="connsiteY643" fmla="*/ 264319 h 1893093"/>
              <a:gd name="connsiteX644" fmla="*/ 772568 w 1464468"/>
              <a:gd name="connsiteY644" fmla="*/ 342900 h 1893093"/>
              <a:gd name="connsiteX645" fmla="*/ 686843 w 1464468"/>
              <a:gd name="connsiteY645" fmla="*/ 342900 h 1893093"/>
              <a:gd name="connsiteX646" fmla="*/ 608262 w 1464468"/>
              <a:gd name="connsiteY646" fmla="*/ 342900 h 1893093"/>
              <a:gd name="connsiteX647" fmla="*/ 608262 w 1464468"/>
              <a:gd name="connsiteY647" fmla="*/ 264319 h 1893093"/>
              <a:gd name="connsiteX648" fmla="*/ 686843 w 1464468"/>
              <a:gd name="connsiteY648" fmla="*/ 264319 h 1893093"/>
              <a:gd name="connsiteX649" fmla="*/ 686843 w 1464468"/>
              <a:gd name="connsiteY649" fmla="*/ 342900 h 1893093"/>
              <a:gd name="connsiteX650" fmla="*/ 601118 w 1464468"/>
              <a:gd name="connsiteY650" fmla="*/ 342900 h 1893093"/>
              <a:gd name="connsiteX651" fmla="*/ 522537 w 1464468"/>
              <a:gd name="connsiteY651" fmla="*/ 342900 h 1893093"/>
              <a:gd name="connsiteX652" fmla="*/ 522537 w 1464468"/>
              <a:gd name="connsiteY652" fmla="*/ 264319 h 1893093"/>
              <a:gd name="connsiteX653" fmla="*/ 601118 w 1464468"/>
              <a:gd name="connsiteY653" fmla="*/ 264319 h 1893093"/>
              <a:gd name="connsiteX654" fmla="*/ 601118 w 1464468"/>
              <a:gd name="connsiteY654" fmla="*/ 342900 h 1893093"/>
              <a:gd name="connsiteX655" fmla="*/ 515393 w 1464468"/>
              <a:gd name="connsiteY655" fmla="*/ 342900 h 1893093"/>
              <a:gd name="connsiteX656" fmla="*/ 436812 w 1464468"/>
              <a:gd name="connsiteY656" fmla="*/ 342900 h 1893093"/>
              <a:gd name="connsiteX657" fmla="*/ 436812 w 1464468"/>
              <a:gd name="connsiteY657" fmla="*/ 264319 h 1893093"/>
              <a:gd name="connsiteX658" fmla="*/ 515393 w 1464468"/>
              <a:gd name="connsiteY658" fmla="*/ 264319 h 1893093"/>
              <a:gd name="connsiteX659" fmla="*/ 515393 w 1464468"/>
              <a:gd name="connsiteY659" fmla="*/ 342900 h 1893093"/>
              <a:gd name="connsiteX660" fmla="*/ 429668 w 1464468"/>
              <a:gd name="connsiteY660" fmla="*/ 342900 h 1893093"/>
              <a:gd name="connsiteX661" fmla="*/ 351087 w 1464468"/>
              <a:gd name="connsiteY661" fmla="*/ 342900 h 1893093"/>
              <a:gd name="connsiteX662" fmla="*/ 351087 w 1464468"/>
              <a:gd name="connsiteY662" fmla="*/ 264319 h 1893093"/>
              <a:gd name="connsiteX663" fmla="*/ 429668 w 1464468"/>
              <a:gd name="connsiteY663" fmla="*/ 264319 h 1893093"/>
              <a:gd name="connsiteX664" fmla="*/ 429668 w 1464468"/>
              <a:gd name="connsiteY664" fmla="*/ 342900 h 1893093"/>
              <a:gd name="connsiteX665" fmla="*/ 429668 w 1464468"/>
              <a:gd name="connsiteY665" fmla="*/ 350044 h 1893093"/>
              <a:gd name="connsiteX666" fmla="*/ 429668 w 1464468"/>
              <a:gd name="connsiteY666" fmla="*/ 428625 h 1893093"/>
              <a:gd name="connsiteX667" fmla="*/ 351087 w 1464468"/>
              <a:gd name="connsiteY667" fmla="*/ 428625 h 1893093"/>
              <a:gd name="connsiteX668" fmla="*/ 351087 w 1464468"/>
              <a:gd name="connsiteY668" fmla="*/ 350044 h 1893093"/>
              <a:gd name="connsiteX669" fmla="*/ 429668 w 1464468"/>
              <a:gd name="connsiteY669" fmla="*/ 350044 h 1893093"/>
              <a:gd name="connsiteX670" fmla="*/ 343943 w 1464468"/>
              <a:gd name="connsiteY670" fmla="*/ 428625 h 1893093"/>
              <a:gd name="connsiteX671" fmla="*/ 265362 w 1464468"/>
              <a:gd name="connsiteY671" fmla="*/ 428625 h 1893093"/>
              <a:gd name="connsiteX672" fmla="*/ 265362 w 1464468"/>
              <a:gd name="connsiteY672" fmla="*/ 350044 h 1893093"/>
              <a:gd name="connsiteX673" fmla="*/ 343943 w 1464468"/>
              <a:gd name="connsiteY673" fmla="*/ 350044 h 1893093"/>
              <a:gd name="connsiteX674" fmla="*/ 343943 w 1464468"/>
              <a:gd name="connsiteY674" fmla="*/ 428625 h 1893093"/>
              <a:gd name="connsiteX675" fmla="*/ 343943 w 1464468"/>
              <a:gd name="connsiteY675" fmla="*/ 435769 h 1893093"/>
              <a:gd name="connsiteX676" fmla="*/ 343943 w 1464468"/>
              <a:gd name="connsiteY676" fmla="*/ 514350 h 1893093"/>
              <a:gd name="connsiteX677" fmla="*/ 265362 w 1464468"/>
              <a:gd name="connsiteY677" fmla="*/ 514350 h 1893093"/>
              <a:gd name="connsiteX678" fmla="*/ 265362 w 1464468"/>
              <a:gd name="connsiteY678" fmla="*/ 435769 h 1893093"/>
              <a:gd name="connsiteX679" fmla="*/ 343943 w 1464468"/>
              <a:gd name="connsiteY679" fmla="*/ 435769 h 1893093"/>
              <a:gd name="connsiteX680" fmla="*/ 343943 w 1464468"/>
              <a:gd name="connsiteY680" fmla="*/ 521494 h 1893093"/>
              <a:gd name="connsiteX681" fmla="*/ 343943 w 1464468"/>
              <a:gd name="connsiteY681" fmla="*/ 600075 h 1893093"/>
              <a:gd name="connsiteX682" fmla="*/ 265362 w 1464468"/>
              <a:gd name="connsiteY682" fmla="*/ 600075 h 1893093"/>
              <a:gd name="connsiteX683" fmla="*/ 265362 w 1464468"/>
              <a:gd name="connsiteY683" fmla="*/ 521494 h 1893093"/>
              <a:gd name="connsiteX684" fmla="*/ 343943 w 1464468"/>
              <a:gd name="connsiteY684" fmla="*/ 521494 h 1893093"/>
              <a:gd name="connsiteX685" fmla="*/ 343943 w 1464468"/>
              <a:gd name="connsiteY685" fmla="*/ 607219 h 1893093"/>
              <a:gd name="connsiteX686" fmla="*/ 343943 w 1464468"/>
              <a:gd name="connsiteY686" fmla="*/ 685800 h 1893093"/>
              <a:gd name="connsiteX687" fmla="*/ 265362 w 1464468"/>
              <a:gd name="connsiteY687" fmla="*/ 685800 h 1893093"/>
              <a:gd name="connsiteX688" fmla="*/ 265362 w 1464468"/>
              <a:gd name="connsiteY688" fmla="*/ 607219 h 1893093"/>
              <a:gd name="connsiteX689" fmla="*/ 343943 w 1464468"/>
              <a:gd name="connsiteY689" fmla="*/ 607219 h 1893093"/>
              <a:gd name="connsiteX690" fmla="*/ 343943 w 1464468"/>
              <a:gd name="connsiteY690" fmla="*/ 692951 h 1893093"/>
              <a:gd name="connsiteX691" fmla="*/ 343943 w 1464468"/>
              <a:gd name="connsiteY691" fmla="*/ 771532 h 1893093"/>
              <a:gd name="connsiteX692" fmla="*/ 265362 w 1464468"/>
              <a:gd name="connsiteY692" fmla="*/ 771532 h 1893093"/>
              <a:gd name="connsiteX693" fmla="*/ 265362 w 1464468"/>
              <a:gd name="connsiteY693" fmla="*/ 692951 h 1893093"/>
              <a:gd name="connsiteX694" fmla="*/ 343943 w 1464468"/>
              <a:gd name="connsiteY694" fmla="*/ 692951 h 1893093"/>
              <a:gd name="connsiteX695" fmla="*/ 343943 w 1464468"/>
              <a:gd name="connsiteY695" fmla="*/ 778676 h 1893093"/>
              <a:gd name="connsiteX696" fmla="*/ 343943 w 1464468"/>
              <a:gd name="connsiteY696" fmla="*/ 857257 h 1893093"/>
              <a:gd name="connsiteX697" fmla="*/ 265362 w 1464468"/>
              <a:gd name="connsiteY697" fmla="*/ 857257 h 1893093"/>
              <a:gd name="connsiteX698" fmla="*/ 265362 w 1464468"/>
              <a:gd name="connsiteY698" fmla="*/ 778676 h 1893093"/>
              <a:gd name="connsiteX699" fmla="*/ 343943 w 1464468"/>
              <a:gd name="connsiteY699" fmla="*/ 778676 h 1893093"/>
              <a:gd name="connsiteX700" fmla="*/ 343943 w 1464468"/>
              <a:gd name="connsiteY700" fmla="*/ 864401 h 1893093"/>
              <a:gd name="connsiteX701" fmla="*/ 343943 w 1464468"/>
              <a:gd name="connsiteY701" fmla="*/ 942982 h 1893093"/>
              <a:gd name="connsiteX702" fmla="*/ 265362 w 1464468"/>
              <a:gd name="connsiteY702" fmla="*/ 942982 h 1893093"/>
              <a:gd name="connsiteX703" fmla="*/ 265362 w 1464468"/>
              <a:gd name="connsiteY703" fmla="*/ 864401 h 1893093"/>
              <a:gd name="connsiteX704" fmla="*/ 343943 w 1464468"/>
              <a:gd name="connsiteY704" fmla="*/ 864401 h 1893093"/>
              <a:gd name="connsiteX705" fmla="*/ 343943 w 1464468"/>
              <a:gd name="connsiteY705" fmla="*/ 950126 h 1893093"/>
              <a:gd name="connsiteX706" fmla="*/ 343943 w 1464468"/>
              <a:gd name="connsiteY706" fmla="*/ 1028707 h 1893093"/>
              <a:gd name="connsiteX707" fmla="*/ 265362 w 1464468"/>
              <a:gd name="connsiteY707" fmla="*/ 1028707 h 1893093"/>
              <a:gd name="connsiteX708" fmla="*/ 265362 w 1464468"/>
              <a:gd name="connsiteY708" fmla="*/ 950126 h 1893093"/>
              <a:gd name="connsiteX709" fmla="*/ 343943 w 1464468"/>
              <a:gd name="connsiteY709" fmla="*/ 950126 h 1893093"/>
              <a:gd name="connsiteX710" fmla="*/ 343943 w 1464468"/>
              <a:gd name="connsiteY710" fmla="*/ 1035851 h 1893093"/>
              <a:gd name="connsiteX711" fmla="*/ 343943 w 1464468"/>
              <a:gd name="connsiteY711" fmla="*/ 1114432 h 1893093"/>
              <a:gd name="connsiteX712" fmla="*/ 265362 w 1464468"/>
              <a:gd name="connsiteY712" fmla="*/ 1114432 h 1893093"/>
              <a:gd name="connsiteX713" fmla="*/ 265362 w 1464468"/>
              <a:gd name="connsiteY713" fmla="*/ 1035851 h 1893093"/>
              <a:gd name="connsiteX714" fmla="*/ 343943 w 1464468"/>
              <a:gd name="connsiteY714" fmla="*/ 1035851 h 1893093"/>
              <a:gd name="connsiteX715" fmla="*/ 343943 w 1464468"/>
              <a:gd name="connsiteY715" fmla="*/ 1121576 h 1893093"/>
              <a:gd name="connsiteX716" fmla="*/ 343943 w 1464468"/>
              <a:gd name="connsiteY716" fmla="*/ 1200157 h 1893093"/>
              <a:gd name="connsiteX717" fmla="*/ 265362 w 1464468"/>
              <a:gd name="connsiteY717" fmla="*/ 1200157 h 1893093"/>
              <a:gd name="connsiteX718" fmla="*/ 265362 w 1464468"/>
              <a:gd name="connsiteY718" fmla="*/ 1121576 h 1893093"/>
              <a:gd name="connsiteX719" fmla="*/ 343943 w 1464468"/>
              <a:gd name="connsiteY719" fmla="*/ 1121576 h 1893093"/>
              <a:gd name="connsiteX720" fmla="*/ 343943 w 1464468"/>
              <a:gd name="connsiteY720" fmla="*/ 1207301 h 1893093"/>
              <a:gd name="connsiteX721" fmla="*/ 343943 w 1464468"/>
              <a:gd name="connsiteY721" fmla="*/ 1285882 h 1893093"/>
              <a:gd name="connsiteX722" fmla="*/ 265362 w 1464468"/>
              <a:gd name="connsiteY722" fmla="*/ 1285882 h 1893093"/>
              <a:gd name="connsiteX723" fmla="*/ 265362 w 1464468"/>
              <a:gd name="connsiteY723" fmla="*/ 1207301 h 1893093"/>
              <a:gd name="connsiteX724" fmla="*/ 343943 w 1464468"/>
              <a:gd name="connsiteY724" fmla="*/ 1207301 h 1893093"/>
              <a:gd name="connsiteX725" fmla="*/ 343943 w 1464468"/>
              <a:gd name="connsiteY725" fmla="*/ 1293026 h 1893093"/>
              <a:gd name="connsiteX726" fmla="*/ 343943 w 1464468"/>
              <a:gd name="connsiteY726" fmla="*/ 1371607 h 1893093"/>
              <a:gd name="connsiteX727" fmla="*/ 265362 w 1464468"/>
              <a:gd name="connsiteY727" fmla="*/ 1371607 h 1893093"/>
              <a:gd name="connsiteX728" fmla="*/ 265362 w 1464468"/>
              <a:gd name="connsiteY728" fmla="*/ 1293026 h 1893093"/>
              <a:gd name="connsiteX729" fmla="*/ 343943 w 1464468"/>
              <a:gd name="connsiteY729" fmla="*/ 1293026 h 1893093"/>
              <a:gd name="connsiteX730" fmla="*/ 343943 w 1464468"/>
              <a:gd name="connsiteY730" fmla="*/ 1378751 h 1893093"/>
              <a:gd name="connsiteX731" fmla="*/ 343943 w 1464468"/>
              <a:gd name="connsiteY731" fmla="*/ 1457332 h 1893093"/>
              <a:gd name="connsiteX732" fmla="*/ 265362 w 1464468"/>
              <a:gd name="connsiteY732" fmla="*/ 1457332 h 1893093"/>
              <a:gd name="connsiteX733" fmla="*/ 265362 w 1464468"/>
              <a:gd name="connsiteY733" fmla="*/ 1378751 h 1893093"/>
              <a:gd name="connsiteX734" fmla="*/ 343943 w 1464468"/>
              <a:gd name="connsiteY734" fmla="*/ 1378751 h 1893093"/>
              <a:gd name="connsiteX735" fmla="*/ 343943 w 1464468"/>
              <a:gd name="connsiteY735" fmla="*/ 1464476 h 1893093"/>
              <a:gd name="connsiteX736" fmla="*/ 343943 w 1464468"/>
              <a:gd name="connsiteY736" fmla="*/ 1543057 h 1893093"/>
              <a:gd name="connsiteX737" fmla="*/ 265362 w 1464468"/>
              <a:gd name="connsiteY737" fmla="*/ 1543057 h 1893093"/>
              <a:gd name="connsiteX738" fmla="*/ 265362 w 1464468"/>
              <a:gd name="connsiteY738" fmla="*/ 1464476 h 1893093"/>
              <a:gd name="connsiteX739" fmla="*/ 343943 w 1464468"/>
              <a:gd name="connsiteY739" fmla="*/ 1464476 h 1893093"/>
              <a:gd name="connsiteX740" fmla="*/ 351087 w 1464468"/>
              <a:gd name="connsiteY740" fmla="*/ 1464476 h 1893093"/>
              <a:gd name="connsiteX741" fmla="*/ 429668 w 1464468"/>
              <a:gd name="connsiteY741" fmla="*/ 1464476 h 1893093"/>
              <a:gd name="connsiteX742" fmla="*/ 429668 w 1464468"/>
              <a:gd name="connsiteY742" fmla="*/ 1543057 h 1893093"/>
              <a:gd name="connsiteX743" fmla="*/ 351087 w 1464468"/>
              <a:gd name="connsiteY743" fmla="*/ 1543057 h 1893093"/>
              <a:gd name="connsiteX744" fmla="*/ 351087 w 1464468"/>
              <a:gd name="connsiteY744" fmla="*/ 1464476 h 1893093"/>
              <a:gd name="connsiteX745" fmla="*/ 429668 w 1464468"/>
              <a:gd name="connsiteY745" fmla="*/ 1550201 h 1893093"/>
              <a:gd name="connsiteX746" fmla="*/ 429668 w 1464468"/>
              <a:gd name="connsiteY746" fmla="*/ 1628782 h 1893093"/>
              <a:gd name="connsiteX747" fmla="*/ 351087 w 1464468"/>
              <a:gd name="connsiteY747" fmla="*/ 1628782 h 1893093"/>
              <a:gd name="connsiteX748" fmla="*/ 351087 w 1464468"/>
              <a:gd name="connsiteY748" fmla="*/ 1550201 h 1893093"/>
              <a:gd name="connsiteX749" fmla="*/ 429668 w 1464468"/>
              <a:gd name="connsiteY749" fmla="*/ 1550201 h 1893093"/>
              <a:gd name="connsiteX750" fmla="*/ 436812 w 1464468"/>
              <a:gd name="connsiteY750" fmla="*/ 1550201 h 1893093"/>
              <a:gd name="connsiteX751" fmla="*/ 515393 w 1464468"/>
              <a:gd name="connsiteY751" fmla="*/ 1550201 h 1893093"/>
              <a:gd name="connsiteX752" fmla="*/ 515393 w 1464468"/>
              <a:gd name="connsiteY752" fmla="*/ 1628782 h 1893093"/>
              <a:gd name="connsiteX753" fmla="*/ 436812 w 1464468"/>
              <a:gd name="connsiteY753" fmla="*/ 1628782 h 1893093"/>
              <a:gd name="connsiteX754" fmla="*/ 436812 w 1464468"/>
              <a:gd name="connsiteY754" fmla="*/ 1550201 h 1893093"/>
              <a:gd name="connsiteX755" fmla="*/ 522537 w 1464468"/>
              <a:gd name="connsiteY755" fmla="*/ 1550201 h 1893093"/>
              <a:gd name="connsiteX756" fmla="*/ 601118 w 1464468"/>
              <a:gd name="connsiteY756" fmla="*/ 1550201 h 1893093"/>
              <a:gd name="connsiteX757" fmla="*/ 601118 w 1464468"/>
              <a:gd name="connsiteY757" fmla="*/ 1628782 h 1893093"/>
              <a:gd name="connsiteX758" fmla="*/ 522537 w 1464468"/>
              <a:gd name="connsiteY758" fmla="*/ 1628782 h 1893093"/>
              <a:gd name="connsiteX759" fmla="*/ 522537 w 1464468"/>
              <a:gd name="connsiteY759" fmla="*/ 1550201 h 1893093"/>
              <a:gd name="connsiteX760" fmla="*/ 608262 w 1464468"/>
              <a:gd name="connsiteY760" fmla="*/ 1550201 h 1893093"/>
              <a:gd name="connsiteX761" fmla="*/ 686843 w 1464468"/>
              <a:gd name="connsiteY761" fmla="*/ 1550201 h 1893093"/>
              <a:gd name="connsiteX762" fmla="*/ 686843 w 1464468"/>
              <a:gd name="connsiteY762" fmla="*/ 1628782 h 1893093"/>
              <a:gd name="connsiteX763" fmla="*/ 608262 w 1464468"/>
              <a:gd name="connsiteY763" fmla="*/ 1628782 h 1893093"/>
              <a:gd name="connsiteX764" fmla="*/ 608262 w 1464468"/>
              <a:gd name="connsiteY764" fmla="*/ 1550201 h 1893093"/>
              <a:gd name="connsiteX765" fmla="*/ 693987 w 1464468"/>
              <a:gd name="connsiteY765" fmla="*/ 1550201 h 1893093"/>
              <a:gd name="connsiteX766" fmla="*/ 772568 w 1464468"/>
              <a:gd name="connsiteY766" fmla="*/ 1550201 h 1893093"/>
              <a:gd name="connsiteX767" fmla="*/ 772568 w 1464468"/>
              <a:gd name="connsiteY767" fmla="*/ 1628782 h 1893093"/>
              <a:gd name="connsiteX768" fmla="*/ 693987 w 1464468"/>
              <a:gd name="connsiteY768" fmla="*/ 1628782 h 1893093"/>
              <a:gd name="connsiteX769" fmla="*/ 693987 w 1464468"/>
              <a:gd name="connsiteY769" fmla="*/ 1550201 h 1893093"/>
              <a:gd name="connsiteX770" fmla="*/ 779712 w 1464468"/>
              <a:gd name="connsiteY770" fmla="*/ 1550201 h 1893093"/>
              <a:gd name="connsiteX771" fmla="*/ 858293 w 1464468"/>
              <a:gd name="connsiteY771" fmla="*/ 1550201 h 1893093"/>
              <a:gd name="connsiteX772" fmla="*/ 858293 w 1464468"/>
              <a:gd name="connsiteY772" fmla="*/ 1628782 h 1893093"/>
              <a:gd name="connsiteX773" fmla="*/ 779712 w 1464468"/>
              <a:gd name="connsiteY773" fmla="*/ 1628782 h 1893093"/>
              <a:gd name="connsiteX774" fmla="*/ 779712 w 1464468"/>
              <a:gd name="connsiteY774" fmla="*/ 1550201 h 1893093"/>
              <a:gd name="connsiteX775" fmla="*/ 865437 w 1464468"/>
              <a:gd name="connsiteY775" fmla="*/ 1550201 h 1893093"/>
              <a:gd name="connsiteX776" fmla="*/ 944018 w 1464468"/>
              <a:gd name="connsiteY776" fmla="*/ 1550201 h 1893093"/>
              <a:gd name="connsiteX777" fmla="*/ 944018 w 1464468"/>
              <a:gd name="connsiteY777" fmla="*/ 1628782 h 1893093"/>
              <a:gd name="connsiteX778" fmla="*/ 865437 w 1464468"/>
              <a:gd name="connsiteY778" fmla="*/ 1628782 h 1893093"/>
              <a:gd name="connsiteX779" fmla="*/ 865437 w 1464468"/>
              <a:gd name="connsiteY779" fmla="*/ 1550201 h 1893093"/>
              <a:gd name="connsiteX780" fmla="*/ 951162 w 1464468"/>
              <a:gd name="connsiteY780" fmla="*/ 1550201 h 1893093"/>
              <a:gd name="connsiteX781" fmla="*/ 1029743 w 1464468"/>
              <a:gd name="connsiteY781" fmla="*/ 1550201 h 1893093"/>
              <a:gd name="connsiteX782" fmla="*/ 1029743 w 1464468"/>
              <a:gd name="connsiteY782" fmla="*/ 1628782 h 1893093"/>
              <a:gd name="connsiteX783" fmla="*/ 951162 w 1464468"/>
              <a:gd name="connsiteY783" fmla="*/ 1628782 h 1893093"/>
              <a:gd name="connsiteX784" fmla="*/ 951162 w 1464468"/>
              <a:gd name="connsiteY784" fmla="*/ 1550201 h 1893093"/>
              <a:gd name="connsiteX785" fmla="*/ 1036887 w 1464468"/>
              <a:gd name="connsiteY785" fmla="*/ 1550201 h 1893093"/>
              <a:gd name="connsiteX786" fmla="*/ 1115468 w 1464468"/>
              <a:gd name="connsiteY786" fmla="*/ 1550201 h 1893093"/>
              <a:gd name="connsiteX787" fmla="*/ 1115468 w 1464468"/>
              <a:gd name="connsiteY787" fmla="*/ 1628782 h 1893093"/>
              <a:gd name="connsiteX788" fmla="*/ 1036887 w 1464468"/>
              <a:gd name="connsiteY788" fmla="*/ 1628782 h 1893093"/>
              <a:gd name="connsiteX789" fmla="*/ 1036887 w 1464468"/>
              <a:gd name="connsiteY789" fmla="*/ 1550201 h 1893093"/>
              <a:gd name="connsiteX790" fmla="*/ 1036887 w 1464468"/>
              <a:gd name="connsiteY790" fmla="*/ 1543057 h 1893093"/>
              <a:gd name="connsiteX791" fmla="*/ 1036887 w 1464468"/>
              <a:gd name="connsiteY791" fmla="*/ 1464476 h 1893093"/>
              <a:gd name="connsiteX792" fmla="*/ 1115468 w 1464468"/>
              <a:gd name="connsiteY792" fmla="*/ 1464476 h 1893093"/>
              <a:gd name="connsiteX793" fmla="*/ 1115468 w 1464468"/>
              <a:gd name="connsiteY793" fmla="*/ 1543057 h 1893093"/>
              <a:gd name="connsiteX794" fmla="*/ 1036887 w 1464468"/>
              <a:gd name="connsiteY794" fmla="*/ 1543057 h 1893093"/>
              <a:gd name="connsiteX795" fmla="*/ 1122612 w 1464468"/>
              <a:gd name="connsiteY795" fmla="*/ 1464476 h 1893093"/>
              <a:gd name="connsiteX796" fmla="*/ 1201193 w 1464468"/>
              <a:gd name="connsiteY796" fmla="*/ 1464476 h 1893093"/>
              <a:gd name="connsiteX797" fmla="*/ 1201193 w 1464468"/>
              <a:gd name="connsiteY797" fmla="*/ 1543057 h 1893093"/>
              <a:gd name="connsiteX798" fmla="*/ 1122612 w 1464468"/>
              <a:gd name="connsiteY798" fmla="*/ 1543057 h 1893093"/>
              <a:gd name="connsiteX799" fmla="*/ 1122612 w 1464468"/>
              <a:gd name="connsiteY799" fmla="*/ 1464476 h 1893093"/>
              <a:gd name="connsiteX800" fmla="*/ 1122612 w 1464468"/>
              <a:gd name="connsiteY800" fmla="*/ 1457332 h 1893093"/>
              <a:gd name="connsiteX801" fmla="*/ 1122612 w 1464468"/>
              <a:gd name="connsiteY801" fmla="*/ 1378751 h 1893093"/>
              <a:gd name="connsiteX802" fmla="*/ 1201193 w 1464468"/>
              <a:gd name="connsiteY802" fmla="*/ 1378751 h 1893093"/>
              <a:gd name="connsiteX803" fmla="*/ 1201193 w 1464468"/>
              <a:gd name="connsiteY803" fmla="*/ 1457332 h 1893093"/>
              <a:gd name="connsiteX804" fmla="*/ 1122612 w 1464468"/>
              <a:gd name="connsiteY804" fmla="*/ 1457332 h 1893093"/>
              <a:gd name="connsiteX805" fmla="*/ 1122612 w 1464468"/>
              <a:gd name="connsiteY805" fmla="*/ 1371607 h 1893093"/>
              <a:gd name="connsiteX806" fmla="*/ 1122612 w 1464468"/>
              <a:gd name="connsiteY806" fmla="*/ 1293026 h 1893093"/>
              <a:gd name="connsiteX807" fmla="*/ 1201193 w 1464468"/>
              <a:gd name="connsiteY807" fmla="*/ 1293026 h 1893093"/>
              <a:gd name="connsiteX808" fmla="*/ 1201193 w 1464468"/>
              <a:gd name="connsiteY808" fmla="*/ 1371607 h 1893093"/>
              <a:gd name="connsiteX809" fmla="*/ 1122612 w 1464468"/>
              <a:gd name="connsiteY809" fmla="*/ 1371607 h 1893093"/>
              <a:gd name="connsiteX810" fmla="*/ 1122612 w 1464468"/>
              <a:gd name="connsiteY810" fmla="*/ 1285882 h 1893093"/>
              <a:gd name="connsiteX811" fmla="*/ 1122612 w 1464468"/>
              <a:gd name="connsiteY811" fmla="*/ 1207301 h 1893093"/>
              <a:gd name="connsiteX812" fmla="*/ 1201193 w 1464468"/>
              <a:gd name="connsiteY812" fmla="*/ 1207301 h 1893093"/>
              <a:gd name="connsiteX813" fmla="*/ 1201193 w 1464468"/>
              <a:gd name="connsiteY813" fmla="*/ 1285882 h 1893093"/>
              <a:gd name="connsiteX814" fmla="*/ 1122612 w 1464468"/>
              <a:gd name="connsiteY814" fmla="*/ 1285882 h 1893093"/>
              <a:gd name="connsiteX815" fmla="*/ 1122612 w 1464468"/>
              <a:gd name="connsiteY815" fmla="*/ 1200157 h 1893093"/>
              <a:gd name="connsiteX816" fmla="*/ 1122612 w 1464468"/>
              <a:gd name="connsiteY816" fmla="*/ 1121576 h 1893093"/>
              <a:gd name="connsiteX817" fmla="*/ 1201193 w 1464468"/>
              <a:gd name="connsiteY817" fmla="*/ 1121576 h 1893093"/>
              <a:gd name="connsiteX818" fmla="*/ 1201193 w 1464468"/>
              <a:gd name="connsiteY818" fmla="*/ 1200157 h 1893093"/>
              <a:gd name="connsiteX819" fmla="*/ 1122612 w 1464468"/>
              <a:gd name="connsiteY819" fmla="*/ 1200157 h 1893093"/>
              <a:gd name="connsiteX820" fmla="*/ 1122612 w 1464468"/>
              <a:gd name="connsiteY820" fmla="*/ 1114432 h 1893093"/>
              <a:gd name="connsiteX821" fmla="*/ 1122612 w 1464468"/>
              <a:gd name="connsiteY821" fmla="*/ 1035851 h 1893093"/>
              <a:gd name="connsiteX822" fmla="*/ 1201193 w 1464468"/>
              <a:gd name="connsiteY822" fmla="*/ 1035851 h 1893093"/>
              <a:gd name="connsiteX823" fmla="*/ 1201193 w 1464468"/>
              <a:gd name="connsiteY823" fmla="*/ 1114432 h 1893093"/>
              <a:gd name="connsiteX824" fmla="*/ 1122612 w 1464468"/>
              <a:gd name="connsiteY824" fmla="*/ 1114432 h 1893093"/>
              <a:gd name="connsiteX825" fmla="*/ 1122612 w 1464468"/>
              <a:gd name="connsiteY825" fmla="*/ 1028707 h 1893093"/>
              <a:gd name="connsiteX826" fmla="*/ 1122612 w 1464468"/>
              <a:gd name="connsiteY826" fmla="*/ 950126 h 1893093"/>
              <a:gd name="connsiteX827" fmla="*/ 1201193 w 1464468"/>
              <a:gd name="connsiteY827" fmla="*/ 950126 h 1893093"/>
              <a:gd name="connsiteX828" fmla="*/ 1201193 w 1464468"/>
              <a:gd name="connsiteY828" fmla="*/ 1028707 h 1893093"/>
              <a:gd name="connsiteX829" fmla="*/ 1122612 w 1464468"/>
              <a:gd name="connsiteY829" fmla="*/ 1028707 h 1893093"/>
              <a:gd name="connsiteX830" fmla="*/ 1122612 w 1464468"/>
              <a:gd name="connsiteY830" fmla="*/ 942982 h 1893093"/>
              <a:gd name="connsiteX831" fmla="*/ 1122612 w 1464468"/>
              <a:gd name="connsiteY831" fmla="*/ 864401 h 1893093"/>
              <a:gd name="connsiteX832" fmla="*/ 1201193 w 1464468"/>
              <a:gd name="connsiteY832" fmla="*/ 864401 h 1893093"/>
              <a:gd name="connsiteX833" fmla="*/ 1201193 w 1464468"/>
              <a:gd name="connsiteY833" fmla="*/ 942982 h 1893093"/>
              <a:gd name="connsiteX834" fmla="*/ 1122612 w 1464468"/>
              <a:gd name="connsiteY834" fmla="*/ 942982 h 1893093"/>
              <a:gd name="connsiteX835" fmla="*/ 1122612 w 1464468"/>
              <a:gd name="connsiteY835" fmla="*/ 857257 h 1893093"/>
              <a:gd name="connsiteX836" fmla="*/ 1122612 w 1464468"/>
              <a:gd name="connsiteY836" fmla="*/ 778676 h 1893093"/>
              <a:gd name="connsiteX837" fmla="*/ 1201193 w 1464468"/>
              <a:gd name="connsiteY837" fmla="*/ 778676 h 1893093"/>
              <a:gd name="connsiteX838" fmla="*/ 1201193 w 1464468"/>
              <a:gd name="connsiteY838" fmla="*/ 857257 h 1893093"/>
              <a:gd name="connsiteX839" fmla="*/ 1122612 w 1464468"/>
              <a:gd name="connsiteY839" fmla="*/ 857257 h 1893093"/>
              <a:gd name="connsiteX840" fmla="*/ 1122612 w 1464468"/>
              <a:gd name="connsiteY840" fmla="*/ 771532 h 1893093"/>
              <a:gd name="connsiteX841" fmla="*/ 1122612 w 1464468"/>
              <a:gd name="connsiteY841" fmla="*/ 692951 h 1893093"/>
              <a:gd name="connsiteX842" fmla="*/ 1201193 w 1464468"/>
              <a:gd name="connsiteY842" fmla="*/ 692951 h 1893093"/>
              <a:gd name="connsiteX843" fmla="*/ 1201193 w 1464468"/>
              <a:gd name="connsiteY843" fmla="*/ 771532 h 1893093"/>
              <a:gd name="connsiteX844" fmla="*/ 1122612 w 1464468"/>
              <a:gd name="connsiteY844" fmla="*/ 771532 h 1893093"/>
              <a:gd name="connsiteX845" fmla="*/ 1122612 w 1464468"/>
              <a:gd name="connsiteY845" fmla="*/ 685807 h 1893093"/>
              <a:gd name="connsiteX846" fmla="*/ 1122612 w 1464468"/>
              <a:gd name="connsiteY846" fmla="*/ 607226 h 1893093"/>
              <a:gd name="connsiteX847" fmla="*/ 1201193 w 1464468"/>
              <a:gd name="connsiteY847" fmla="*/ 607226 h 1893093"/>
              <a:gd name="connsiteX848" fmla="*/ 1201193 w 1464468"/>
              <a:gd name="connsiteY848" fmla="*/ 685807 h 1893093"/>
              <a:gd name="connsiteX849" fmla="*/ 1122612 w 1464468"/>
              <a:gd name="connsiteY849" fmla="*/ 685807 h 1893093"/>
              <a:gd name="connsiteX850" fmla="*/ 1122612 w 1464468"/>
              <a:gd name="connsiteY850" fmla="*/ 600075 h 1893093"/>
              <a:gd name="connsiteX851" fmla="*/ 1122612 w 1464468"/>
              <a:gd name="connsiteY851" fmla="*/ 521494 h 1893093"/>
              <a:gd name="connsiteX852" fmla="*/ 1201193 w 1464468"/>
              <a:gd name="connsiteY852" fmla="*/ 521494 h 1893093"/>
              <a:gd name="connsiteX853" fmla="*/ 1201193 w 1464468"/>
              <a:gd name="connsiteY853" fmla="*/ 600075 h 1893093"/>
              <a:gd name="connsiteX854" fmla="*/ 1122612 w 1464468"/>
              <a:gd name="connsiteY854" fmla="*/ 600075 h 1893093"/>
              <a:gd name="connsiteX855" fmla="*/ 1122612 w 1464468"/>
              <a:gd name="connsiteY855" fmla="*/ 514350 h 1893093"/>
              <a:gd name="connsiteX856" fmla="*/ 1122612 w 1464468"/>
              <a:gd name="connsiteY856" fmla="*/ 435769 h 1893093"/>
              <a:gd name="connsiteX857" fmla="*/ 1201193 w 1464468"/>
              <a:gd name="connsiteY857" fmla="*/ 435769 h 1893093"/>
              <a:gd name="connsiteX858" fmla="*/ 1201193 w 1464468"/>
              <a:gd name="connsiteY858" fmla="*/ 514350 h 1893093"/>
              <a:gd name="connsiteX859" fmla="*/ 1122612 w 1464468"/>
              <a:gd name="connsiteY859" fmla="*/ 514350 h 1893093"/>
              <a:gd name="connsiteX860" fmla="*/ 1122612 w 1464468"/>
              <a:gd name="connsiteY860" fmla="*/ 428625 h 1893093"/>
              <a:gd name="connsiteX861" fmla="*/ 1122612 w 1464468"/>
              <a:gd name="connsiteY861" fmla="*/ 350044 h 1893093"/>
              <a:gd name="connsiteX862" fmla="*/ 1201193 w 1464468"/>
              <a:gd name="connsiteY862" fmla="*/ 350044 h 1893093"/>
              <a:gd name="connsiteX863" fmla="*/ 1201193 w 1464468"/>
              <a:gd name="connsiteY863" fmla="*/ 428625 h 1893093"/>
              <a:gd name="connsiteX864" fmla="*/ 1122612 w 1464468"/>
              <a:gd name="connsiteY864" fmla="*/ 428625 h 1893093"/>
              <a:gd name="connsiteX865" fmla="*/ 1122612 w 1464468"/>
              <a:gd name="connsiteY865" fmla="*/ 342900 h 1893093"/>
              <a:gd name="connsiteX866" fmla="*/ 1122612 w 1464468"/>
              <a:gd name="connsiteY866" fmla="*/ 264319 h 1893093"/>
              <a:gd name="connsiteX867" fmla="*/ 1201193 w 1464468"/>
              <a:gd name="connsiteY867" fmla="*/ 264319 h 1893093"/>
              <a:gd name="connsiteX868" fmla="*/ 1201193 w 1464468"/>
              <a:gd name="connsiteY868" fmla="*/ 342900 h 1893093"/>
              <a:gd name="connsiteX869" fmla="*/ 1122612 w 1464468"/>
              <a:gd name="connsiteY869" fmla="*/ 342900 h 1893093"/>
              <a:gd name="connsiteX870" fmla="*/ 1122612 w 1464468"/>
              <a:gd name="connsiteY870" fmla="*/ 257175 h 1893093"/>
              <a:gd name="connsiteX871" fmla="*/ 1122612 w 1464468"/>
              <a:gd name="connsiteY871" fmla="*/ 178594 h 1893093"/>
              <a:gd name="connsiteX872" fmla="*/ 1201193 w 1464468"/>
              <a:gd name="connsiteY872" fmla="*/ 178594 h 1893093"/>
              <a:gd name="connsiteX873" fmla="*/ 1201193 w 1464468"/>
              <a:gd name="connsiteY873" fmla="*/ 257175 h 1893093"/>
              <a:gd name="connsiteX874" fmla="*/ 1122612 w 1464468"/>
              <a:gd name="connsiteY874" fmla="*/ 257175 h 1893093"/>
              <a:gd name="connsiteX875" fmla="*/ 1115468 w 1464468"/>
              <a:gd name="connsiteY875" fmla="*/ 257175 h 1893093"/>
              <a:gd name="connsiteX876" fmla="*/ 1036887 w 1464468"/>
              <a:gd name="connsiteY876" fmla="*/ 257175 h 1893093"/>
              <a:gd name="connsiteX877" fmla="*/ 1036887 w 1464468"/>
              <a:gd name="connsiteY877" fmla="*/ 178594 h 1893093"/>
              <a:gd name="connsiteX878" fmla="*/ 1115468 w 1464468"/>
              <a:gd name="connsiteY878" fmla="*/ 178594 h 1893093"/>
              <a:gd name="connsiteX879" fmla="*/ 1115468 w 1464468"/>
              <a:gd name="connsiteY879" fmla="*/ 257175 h 1893093"/>
              <a:gd name="connsiteX880" fmla="*/ 1029743 w 1464468"/>
              <a:gd name="connsiteY880" fmla="*/ 257175 h 1893093"/>
              <a:gd name="connsiteX881" fmla="*/ 951162 w 1464468"/>
              <a:gd name="connsiteY881" fmla="*/ 257175 h 1893093"/>
              <a:gd name="connsiteX882" fmla="*/ 951162 w 1464468"/>
              <a:gd name="connsiteY882" fmla="*/ 178594 h 1893093"/>
              <a:gd name="connsiteX883" fmla="*/ 1029743 w 1464468"/>
              <a:gd name="connsiteY883" fmla="*/ 178594 h 1893093"/>
              <a:gd name="connsiteX884" fmla="*/ 1029743 w 1464468"/>
              <a:gd name="connsiteY884" fmla="*/ 257175 h 1893093"/>
              <a:gd name="connsiteX885" fmla="*/ 944018 w 1464468"/>
              <a:gd name="connsiteY885" fmla="*/ 257175 h 1893093"/>
              <a:gd name="connsiteX886" fmla="*/ 865437 w 1464468"/>
              <a:gd name="connsiteY886" fmla="*/ 257175 h 1893093"/>
              <a:gd name="connsiteX887" fmla="*/ 865437 w 1464468"/>
              <a:gd name="connsiteY887" fmla="*/ 178594 h 1893093"/>
              <a:gd name="connsiteX888" fmla="*/ 944018 w 1464468"/>
              <a:gd name="connsiteY888" fmla="*/ 178594 h 1893093"/>
              <a:gd name="connsiteX889" fmla="*/ 944018 w 1464468"/>
              <a:gd name="connsiteY889" fmla="*/ 257175 h 1893093"/>
              <a:gd name="connsiteX890" fmla="*/ 858293 w 1464468"/>
              <a:gd name="connsiteY890" fmla="*/ 257175 h 1893093"/>
              <a:gd name="connsiteX891" fmla="*/ 779712 w 1464468"/>
              <a:gd name="connsiteY891" fmla="*/ 257175 h 1893093"/>
              <a:gd name="connsiteX892" fmla="*/ 779712 w 1464468"/>
              <a:gd name="connsiteY892" fmla="*/ 178594 h 1893093"/>
              <a:gd name="connsiteX893" fmla="*/ 858293 w 1464468"/>
              <a:gd name="connsiteY893" fmla="*/ 178594 h 1893093"/>
              <a:gd name="connsiteX894" fmla="*/ 858293 w 1464468"/>
              <a:gd name="connsiteY894" fmla="*/ 257175 h 1893093"/>
              <a:gd name="connsiteX895" fmla="*/ 772568 w 1464468"/>
              <a:gd name="connsiteY895" fmla="*/ 257175 h 1893093"/>
              <a:gd name="connsiteX896" fmla="*/ 693987 w 1464468"/>
              <a:gd name="connsiteY896" fmla="*/ 257175 h 1893093"/>
              <a:gd name="connsiteX897" fmla="*/ 693987 w 1464468"/>
              <a:gd name="connsiteY897" fmla="*/ 178594 h 1893093"/>
              <a:gd name="connsiteX898" fmla="*/ 772568 w 1464468"/>
              <a:gd name="connsiteY898" fmla="*/ 178594 h 1893093"/>
              <a:gd name="connsiteX899" fmla="*/ 772568 w 1464468"/>
              <a:gd name="connsiteY899" fmla="*/ 257175 h 1893093"/>
              <a:gd name="connsiteX900" fmla="*/ 686843 w 1464468"/>
              <a:gd name="connsiteY900" fmla="*/ 257175 h 1893093"/>
              <a:gd name="connsiteX901" fmla="*/ 608262 w 1464468"/>
              <a:gd name="connsiteY901" fmla="*/ 257175 h 1893093"/>
              <a:gd name="connsiteX902" fmla="*/ 608262 w 1464468"/>
              <a:gd name="connsiteY902" fmla="*/ 178594 h 1893093"/>
              <a:gd name="connsiteX903" fmla="*/ 686843 w 1464468"/>
              <a:gd name="connsiteY903" fmla="*/ 178594 h 1893093"/>
              <a:gd name="connsiteX904" fmla="*/ 686843 w 1464468"/>
              <a:gd name="connsiteY904" fmla="*/ 257175 h 1893093"/>
              <a:gd name="connsiteX905" fmla="*/ 601118 w 1464468"/>
              <a:gd name="connsiteY905" fmla="*/ 257175 h 1893093"/>
              <a:gd name="connsiteX906" fmla="*/ 522537 w 1464468"/>
              <a:gd name="connsiteY906" fmla="*/ 257175 h 1893093"/>
              <a:gd name="connsiteX907" fmla="*/ 522537 w 1464468"/>
              <a:gd name="connsiteY907" fmla="*/ 178594 h 1893093"/>
              <a:gd name="connsiteX908" fmla="*/ 601118 w 1464468"/>
              <a:gd name="connsiteY908" fmla="*/ 178594 h 1893093"/>
              <a:gd name="connsiteX909" fmla="*/ 601118 w 1464468"/>
              <a:gd name="connsiteY909" fmla="*/ 257175 h 1893093"/>
              <a:gd name="connsiteX910" fmla="*/ 515393 w 1464468"/>
              <a:gd name="connsiteY910" fmla="*/ 257175 h 1893093"/>
              <a:gd name="connsiteX911" fmla="*/ 436812 w 1464468"/>
              <a:gd name="connsiteY911" fmla="*/ 257175 h 1893093"/>
              <a:gd name="connsiteX912" fmla="*/ 436812 w 1464468"/>
              <a:gd name="connsiteY912" fmla="*/ 178594 h 1893093"/>
              <a:gd name="connsiteX913" fmla="*/ 515393 w 1464468"/>
              <a:gd name="connsiteY913" fmla="*/ 178594 h 1893093"/>
              <a:gd name="connsiteX914" fmla="*/ 515393 w 1464468"/>
              <a:gd name="connsiteY914" fmla="*/ 257175 h 1893093"/>
              <a:gd name="connsiteX915" fmla="*/ 429668 w 1464468"/>
              <a:gd name="connsiteY915" fmla="*/ 257175 h 1893093"/>
              <a:gd name="connsiteX916" fmla="*/ 351087 w 1464468"/>
              <a:gd name="connsiteY916" fmla="*/ 257175 h 1893093"/>
              <a:gd name="connsiteX917" fmla="*/ 351087 w 1464468"/>
              <a:gd name="connsiteY917" fmla="*/ 178594 h 1893093"/>
              <a:gd name="connsiteX918" fmla="*/ 429668 w 1464468"/>
              <a:gd name="connsiteY918" fmla="*/ 178594 h 1893093"/>
              <a:gd name="connsiteX919" fmla="*/ 429668 w 1464468"/>
              <a:gd name="connsiteY919" fmla="*/ 257175 h 1893093"/>
              <a:gd name="connsiteX920" fmla="*/ 343943 w 1464468"/>
              <a:gd name="connsiteY920" fmla="*/ 257175 h 1893093"/>
              <a:gd name="connsiteX921" fmla="*/ 265362 w 1464468"/>
              <a:gd name="connsiteY921" fmla="*/ 257175 h 1893093"/>
              <a:gd name="connsiteX922" fmla="*/ 265362 w 1464468"/>
              <a:gd name="connsiteY922" fmla="*/ 178594 h 1893093"/>
              <a:gd name="connsiteX923" fmla="*/ 343943 w 1464468"/>
              <a:gd name="connsiteY923" fmla="*/ 178594 h 1893093"/>
              <a:gd name="connsiteX924" fmla="*/ 343943 w 1464468"/>
              <a:gd name="connsiteY924" fmla="*/ 257175 h 1893093"/>
              <a:gd name="connsiteX925" fmla="*/ 343943 w 1464468"/>
              <a:gd name="connsiteY925" fmla="*/ 264319 h 1893093"/>
              <a:gd name="connsiteX926" fmla="*/ 343943 w 1464468"/>
              <a:gd name="connsiteY926" fmla="*/ 342900 h 1893093"/>
              <a:gd name="connsiteX927" fmla="*/ 265362 w 1464468"/>
              <a:gd name="connsiteY927" fmla="*/ 342900 h 1893093"/>
              <a:gd name="connsiteX928" fmla="*/ 265362 w 1464468"/>
              <a:gd name="connsiteY928" fmla="*/ 264319 h 1893093"/>
              <a:gd name="connsiteX929" fmla="*/ 343943 w 1464468"/>
              <a:gd name="connsiteY929" fmla="*/ 264319 h 1893093"/>
              <a:gd name="connsiteX930" fmla="*/ 258218 w 1464468"/>
              <a:gd name="connsiteY930" fmla="*/ 342900 h 1893093"/>
              <a:gd name="connsiteX931" fmla="*/ 179637 w 1464468"/>
              <a:gd name="connsiteY931" fmla="*/ 342900 h 1893093"/>
              <a:gd name="connsiteX932" fmla="*/ 179637 w 1464468"/>
              <a:gd name="connsiteY932" fmla="*/ 264319 h 1893093"/>
              <a:gd name="connsiteX933" fmla="*/ 258218 w 1464468"/>
              <a:gd name="connsiteY933" fmla="*/ 264319 h 1893093"/>
              <a:gd name="connsiteX934" fmla="*/ 258218 w 1464468"/>
              <a:gd name="connsiteY934" fmla="*/ 342900 h 1893093"/>
              <a:gd name="connsiteX935" fmla="*/ 258218 w 1464468"/>
              <a:gd name="connsiteY935" fmla="*/ 350044 h 1893093"/>
              <a:gd name="connsiteX936" fmla="*/ 258218 w 1464468"/>
              <a:gd name="connsiteY936" fmla="*/ 428625 h 1893093"/>
              <a:gd name="connsiteX937" fmla="*/ 179637 w 1464468"/>
              <a:gd name="connsiteY937" fmla="*/ 428625 h 1893093"/>
              <a:gd name="connsiteX938" fmla="*/ 179637 w 1464468"/>
              <a:gd name="connsiteY938" fmla="*/ 350044 h 1893093"/>
              <a:gd name="connsiteX939" fmla="*/ 258218 w 1464468"/>
              <a:gd name="connsiteY939" fmla="*/ 350044 h 1893093"/>
              <a:gd name="connsiteX940" fmla="*/ 258218 w 1464468"/>
              <a:gd name="connsiteY940" fmla="*/ 435769 h 1893093"/>
              <a:gd name="connsiteX941" fmla="*/ 258218 w 1464468"/>
              <a:gd name="connsiteY941" fmla="*/ 514350 h 1893093"/>
              <a:gd name="connsiteX942" fmla="*/ 179637 w 1464468"/>
              <a:gd name="connsiteY942" fmla="*/ 514350 h 1893093"/>
              <a:gd name="connsiteX943" fmla="*/ 179637 w 1464468"/>
              <a:gd name="connsiteY943" fmla="*/ 435769 h 1893093"/>
              <a:gd name="connsiteX944" fmla="*/ 258218 w 1464468"/>
              <a:gd name="connsiteY944" fmla="*/ 435769 h 1893093"/>
              <a:gd name="connsiteX945" fmla="*/ 258218 w 1464468"/>
              <a:gd name="connsiteY945" fmla="*/ 521494 h 1893093"/>
              <a:gd name="connsiteX946" fmla="*/ 258218 w 1464468"/>
              <a:gd name="connsiteY946" fmla="*/ 600075 h 1893093"/>
              <a:gd name="connsiteX947" fmla="*/ 179637 w 1464468"/>
              <a:gd name="connsiteY947" fmla="*/ 600075 h 1893093"/>
              <a:gd name="connsiteX948" fmla="*/ 179637 w 1464468"/>
              <a:gd name="connsiteY948" fmla="*/ 521494 h 1893093"/>
              <a:gd name="connsiteX949" fmla="*/ 258218 w 1464468"/>
              <a:gd name="connsiteY949" fmla="*/ 521494 h 1893093"/>
              <a:gd name="connsiteX950" fmla="*/ 258218 w 1464468"/>
              <a:gd name="connsiteY950" fmla="*/ 607219 h 1893093"/>
              <a:gd name="connsiteX951" fmla="*/ 258218 w 1464468"/>
              <a:gd name="connsiteY951" fmla="*/ 685800 h 1893093"/>
              <a:gd name="connsiteX952" fmla="*/ 179637 w 1464468"/>
              <a:gd name="connsiteY952" fmla="*/ 685800 h 1893093"/>
              <a:gd name="connsiteX953" fmla="*/ 179637 w 1464468"/>
              <a:gd name="connsiteY953" fmla="*/ 607219 h 1893093"/>
              <a:gd name="connsiteX954" fmla="*/ 258218 w 1464468"/>
              <a:gd name="connsiteY954" fmla="*/ 607219 h 1893093"/>
              <a:gd name="connsiteX955" fmla="*/ 258218 w 1464468"/>
              <a:gd name="connsiteY955" fmla="*/ 692951 h 1893093"/>
              <a:gd name="connsiteX956" fmla="*/ 258218 w 1464468"/>
              <a:gd name="connsiteY956" fmla="*/ 771532 h 1893093"/>
              <a:gd name="connsiteX957" fmla="*/ 179637 w 1464468"/>
              <a:gd name="connsiteY957" fmla="*/ 771532 h 1893093"/>
              <a:gd name="connsiteX958" fmla="*/ 179637 w 1464468"/>
              <a:gd name="connsiteY958" fmla="*/ 692951 h 1893093"/>
              <a:gd name="connsiteX959" fmla="*/ 258218 w 1464468"/>
              <a:gd name="connsiteY959" fmla="*/ 692951 h 1893093"/>
              <a:gd name="connsiteX960" fmla="*/ 258218 w 1464468"/>
              <a:gd name="connsiteY960" fmla="*/ 778676 h 1893093"/>
              <a:gd name="connsiteX961" fmla="*/ 258218 w 1464468"/>
              <a:gd name="connsiteY961" fmla="*/ 857257 h 1893093"/>
              <a:gd name="connsiteX962" fmla="*/ 179637 w 1464468"/>
              <a:gd name="connsiteY962" fmla="*/ 857257 h 1893093"/>
              <a:gd name="connsiteX963" fmla="*/ 179637 w 1464468"/>
              <a:gd name="connsiteY963" fmla="*/ 778676 h 1893093"/>
              <a:gd name="connsiteX964" fmla="*/ 258218 w 1464468"/>
              <a:gd name="connsiteY964" fmla="*/ 778676 h 1893093"/>
              <a:gd name="connsiteX965" fmla="*/ 258218 w 1464468"/>
              <a:gd name="connsiteY965" fmla="*/ 864401 h 1893093"/>
              <a:gd name="connsiteX966" fmla="*/ 258218 w 1464468"/>
              <a:gd name="connsiteY966" fmla="*/ 942982 h 1893093"/>
              <a:gd name="connsiteX967" fmla="*/ 179637 w 1464468"/>
              <a:gd name="connsiteY967" fmla="*/ 942982 h 1893093"/>
              <a:gd name="connsiteX968" fmla="*/ 179637 w 1464468"/>
              <a:gd name="connsiteY968" fmla="*/ 864401 h 1893093"/>
              <a:gd name="connsiteX969" fmla="*/ 258218 w 1464468"/>
              <a:gd name="connsiteY969" fmla="*/ 864401 h 1893093"/>
              <a:gd name="connsiteX970" fmla="*/ 258218 w 1464468"/>
              <a:gd name="connsiteY970" fmla="*/ 950126 h 1893093"/>
              <a:gd name="connsiteX971" fmla="*/ 258218 w 1464468"/>
              <a:gd name="connsiteY971" fmla="*/ 1028707 h 1893093"/>
              <a:gd name="connsiteX972" fmla="*/ 179637 w 1464468"/>
              <a:gd name="connsiteY972" fmla="*/ 1028707 h 1893093"/>
              <a:gd name="connsiteX973" fmla="*/ 179637 w 1464468"/>
              <a:gd name="connsiteY973" fmla="*/ 950126 h 1893093"/>
              <a:gd name="connsiteX974" fmla="*/ 258218 w 1464468"/>
              <a:gd name="connsiteY974" fmla="*/ 950126 h 1893093"/>
              <a:gd name="connsiteX975" fmla="*/ 258218 w 1464468"/>
              <a:gd name="connsiteY975" fmla="*/ 1035851 h 1893093"/>
              <a:gd name="connsiteX976" fmla="*/ 258218 w 1464468"/>
              <a:gd name="connsiteY976" fmla="*/ 1114432 h 1893093"/>
              <a:gd name="connsiteX977" fmla="*/ 179637 w 1464468"/>
              <a:gd name="connsiteY977" fmla="*/ 1114432 h 1893093"/>
              <a:gd name="connsiteX978" fmla="*/ 179637 w 1464468"/>
              <a:gd name="connsiteY978" fmla="*/ 1035851 h 1893093"/>
              <a:gd name="connsiteX979" fmla="*/ 258218 w 1464468"/>
              <a:gd name="connsiteY979" fmla="*/ 1035851 h 1893093"/>
              <a:gd name="connsiteX980" fmla="*/ 258218 w 1464468"/>
              <a:gd name="connsiteY980" fmla="*/ 1121576 h 1893093"/>
              <a:gd name="connsiteX981" fmla="*/ 258218 w 1464468"/>
              <a:gd name="connsiteY981" fmla="*/ 1200157 h 1893093"/>
              <a:gd name="connsiteX982" fmla="*/ 179637 w 1464468"/>
              <a:gd name="connsiteY982" fmla="*/ 1200157 h 1893093"/>
              <a:gd name="connsiteX983" fmla="*/ 179637 w 1464468"/>
              <a:gd name="connsiteY983" fmla="*/ 1121576 h 1893093"/>
              <a:gd name="connsiteX984" fmla="*/ 258218 w 1464468"/>
              <a:gd name="connsiteY984" fmla="*/ 1121576 h 1893093"/>
              <a:gd name="connsiteX985" fmla="*/ 258218 w 1464468"/>
              <a:gd name="connsiteY985" fmla="*/ 1207301 h 1893093"/>
              <a:gd name="connsiteX986" fmla="*/ 258218 w 1464468"/>
              <a:gd name="connsiteY986" fmla="*/ 1285882 h 1893093"/>
              <a:gd name="connsiteX987" fmla="*/ 179637 w 1464468"/>
              <a:gd name="connsiteY987" fmla="*/ 1285882 h 1893093"/>
              <a:gd name="connsiteX988" fmla="*/ 179637 w 1464468"/>
              <a:gd name="connsiteY988" fmla="*/ 1207301 h 1893093"/>
              <a:gd name="connsiteX989" fmla="*/ 258218 w 1464468"/>
              <a:gd name="connsiteY989" fmla="*/ 1207301 h 1893093"/>
              <a:gd name="connsiteX990" fmla="*/ 258218 w 1464468"/>
              <a:gd name="connsiteY990" fmla="*/ 1293026 h 1893093"/>
              <a:gd name="connsiteX991" fmla="*/ 258218 w 1464468"/>
              <a:gd name="connsiteY991" fmla="*/ 1371607 h 1893093"/>
              <a:gd name="connsiteX992" fmla="*/ 179637 w 1464468"/>
              <a:gd name="connsiteY992" fmla="*/ 1371607 h 1893093"/>
              <a:gd name="connsiteX993" fmla="*/ 179637 w 1464468"/>
              <a:gd name="connsiteY993" fmla="*/ 1293026 h 1893093"/>
              <a:gd name="connsiteX994" fmla="*/ 258218 w 1464468"/>
              <a:gd name="connsiteY994" fmla="*/ 1293026 h 1893093"/>
              <a:gd name="connsiteX995" fmla="*/ 258218 w 1464468"/>
              <a:gd name="connsiteY995" fmla="*/ 1378751 h 1893093"/>
              <a:gd name="connsiteX996" fmla="*/ 258218 w 1464468"/>
              <a:gd name="connsiteY996" fmla="*/ 1457332 h 1893093"/>
              <a:gd name="connsiteX997" fmla="*/ 179637 w 1464468"/>
              <a:gd name="connsiteY997" fmla="*/ 1457332 h 1893093"/>
              <a:gd name="connsiteX998" fmla="*/ 179637 w 1464468"/>
              <a:gd name="connsiteY998" fmla="*/ 1378751 h 1893093"/>
              <a:gd name="connsiteX999" fmla="*/ 258218 w 1464468"/>
              <a:gd name="connsiteY999" fmla="*/ 1378751 h 1893093"/>
              <a:gd name="connsiteX1000" fmla="*/ 258218 w 1464468"/>
              <a:gd name="connsiteY1000" fmla="*/ 1464476 h 1893093"/>
              <a:gd name="connsiteX1001" fmla="*/ 258218 w 1464468"/>
              <a:gd name="connsiteY1001" fmla="*/ 1543057 h 1893093"/>
              <a:gd name="connsiteX1002" fmla="*/ 179637 w 1464468"/>
              <a:gd name="connsiteY1002" fmla="*/ 1543057 h 1893093"/>
              <a:gd name="connsiteX1003" fmla="*/ 179637 w 1464468"/>
              <a:gd name="connsiteY1003" fmla="*/ 1464476 h 1893093"/>
              <a:gd name="connsiteX1004" fmla="*/ 258218 w 1464468"/>
              <a:gd name="connsiteY1004" fmla="*/ 1464476 h 1893093"/>
              <a:gd name="connsiteX1005" fmla="*/ 258218 w 1464468"/>
              <a:gd name="connsiteY1005" fmla="*/ 1550201 h 1893093"/>
              <a:gd name="connsiteX1006" fmla="*/ 258218 w 1464468"/>
              <a:gd name="connsiteY1006" fmla="*/ 1628782 h 1893093"/>
              <a:gd name="connsiteX1007" fmla="*/ 179637 w 1464468"/>
              <a:gd name="connsiteY1007" fmla="*/ 1628782 h 1893093"/>
              <a:gd name="connsiteX1008" fmla="*/ 179637 w 1464468"/>
              <a:gd name="connsiteY1008" fmla="*/ 1550201 h 1893093"/>
              <a:gd name="connsiteX1009" fmla="*/ 258218 w 1464468"/>
              <a:gd name="connsiteY1009" fmla="*/ 1550201 h 1893093"/>
              <a:gd name="connsiteX1010" fmla="*/ 265362 w 1464468"/>
              <a:gd name="connsiteY1010" fmla="*/ 1550201 h 1893093"/>
              <a:gd name="connsiteX1011" fmla="*/ 343943 w 1464468"/>
              <a:gd name="connsiteY1011" fmla="*/ 1550201 h 1893093"/>
              <a:gd name="connsiteX1012" fmla="*/ 343943 w 1464468"/>
              <a:gd name="connsiteY1012" fmla="*/ 1628782 h 1893093"/>
              <a:gd name="connsiteX1013" fmla="*/ 265362 w 1464468"/>
              <a:gd name="connsiteY1013" fmla="*/ 1628782 h 1893093"/>
              <a:gd name="connsiteX1014" fmla="*/ 265362 w 1464468"/>
              <a:gd name="connsiteY1014" fmla="*/ 1550201 h 1893093"/>
              <a:gd name="connsiteX1015" fmla="*/ 343943 w 1464468"/>
              <a:gd name="connsiteY1015" fmla="*/ 1635926 h 1893093"/>
              <a:gd name="connsiteX1016" fmla="*/ 343943 w 1464468"/>
              <a:gd name="connsiteY1016" fmla="*/ 1714507 h 1893093"/>
              <a:gd name="connsiteX1017" fmla="*/ 265362 w 1464468"/>
              <a:gd name="connsiteY1017" fmla="*/ 1714507 h 1893093"/>
              <a:gd name="connsiteX1018" fmla="*/ 265362 w 1464468"/>
              <a:gd name="connsiteY1018" fmla="*/ 1635926 h 1893093"/>
              <a:gd name="connsiteX1019" fmla="*/ 343943 w 1464468"/>
              <a:gd name="connsiteY1019" fmla="*/ 1635926 h 1893093"/>
              <a:gd name="connsiteX1020" fmla="*/ 351087 w 1464468"/>
              <a:gd name="connsiteY1020" fmla="*/ 1635926 h 1893093"/>
              <a:gd name="connsiteX1021" fmla="*/ 429668 w 1464468"/>
              <a:gd name="connsiteY1021" fmla="*/ 1635926 h 1893093"/>
              <a:gd name="connsiteX1022" fmla="*/ 429668 w 1464468"/>
              <a:gd name="connsiteY1022" fmla="*/ 1714507 h 1893093"/>
              <a:gd name="connsiteX1023" fmla="*/ 351087 w 1464468"/>
              <a:gd name="connsiteY1023" fmla="*/ 1714507 h 1893093"/>
              <a:gd name="connsiteX1024" fmla="*/ 351087 w 1464468"/>
              <a:gd name="connsiteY1024" fmla="*/ 1635926 h 1893093"/>
              <a:gd name="connsiteX1025" fmla="*/ 436812 w 1464468"/>
              <a:gd name="connsiteY1025" fmla="*/ 1635926 h 1893093"/>
              <a:gd name="connsiteX1026" fmla="*/ 515393 w 1464468"/>
              <a:gd name="connsiteY1026" fmla="*/ 1635926 h 1893093"/>
              <a:gd name="connsiteX1027" fmla="*/ 515393 w 1464468"/>
              <a:gd name="connsiteY1027" fmla="*/ 1714507 h 1893093"/>
              <a:gd name="connsiteX1028" fmla="*/ 436812 w 1464468"/>
              <a:gd name="connsiteY1028" fmla="*/ 1714507 h 1893093"/>
              <a:gd name="connsiteX1029" fmla="*/ 436812 w 1464468"/>
              <a:gd name="connsiteY1029" fmla="*/ 1635926 h 1893093"/>
              <a:gd name="connsiteX1030" fmla="*/ 522537 w 1464468"/>
              <a:gd name="connsiteY1030" fmla="*/ 1635926 h 1893093"/>
              <a:gd name="connsiteX1031" fmla="*/ 601118 w 1464468"/>
              <a:gd name="connsiteY1031" fmla="*/ 1635926 h 1893093"/>
              <a:gd name="connsiteX1032" fmla="*/ 601118 w 1464468"/>
              <a:gd name="connsiteY1032" fmla="*/ 1714507 h 1893093"/>
              <a:gd name="connsiteX1033" fmla="*/ 522537 w 1464468"/>
              <a:gd name="connsiteY1033" fmla="*/ 1714507 h 1893093"/>
              <a:gd name="connsiteX1034" fmla="*/ 522537 w 1464468"/>
              <a:gd name="connsiteY1034" fmla="*/ 1635926 h 1893093"/>
              <a:gd name="connsiteX1035" fmla="*/ 608262 w 1464468"/>
              <a:gd name="connsiteY1035" fmla="*/ 1635926 h 1893093"/>
              <a:gd name="connsiteX1036" fmla="*/ 686843 w 1464468"/>
              <a:gd name="connsiteY1036" fmla="*/ 1635926 h 1893093"/>
              <a:gd name="connsiteX1037" fmla="*/ 686843 w 1464468"/>
              <a:gd name="connsiteY1037" fmla="*/ 1714507 h 1893093"/>
              <a:gd name="connsiteX1038" fmla="*/ 608262 w 1464468"/>
              <a:gd name="connsiteY1038" fmla="*/ 1714507 h 1893093"/>
              <a:gd name="connsiteX1039" fmla="*/ 608262 w 1464468"/>
              <a:gd name="connsiteY1039" fmla="*/ 1635926 h 1893093"/>
              <a:gd name="connsiteX1040" fmla="*/ 693987 w 1464468"/>
              <a:gd name="connsiteY1040" fmla="*/ 1635926 h 1893093"/>
              <a:gd name="connsiteX1041" fmla="*/ 772568 w 1464468"/>
              <a:gd name="connsiteY1041" fmla="*/ 1635926 h 1893093"/>
              <a:gd name="connsiteX1042" fmla="*/ 772568 w 1464468"/>
              <a:gd name="connsiteY1042" fmla="*/ 1714507 h 1893093"/>
              <a:gd name="connsiteX1043" fmla="*/ 693987 w 1464468"/>
              <a:gd name="connsiteY1043" fmla="*/ 1714507 h 1893093"/>
              <a:gd name="connsiteX1044" fmla="*/ 693987 w 1464468"/>
              <a:gd name="connsiteY1044" fmla="*/ 1635926 h 1893093"/>
              <a:gd name="connsiteX1045" fmla="*/ 779712 w 1464468"/>
              <a:gd name="connsiteY1045" fmla="*/ 1635926 h 1893093"/>
              <a:gd name="connsiteX1046" fmla="*/ 858293 w 1464468"/>
              <a:gd name="connsiteY1046" fmla="*/ 1635926 h 1893093"/>
              <a:gd name="connsiteX1047" fmla="*/ 858293 w 1464468"/>
              <a:gd name="connsiteY1047" fmla="*/ 1714507 h 1893093"/>
              <a:gd name="connsiteX1048" fmla="*/ 779712 w 1464468"/>
              <a:gd name="connsiteY1048" fmla="*/ 1714507 h 1893093"/>
              <a:gd name="connsiteX1049" fmla="*/ 779712 w 1464468"/>
              <a:gd name="connsiteY1049" fmla="*/ 1635926 h 1893093"/>
              <a:gd name="connsiteX1050" fmla="*/ 865437 w 1464468"/>
              <a:gd name="connsiteY1050" fmla="*/ 1635926 h 1893093"/>
              <a:gd name="connsiteX1051" fmla="*/ 944018 w 1464468"/>
              <a:gd name="connsiteY1051" fmla="*/ 1635926 h 1893093"/>
              <a:gd name="connsiteX1052" fmla="*/ 944018 w 1464468"/>
              <a:gd name="connsiteY1052" fmla="*/ 1714507 h 1893093"/>
              <a:gd name="connsiteX1053" fmla="*/ 865437 w 1464468"/>
              <a:gd name="connsiteY1053" fmla="*/ 1714507 h 1893093"/>
              <a:gd name="connsiteX1054" fmla="*/ 865437 w 1464468"/>
              <a:gd name="connsiteY1054" fmla="*/ 1635926 h 1893093"/>
              <a:gd name="connsiteX1055" fmla="*/ 951162 w 1464468"/>
              <a:gd name="connsiteY1055" fmla="*/ 1635926 h 1893093"/>
              <a:gd name="connsiteX1056" fmla="*/ 1029743 w 1464468"/>
              <a:gd name="connsiteY1056" fmla="*/ 1635926 h 1893093"/>
              <a:gd name="connsiteX1057" fmla="*/ 1029743 w 1464468"/>
              <a:gd name="connsiteY1057" fmla="*/ 1714507 h 1893093"/>
              <a:gd name="connsiteX1058" fmla="*/ 951162 w 1464468"/>
              <a:gd name="connsiteY1058" fmla="*/ 1714507 h 1893093"/>
              <a:gd name="connsiteX1059" fmla="*/ 951162 w 1464468"/>
              <a:gd name="connsiteY1059" fmla="*/ 1635926 h 1893093"/>
              <a:gd name="connsiteX1060" fmla="*/ 1036887 w 1464468"/>
              <a:gd name="connsiteY1060" fmla="*/ 1635926 h 1893093"/>
              <a:gd name="connsiteX1061" fmla="*/ 1115468 w 1464468"/>
              <a:gd name="connsiteY1061" fmla="*/ 1635926 h 1893093"/>
              <a:gd name="connsiteX1062" fmla="*/ 1115468 w 1464468"/>
              <a:gd name="connsiteY1062" fmla="*/ 1714507 h 1893093"/>
              <a:gd name="connsiteX1063" fmla="*/ 1036887 w 1464468"/>
              <a:gd name="connsiteY1063" fmla="*/ 1714507 h 1893093"/>
              <a:gd name="connsiteX1064" fmla="*/ 1036887 w 1464468"/>
              <a:gd name="connsiteY1064" fmla="*/ 1635926 h 1893093"/>
              <a:gd name="connsiteX1065" fmla="*/ 1122612 w 1464468"/>
              <a:gd name="connsiteY1065" fmla="*/ 1635926 h 1893093"/>
              <a:gd name="connsiteX1066" fmla="*/ 1201193 w 1464468"/>
              <a:gd name="connsiteY1066" fmla="*/ 1635926 h 1893093"/>
              <a:gd name="connsiteX1067" fmla="*/ 1201193 w 1464468"/>
              <a:gd name="connsiteY1067" fmla="*/ 1714507 h 1893093"/>
              <a:gd name="connsiteX1068" fmla="*/ 1122612 w 1464468"/>
              <a:gd name="connsiteY1068" fmla="*/ 1714507 h 1893093"/>
              <a:gd name="connsiteX1069" fmla="*/ 1122612 w 1464468"/>
              <a:gd name="connsiteY1069" fmla="*/ 1635926 h 1893093"/>
              <a:gd name="connsiteX1070" fmla="*/ 1122612 w 1464468"/>
              <a:gd name="connsiteY1070" fmla="*/ 1628782 h 1893093"/>
              <a:gd name="connsiteX1071" fmla="*/ 1122612 w 1464468"/>
              <a:gd name="connsiteY1071" fmla="*/ 1550201 h 1893093"/>
              <a:gd name="connsiteX1072" fmla="*/ 1201193 w 1464468"/>
              <a:gd name="connsiteY1072" fmla="*/ 1550201 h 1893093"/>
              <a:gd name="connsiteX1073" fmla="*/ 1201193 w 1464468"/>
              <a:gd name="connsiteY1073" fmla="*/ 1628782 h 1893093"/>
              <a:gd name="connsiteX1074" fmla="*/ 1122612 w 1464468"/>
              <a:gd name="connsiteY1074" fmla="*/ 1628782 h 1893093"/>
              <a:gd name="connsiteX1075" fmla="*/ 1208337 w 1464468"/>
              <a:gd name="connsiteY1075" fmla="*/ 1550201 h 1893093"/>
              <a:gd name="connsiteX1076" fmla="*/ 1286918 w 1464468"/>
              <a:gd name="connsiteY1076" fmla="*/ 1550201 h 1893093"/>
              <a:gd name="connsiteX1077" fmla="*/ 1286918 w 1464468"/>
              <a:gd name="connsiteY1077" fmla="*/ 1628782 h 1893093"/>
              <a:gd name="connsiteX1078" fmla="*/ 1208337 w 1464468"/>
              <a:gd name="connsiteY1078" fmla="*/ 1628782 h 1893093"/>
              <a:gd name="connsiteX1079" fmla="*/ 1208337 w 1464468"/>
              <a:gd name="connsiteY1079" fmla="*/ 1550201 h 1893093"/>
              <a:gd name="connsiteX1080" fmla="*/ 1208337 w 1464468"/>
              <a:gd name="connsiteY1080" fmla="*/ 1543057 h 1893093"/>
              <a:gd name="connsiteX1081" fmla="*/ 1208337 w 1464468"/>
              <a:gd name="connsiteY1081" fmla="*/ 1464476 h 1893093"/>
              <a:gd name="connsiteX1082" fmla="*/ 1286918 w 1464468"/>
              <a:gd name="connsiteY1082" fmla="*/ 1464476 h 1893093"/>
              <a:gd name="connsiteX1083" fmla="*/ 1286918 w 1464468"/>
              <a:gd name="connsiteY1083" fmla="*/ 1543057 h 1893093"/>
              <a:gd name="connsiteX1084" fmla="*/ 1208337 w 1464468"/>
              <a:gd name="connsiteY1084" fmla="*/ 1543057 h 1893093"/>
              <a:gd name="connsiteX1085" fmla="*/ 1208337 w 1464468"/>
              <a:gd name="connsiteY1085" fmla="*/ 1457332 h 1893093"/>
              <a:gd name="connsiteX1086" fmla="*/ 1208337 w 1464468"/>
              <a:gd name="connsiteY1086" fmla="*/ 1378751 h 1893093"/>
              <a:gd name="connsiteX1087" fmla="*/ 1286918 w 1464468"/>
              <a:gd name="connsiteY1087" fmla="*/ 1378751 h 1893093"/>
              <a:gd name="connsiteX1088" fmla="*/ 1286918 w 1464468"/>
              <a:gd name="connsiteY1088" fmla="*/ 1457332 h 1893093"/>
              <a:gd name="connsiteX1089" fmla="*/ 1208337 w 1464468"/>
              <a:gd name="connsiteY1089" fmla="*/ 1457332 h 1893093"/>
              <a:gd name="connsiteX1090" fmla="*/ 1208337 w 1464468"/>
              <a:gd name="connsiteY1090" fmla="*/ 1371607 h 1893093"/>
              <a:gd name="connsiteX1091" fmla="*/ 1208337 w 1464468"/>
              <a:gd name="connsiteY1091" fmla="*/ 1293026 h 1893093"/>
              <a:gd name="connsiteX1092" fmla="*/ 1286918 w 1464468"/>
              <a:gd name="connsiteY1092" fmla="*/ 1293026 h 1893093"/>
              <a:gd name="connsiteX1093" fmla="*/ 1286918 w 1464468"/>
              <a:gd name="connsiteY1093" fmla="*/ 1371607 h 1893093"/>
              <a:gd name="connsiteX1094" fmla="*/ 1208337 w 1464468"/>
              <a:gd name="connsiteY1094" fmla="*/ 1371607 h 1893093"/>
              <a:gd name="connsiteX1095" fmla="*/ 1208337 w 1464468"/>
              <a:gd name="connsiteY1095" fmla="*/ 1285882 h 1893093"/>
              <a:gd name="connsiteX1096" fmla="*/ 1208337 w 1464468"/>
              <a:gd name="connsiteY1096" fmla="*/ 1207301 h 1893093"/>
              <a:gd name="connsiteX1097" fmla="*/ 1286918 w 1464468"/>
              <a:gd name="connsiteY1097" fmla="*/ 1207301 h 1893093"/>
              <a:gd name="connsiteX1098" fmla="*/ 1286918 w 1464468"/>
              <a:gd name="connsiteY1098" fmla="*/ 1285882 h 1893093"/>
              <a:gd name="connsiteX1099" fmla="*/ 1208337 w 1464468"/>
              <a:gd name="connsiteY1099" fmla="*/ 1285882 h 1893093"/>
              <a:gd name="connsiteX1100" fmla="*/ 1208337 w 1464468"/>
              <a:gd name="connsiteY1100" fmla="*/ 1200157 h 1893093"/>
              <a:gd name="connsiteX1101" fmla="*/ 1208337 w 1464468"/>
              <a:gd name="connsiteY1101" fmla="*/ 1121576 h 1893093"/>
              <a:gd name="connsiteX1102" fmla="*/ 1286918 w 1464468"/>
              <a:gd name="connsiteY1102" fmla="*/ 1121576 h 1893093"/>
              <a:gd name="connsiteX1103" fmla="*/ 1286918 w 1464468"/>
              <a:gd name="connsiteY1103" fmla="*/ 1200157 h 1893093"/>
              <a:gd name="connsiteX1104" fmla="*/ 1208337 w 1464468"/>
              <a:gd name="connsiteY1104" fmla="*/ 1200157 h 1893093"/>
              <a:gd name="connsiteX1105" fmla="*/ 1208337 w 1464468"/>
              <a:gd name="connsiteY1105" fmla="*/ 1114432 h 1893093"/>
              <a:gd name="connsiteX1106" fmla="*/ 1208337 w 1464468"/>
              <a:gd name="connsiteY1106" fmla="*/ 1035851 h 1893093"/>
              <a:gd name="connsiteX1107" fmla="*/ 1286918 w 1464468"/>
              <a:gd name="connsiteY1107" fmla="*/ 1035851 h 1893093"/>
              <a:gd name="connsiteX1108" fmla="*/ 1286918 w 1464468"/>
              <a:gd name="connsiteY1108" fmla="*/ 1114432 h 1893093"/>
              <a:gd name="connsiteX1109" fmla="*/ 1208337 w 1464468"/>
              <a:gd name="connsiteY1109" fmla="*/ 1114432 h 1893093"/>
              <a:gd name="connsiteX1110" fmla="*/ 1208337 w 1464468"/>
              <a:gd name="connsiteY1110" fmla="*/ 1028707 h 1893093"/>
              <a:gd name="connsiteX1111" fmla="*/ 1208337 w 1464468"/>
              <a:gd name="connsiteY1111" fmla="*/ 950126 h 1893093"/>
              <a:gd name="connsiteX1112" fmla="*/ 1286918 w 1464468"/>
              <a:gd name="connsiteY1112" fmla="*/ 950126 h 1893093"/>
              <a:gd name="connsiteX1113" fmla="*/ 1286918 w 1464468"/>
              <a:gd name="connsiteY1113" fmla="*/ 1028707 h 1893093"/>
              <a:gd name="connsiteX1114" fmla="*/ 1208337 w 1464468"/>
              <a:gd name="connsiteY1114" fmla="*/ 1028707 h 1893093"/>
              <a:gd name="connsiteX1115" fmla="*/ 1208337 w 1464468"/>
              <a:gd name="connsiteY1115" fmla="*/ 942982 h 1893093"/>
              <a:gd name="connsiteX1116" fmla="*/ 1208337 w 1464468"/>
              <a:gd name="connsiteY1116" fmla="*/ 864401 h 1893093"/>
              <a:gd name="connsiteX1117" fmla="*/ 1286918 w 1464468"/>
              <a:gd name="connsiteY1117" fmla="*/ 864401 h 1893093"/>
              <a:gd name="connsiteX1118" fmla="*/ 1286918 w 1464468"/>
              <a:gd name="connsiteY1118" fmla="*/ 942982 h 1893093"/>
              <a:gd name="connsiteX1119" fmla="*/ 1208337 w 1464468"/>
              <a:gd name="connsiteY1119" fmla="*/ 942982 h 1893093"/>
              <a:gd name="connsiteX1120" fmla="*/ 1208337 w 1464468"/>
              <a:gd name="connsiteY1120" fmla="*/ 857257 h 1893093"/>
              <a:gd name="connsiteX1121" fmla="*/ 1208337 w 1464468"/>
              <a:gd name="connsiteY1121" fmla="*/ 778676 h 1893093"/>
              <a:gd name="connsiteX1122" fmla="*/ 1286918 w 1464468"/>
              <a:gd name="connsiteY1122" fmla="*/ 778676 h 1893093"/>
              <a:gd name="connsiteX1123" fmla="*/ 1286918 w 1464468"/>
              <a:gd name="connsiteY1123" fmla="*/ 857257 h 1893093"/>
              <a:gd name="connsiteX1124" fmla="*/ 1208337 w 1464468"/>
              <a:gd name="connsiteY1124" fmla="*/ 857257 h 1893093"/>
              <a:gd name="connsiteX1125" fmla="*/ 1208337 w 1464468"/>
              <a:gd name="connsiteY1125" fmla="*/ 771532 h 1893093"/>
              <a:gd name="connsiteX1126" fmla="*/ 1208337 w 1464468"/>
              <a:gd name="connsiteY1126" fmla="*/ 692951 h 1893093"/>
              <a:gd name="connsiteX1127" fmla="*/ 1286918 w 1464468"/>
              <a:gd name="connsiteY1127" fmla="*/ 692951 h 1893093"/>
              <a:gd name="connsiteX1128" fmla="*/ 1286918 w 1464468"/>
              <a:gd name="connsiteY1128" fmla="*/ 771532 h 1893093"/>
              <a:gd name="connsiteX1129" fmla="*/ 1208337 w 1464468"/>
              <a:gd name="connsiteY1129" fmla="*/ 771532 h 1893093"/>
              <a:gd name="connsiteX1130" fmla="*/ 1208337 w 1464468"/>
              <a:gd name="connsiteY1130" fmla="*/ 685807 h 1893093"/>
              <a:gd name="connsiteX1131" fmla="*/ 1208337 w 1464468"/>
              <a:gd name="connsiteY1131" fmla="*/ 607226 h 1893093"/>
              <a:gd name="connsiteX1132" fmla="*/ 1286918 w 1464468"/>
              <a:gd name="connsiteY1132" fmla="*/ 607226 h 1893093"/>
              <a:gd name="connsiteX1133" fmla="*/ 1286918 w 1464468"/>
              <a:gd name="connsiteY1133" fmla="*/ 685807 h 1893093"/>
              <a:gd name="connsiteX1134" fmla="*/ 1208337 w 1464468"/>
              <a:gd name="connsiteY1134" fmla="*/ 685807 h 1893093"/>
              <a:gd name="connsiteX1135" fmla="*/ 1208337 w 1464468"/>
              <a:gd name="connsiteY1135" fmla="*/ 600075 h 1893093"/>
              <a:gd name="connsiteX1136" fmla="*/ 1208337 w 1464468"/>
              <a:gd name="connsiteY1136" fmla="*/ 521494 h 1893093"/>
              <a:gd name="connsiteX1137" fmla="*/ 1286918 w 1464468"/>
              <a:gd name="connsiteY1137" fmla="*/ 521494 h 1893093"/>
              <a:gd name="connsiteX1138" fmla="*/ 1286918 w 1464468"/>
              <a:gd name="connsiteY1138" fmla="*/ 600075 h 1893093"/>
              <a:gd name="connsiteX1139" fmla="*/ 1208337 w 1464468"/>
              <a:gd name="connsiteY1139" fmla="*/ 600075 h 1893093"/>
              <a:gd name="connsiteX1140" fmla="*/ 1208337 w 1464468"/>
              <a:gd name="connsiteY1140" fmla="*/ 514350 h 1893093"/>
              <a:gd name="connsiteX1141" fmla="*/ 1208337 w 1464468"/>
              <a:gd name="connsiteY1141" fmla="*/ 435769 h 1893093"/>
              <a:gd name="connsiteX1142" fmla="*/ 1286918 w 1464468"/>
              <a:gd name="connsiteY1142" fmla="*/ 435769 h 1893093"/>
              <a:gd name="connsiteX1143" fmla="*/ 1286918 w 1464468"/>
              <a:gd name="connsiteY1143" fmla="*/ 514350 h 1893093"/>
              <a:gd name="connsiteX1144" fmla="*/ 1208337 w 1464468"/>
              <a:gd name="connsiteY1144" fmla="*/ 514350 h 1893093"/>
              <a:gd name="connsiteX1145" fmla="*/ 1208337 w 1464468"/>
              <a:gd name="connsiteY1145" fmla="*/ 428625 h 1893093"/>
              <a:gd name="connsiteX1146" fmla="*/ 1208337 w 1464468"/>
              <a:gd name="connsiteY1146" fmla="*/ 350044 h 1893093"/>
              <a:gd name="connsiteX1147" fmla="*/ 1286918 w 1464468"/>
              <a:gd name="connsiteY1147" fmla="*/ 350044 h 1893093"/>
              <a:gd name="connsiteX1148" fmla="*/ 1286918 w 1464468"/>
              <a:gd name="connsiteY1148" fmla="*/ 428625 h 1893093"/>
              <a:gd name="connsiteX1149" fmla="*/ 1208337 w 1464468"/>
              <a:gd name="connsiteY1149" fmla="*/ 428625 h 1893093"/>
              <a:gd name="connsiteX1150" fmla="*/ 1208337 w 1464468"/>
              <a:gd name="connsiteY1150" fmla="*/ 342900 h 1893093"/>
              <a:gd name="connsiteX1151" fmla="*/ 1208337 w 1464468"/>
              <a:gd name="connsiteY1151" fmla="*/ 264319 h 1893093"/>
              <a:gd name="connsiteX1152" fmla="*/ 1286918 w 1464468"/>
              <a:gd name="connsiteY1152" fmla="*/ 264319 h 1893093"/>
              <a:gd name="connsiteX1153" fmla="*/ 1286918 w 1464468"/>
              <a:gd name="connsiteY1153" fmla="*/ 342900 h 1893093"/>
              <a:gd name="connsiteX1154" fmla="*/ 1208337 w 1464468"/>
              <a:gd name="connsiteY1154" fmla="*/ 342900 h 1893093"/>
              <a:gd name="connsiteX1155" fmla="*/ 1208337 w 1464468"/>
              <a:gd name="connsiteY1155" fmla="*/ 257175 h 1893093"/>
              <a:gd name="connsiteX1156" fmla="*/ 1208337 w 1464468"/>
              <a:gd name="connsiteY1156" fmla="*/ 178594 h 1893093"/>
              <a:gd name="connsiteX1157" fmla="*/ 1286918 w 1464468"/>
              <a:gd name="connsiteY1157" fmla="*/ 178594 h 1893093"/>
              <a:gd name="connsiteX1158" fmla="*/ 1286918 w 1464468"/>
              <a:gd name="connsiteY1158" fmla="*/ 257175 h 1893093"/>
              <a:gd name="connsiteX1159" fmla="*/ 1208337 w 1464468"/>
              <a:gd name="connsiteY1159" fmla="*/ 257175 h 1893093"/>
              <a:gd name="connsiteX1160" fmla="*/ 1208337 w 1464468"/>
              <a:gd name="connsiteY1160" fmla="*/ 171450 h 1893093"/>
              <a:gd name="connsiteX1161" fmla="*/ 1208337 w 1464468"/>
              <a:gd name="connsiteY1161" fmla="*/ 92869 h 1893093"/>
              <a:gd name="connsiteX1162" fmla="*/ 1286918 w 1464468"/>
              <a:gd name="connsiteY1162" fmla="*/ 92869 h 1893093"/>
              <a:gd name="connsiteX1163" fmla="*/ 1286918 w 1464468"/>
              <a:gd name="connsiteY1163" fmla="*/ 171450 h 1893093"/>
              <a:gd name="connsiteX1164" fmla="*/ 1208337 w 1464468"/>
              <a:gd name="connsiteY1164" fmla="*/ 171450 h 1893093"/>
              <a:gd name="connsiteX1165" fmla="*/ 1201193 w 1464468"/>
              <a:gd name="connsiteY1165" fmla="*/ 171450 h 1893093"/>
              <a:gd name="connsiteX1166" fmla="*/ 1122612 w 1464468"/>
              <a:gd name="connsiteY1166" fmla="*/ 171450 h 1893093"/>
              <a:gd name="connsiteX1167" fmla="*/ 1122612 w 1464468"/>
              <a:gd name="connsiteY1167" fmla="*/ 92869 h 1893093"/>
              <a:gd name="connsiteX1168" fmla="*/ 1201193 w 1464468"/>
              <a:gd name="connsiteY1168" fmla="*/ 92869 h 1893093"/>
              <a:gd name="connsiteX1169" fmla="*/ 1201193 w 1464468"/>
              <a:gd name="connsiteY1169" fmla="*/ 171450 h 1893093"/>
              <a:gd name="connsiteX1170" fmla="*/ 1115468 w 1464468"/>
              <a:gd name="connsiteY1170" fmla="*/ 171450 h 1893093"/>
              <a:gd name="connsiteX1171" fmla="*/ 1036887 w 1464468"/>
              <a:gd name="connsiteY1171" fmla="*/ 171450 h 1893093"/>
              <a:gd name="connsiteX1172" fmla="*/ 1036887 w 1464468"/>
              <a:gd name="connsiteY1172" fmla="*/ 92869 h 1893093"/>
              <a:gd name="connsiteX1173" fmla="*/ 1115468 w 1464468"/>
              <a:gd name="connsiteY1173" fmla="*/ 92869 h 1893093"/>
              <a:gd name="connsiteX1174" fmla="*/ 1115468 w 1464468"/>
              <a:gd name="connsiteY1174" fmla="*/ 171450 h 1893093"/>
              <a:gd name="connsiteX1175" fmla="*/ 1029743 w 1464468"/>
              <a:gd name="connsiteY1175" fmla="*/ 171450 h 1893093"/>
              <a:gd name="connsiteX1176" fmla="*/ 951162 w 1464468"/>
              <a:gd name="connsiteY1176" fmla="*/ 171450 h 1893093"/>
              <a:gd name="connsiteX1177" fmla="*/ 951162 w 1464468"/>
              <a:gd name="connsiteY1177" fmla="*/ 92869 h 1893093"/>
              <a:gd name="connsiteX1178" fmla="*/ 1029743 w 1464468"/>
              <a:gd name="connsiteY1178" fmla="*/ 92869 h 1893093"/>
              <a:gd name="connsiteX1179" fmla="*/ 1029743 w 1464468"/>
              <a:gd name="connsiteY1179" fmla="*/ 171450 h 1893093"/>
              <a:gd name="connsiteX1180" fmla="*/ 944018 w 1464468"/>
              <a:gd name="connsiteY1180" fmla="*/ 171450 h 1893093"/>
              <a:gd name="connsiteX1181" fmla="*/ 865437 w 1464468"/>
              <a:gd name="connsiteY1181" fmla="*/ 171450 h 1893093"/>
              <a:gd name="connsiteX1182" fmla="*/ 865437 w 1464468"/>
              <a:gd name="connsiteY1182" fmla="*/ 92869 h 1893093"/>
              <a:gd name="connsiteX1183" fmla="*/ 944018 w 1464468"/>
              <a:gd name="connsiteY1183" fmla="*/ 92869 h 1893093"/>
              <a:gd name="connsiteX1184" fmla="*/ 944018 w 1464468"/>
              <a:gd name="connsiteY1184" fmla="*/ 171450 h 1893093"/>
              <a:gd name="connsiteX1185" fmla="*/ 858293 w 1464468"/>
              <a:gd name="connsiteY1185" fmla="*/ 171450 h 1893093"/>
              <a:gd name="connsiteX1186" fmla="*/ 779712 w 1464468"/>
              <a:gd name="connsiteY1186" fmla="*/ 171450 h 1893093"/>
              <a:gd name="connsiteX1187" fmla="*/ 779712 w 1464468"/>
              <a:gd name="connsiteY1187" fmla="*/ 92869 h 1893093"/>
              <a:gd name="connsiteX1188" fmla="*/ 858293 w 1464468"/>
              <a:gd name="connsiteY1188" fmla="*/ 92869 h 1893093"/>
              <a:gd name="connsiteX1189" fmla="*/ 858293 w 1464468"/>
              <a:gd name="connsiteY1189" fmla="*/ 171450 h 1893093"/>
              <a:gd name="connsiteX1190" fmla="*/ 772568 w 1464468"/>
              <a:gd name="connsiteY1190" fmla="*/ 171450 h 1893093"/>
              <a:gd name="connsiteX1191" fmla="*/ 693987 w 1464468"/>
              <a:gd name="connsiteY1191" fmla="*/ 171450 h 1893093"/>
              <a:gd name="connsiteX1192" fmla="*/ 693987 w 1464468"/>
              <a:gd name="connsiteY1192" fmla="*/ 92869 h 1893093"/>
              <a:gd name="connsiteX1193" fmla="*/ 772568 w 1464468"/>
              <a:gd name="connsiteY1193" fmla="*/ 92869 h 1893093"/>
              <a:gd name="connsiteX1194" fmla="*/ 772568 w 1464468"/>
              <a:gd name="connsiteY1194" fmla="*/ 171450 h 1893093"/>
              <a:gd name="connsiteX1195" fmla="*/ 686843 w 1464468"/>
              <a:gd name="connsiteY1195" fmla="*/ 171450 h 1893093"/>
              <a:gd name="connsiteX1196" fmla="*/ 608262 w 1464468"/>
              <a:gd name="connsiteY1196" fmla="*/ 171450 h 1893093"/>
              <a:gd name="connsiteX1197" fmla="*/ 608262 w 1464468"/>
              <a:gd name="connsiteY1197" fmla="*/ 92869 h 1893093"/>
              <a:gd name="connsiteX1198" fmla="*/ 686843 w 1464468"/>
              <a:gd name="connsiteY1198" fmla="*/ 92869 h 1893093"/>
              <a:gd name="connsiteX1199" fmla="*/ 686843 w 1464468"/>
              <a:gd name="connsiteY1199" fmla="*/ 171450 h 1893093"/>
              <a:gd name="connsiteX1200" fmla="*/ 601118 w 1464468"/>
              <a:gd name="connsiteY1200" fmla="*/ 171450 h 1893093"/>
              <a:gd name="connsiteX1201" fmla="*/ 522537 w 1464468"/>
              <a:gd name="connsiteY1201" fmla="*/ 171450 h 1893093"/>
              <a:gd name="connsiteX1202" fmla="*/ 522537 w 1464468"/>
              <a:gd name="connsiteY1202" fmla="*/ 92869 h 1893093"/>
              <a:gd name="connsiteX1203" fmla="*/ 601118 w 1464468"/>
              <a:gd name="connsiteY1203" fmla="*/ 92869 h 1893093"/>
              <a:gd name="connsiteX1204" fmla="*/ 601118 w 1464468"/>
              <a:gd name="connsiteY1204" fmla="*/ 171450 h 1893093"/>
              <a:gd name="connsiteX1205" fmla="*/ 515393 w 1464468"/>
              <a:gd name="connsiteY1205" fmla="*/ 171450 h 1893093"/>
              <a:gd name="connsiteX1206" fmla="*/ 436812 w 1464468"/>
              <a:gd name="connsiteY1206" fmla="*/ 171450 h 1893093"/>
              <a:gd name="connsiteX1207" fmla="*/ 436812 w 1464468"/>
              <a:gd name="connsiteY1207" fmla="*/ 92869 h 1893093"/>
              <a:gd name="connsiteX1208" fmla="*/ 515393 w 1464468"/>
              <a:gd name="connsiteY1208" fmla="*/ 92869 h 1893093"/>
              <a:gd name="connsiteX1209" fmla="*/ 515393 w 1464468"/>
              <a:gd name="connsiteY1209" fmla="*/ 171450 h 1893093"/>
              <a:gd name="connsiteX1210" fmla="*/ 429668 w 1464468"/>
              <a:gd name="connsiteY1210" fmla="*/ 171450 h 1893093"/>
              <a:gd name="connsiteX1211" fmla="*/ 351087 w 1464468"/>
              <a:gd name="connsiteY1211" fmla="*/ 171450 h 1893093"/>
              <a:gd name="connsiteX1212" fmla="*/ 351087 w 1464468"/>
              <a:gd name="connsiteY1212" fmla="*/ 92869 h 1893093"/>
              <a:gd name="connsiteX1213" fmla="*/ 429668 w 1464468"/>
              <a:gd name="connsiteY1213" fmla="*/ 92869 h 1893093"/>
              <a:gd name="connsiteX1214" fmla="*/ 429668 w 1464468"/>
              <a:gd name="connsiteY1214" fmla="*/ 171450 h 1893093"/>
              <a:gd name="connsiteX1215" fmla="*/ 343943 w 1464468"/>
              <a:gd name="connsiteY1215" fmla="*/ 171450 h 1893093"/>
              <a:gd name="connsiteX1216" fmla="*/ 265362 w 1464468"/>
              <a:gd name="connsiteY1216" fmla="*/ 171450 h 1893093"/>
              <a:gd name="connsiteX1217" fmla="*/ 265362 w 1464468"/>
              <a:gd name="connsiteY1217" fmla="*/ 92869 h 1893093"/>
              <a:gd name="connsiteX1218" fmla="*/ 343943 w 1464468"/>
              <a:gd name="connsiteY1218" fmla="*/ 92869 h 1893093"/>
              <a:gd name="connsiteX1219" fmla="*/ 343943 w 1464468"/>
              <a:gd name="connsiteY1219" fmla="*/ 171450 h 1893093"/>
              <a:gd name="connsiteX1220" fmla="*/ 258218 w 1464468"/>
              <a:gd name="connsiteY1220" fmla="*/ 171450 h 1893093"/>
              <a:gd name="connsiteX1221" fmla="*/ 179637 w 1464468"/>
              <a:gd name="connsiteY1221" fmla="*/ 171450 h 1893093"/>
              <a:gd name="connsiteX1222" fmla="*/ 179637 w 1464468"/>
              <a:gd name="connsiteY1222" fmla="*/ 92869 h 1893093"/>
              <a:gd name="connsiteX1223" fmla="*/ 258218 w 1464468"/>
              <a:gd name="connsiteY1223" fmla="*/ 92869 h 1893093"/>
              <a:gd name="connsiteX1224" fmla="*/ 258218 w 1464468"/>
              <a:gd name="connsiteY1224" fmla="*/ 171450 h 1893093"/>
              <a:gd name="connsiteX1225" fmla="*/ 258218 w 1464468"/>
              <a:gd name="connsiteY1225" fmla="*/ 178594 h 1893093"/>
              <a:gd name="connsiteX1226" fmla="*/ 258218 w 1464468"/>
              <a:gd name="connsiteY1226" fmla="*/ 257175 h 1893093"/>
              <a:gd name="connsiteX1227" fmla="*/ 179637 w 1464468"/>
              <a:gd name="connsiteY1227" fmla="*/ 257175 h 1893093"/>
              <a:gd name="connsiteX1228" fmla="*/ 179637 w 1464468"/>
              <a:gd name="connsiteY1228" fmla="*/ 178594 h 1893093"/>
              <a:gd name="connsiteX1229" fmla="*/ 258218 w 1464468"/>
              <a:gd name="connsiteY1229" fmla="*/ 178594 h 1893093"/>
              <a:gd name="connsiteX1230" fmla="*/ 172493 w 1464468"/>
              <a:gd name="connsiteY1230" fmla="*/ 257175 h 1893093"/>
              <a:gd name="connsiteX1231" fmla="*/ 93912 w 1464468"/>
              <a:gd name="connsiteY1231" fmla="*/ 257175 h 1893093"/>
              <a:gd name="connsiteX1232" fmla="*/ 93912 w 1464468"/>
              <a:gd name="connsiteY1232" fmla="*/ 178594 h 1893093"/>
              <a:gd name="connsiteX1233" fmla="*/ 172493 w 1464468"/>
              <a:gd name="connsiteY1233" fmla="*/ 178594 h 1893093"/>
              <a:gd name="connsiteX1234" fmla="*/ 172493 w 1464468"/>
              <a:gd name="connsiteY1234" fmla="*/ 257175 h 1893093"/>
              <a:gd name="connsiteX1235" fmla="*/ 172493 w 1464468"/>
              <a:gd name="connsiteY1235" fmla="*/ 264319 h 1893093"/>
              <a:gd name="connsiteX1236" fmla="*/ 172493 w 1464468"/>
              <a:gd name="connsiteY1236" fmla="*/ 342900 h 1893093"/>
              <a:gd name="connsiteX1237" fmla="*/ 93912 w 1464468"/>
              <a:gd name="connsiteY1237" fmla="*/ 342900 h 1893093"/>
              <a:gd name="connsiteX1238" fmla="*/ 93912 w 1464468"/>
              <a:gd name="connsiteY1238" fmla="*/ 264319 h 1893093"/>
              <a:gd name="connsiteX1239" fmla="*/ 172493 w 1464468"/>
              <a:gd name="connsiteY1239" fmla="*/ 264319 h 1893093"/>
              <a:gd name="connsiteX1240" fmla="*/ 172493 w 1464468"/>
              <a:gd name="connsiteY1240" fmla="*/ 350044 h 1893093"/>
              <a:gd name="connsiteX1241" fmla="*/ 172493 w 1464468"/>
              <a:gd name="connsiteY1241" fmla="*/ 428625 h 1893093"/>
              <a:gd name="connsiteX1242" fmla="*/ 93912 w 1464468"/>
              <a:gd name="connsiteY1242" fmla="*/ 428625 h 1893093"/>
              <a:gd name="connsiteX1243" fmla="*/ 93912 w 1464468"/>
              <a:gd name="connsiteY1243" fmla="*/ 350044 h 1893093"/>
              <a:gd name="connsiteX1244" fmla="*/ 172493 w 1464468"/>
              <a:gd name="connsiteY1244" fmla="*/ 350044 h 1893093"/>
              <a:gd name="connsiteX1245" fmla="*/ 172493 w 1464468"/>
              <a:gd name="connsiteY1245" fmla="*/ 435769 h 1893093"/>
              <a:gd name="connsiteX1246" fmla="*/ 172493 w 1464468"/>
              <a:gd name="connsiteY1246" fmla="*/ 514350 h 1893093"/>
              <a:gd name="connsiteX1247" fmla="*/ 93912 w 1464468"/>
              <a:gd name="connsiteY1247" fmla="*/ 514350 h 1893093"/>
              <a:gd name="connsiteX1248" fmla="*/ 93912 w 1464468"/>
              <a:gd name="connsiteY1248" fmla="*/ 435769 h 1893093"/>
              <a:gd name="connsiteX1249" fmla="*/ 172493 w 1464468"/>
              <a:gd name="connsiteY1249" fmla="*/ 435769 h 1893093"/>
              <a:gd name="connsiteX1250" fmla="*/ 172493 w 1464468"/>
              <a:gd name="connsiteY1250" fmla="*/ 521494 h 1893093"/>
              <a:gd name="connsiteX1251" fmla="*/ 172493 w 1464468"/>
              <a:gd name="connsiteY1251" fmla="*/ 600075 h 1893093"/>
              <a:gd name="connsiteX1252" fmla="*/ 93912 w 1464468"/>
              <a:gd name="connsiteY1252" fmla="*/ 600075 h 1893093"/>
              <a:gd name="connsiteX1253" fmla="*/ 93912 w 1464468"/>
              <a:gd name="connsiteY1253" fmla="*/ 521494 h 1893093"/>
              <a:gd name="connsiteX1254" fmla="*/ 172493 w 1464468"/>
              <a:gd name="connsiteY1254" fmla="*/ 521494 h 1893093"/>
              <a:gd name="connsiteX1255" fmla="*/ 172493 w 1464468"/>
              <a:gd name="connsiteY1255" fmla="*/ 607219 h 1893093"/>
              <a:gd name="connsiteX1256" fmla="*/ 172493 w 1464468"/>
              <a:gd name="connsiteY1256" fmla="*/ 685800 h 1893093"/>
              <a:gd name="connsiteX1257" fmla="*/ 93912 w 1464468"/>
              <a:gd name="connsiteY1257" fmla="*/ 685800 h 1893093"/>
              <a:gd name="connsiteX1258" fmla="*/ 93912 w 1464468"/>
              <a:gd name="connsiteY1258" fmla="*/ 607219 h 1893093"/>
              <a:gd name="connsiteX1259" fmla="*/ 172493 w 1464468"/>
              <a:gd name="connsiteY1259" fmla="*/ 607219 h 1893093"/>
              <a:gd name="connsiteX1260" fmla="*/ 172493 w 1464468"/>
              <a:gd name="connsiteY1260" fmla="*/ 692951 h 1893093"/>
              <a:gd name="connsiteX1261" fmla="*/ 172493 w 1464468"/>
              <a:gd name="connsiteY1261" fmla="*/ 771532 h 1893093"/>
              <a:gd name="connsiteX1262" fmla="*/ 93912 w 1464468"/>
              <a:gd name="connsiteY1262" fmla="*/ 771532 h 1893093"/>
              <a:gd name="connsiteX1263" fmla="*/ 93912 w 1464468"/>
              <a:gd name="connsiteY1263" fmla="*/ 692951 h 1893093"/>
              <a:gd name="connsiteX1264" fmla="*/ 172493 w 1464468"/>
              <a:gd name="connsiteY1264" fmla="*/ 692951 h 1893093"/>
              <a:gd name="connsiteX1265" fmla="*/ 172493 w 1464468"/>
              <a:gd name="connsiteY1265" fmla="*/ 778676 h 1893093"/>
              <a:gd name="connsiteX1266" fmla="*/ 172493 w 1464468"/>
              <a:gd name="connsiteY1266" fmla="*/ 857257 h 1893093"/>
              <a:gd name="connsiteX1267" fmla="*/ 93912 w 1464468"/>
              <a:gd name="connsiteY1267" fmla="*/ 857257 h 1893093"/>
              <a:gd name="connsiteX1268" fmla="*/ 93912 w 1464468"/>
              <a:gd name="connsiteY1268" fmla="*/ 778676 h 1893093"/>
              <a:gd name="connsiteX1269" fmla="*/ 172493 w 1464468"/>
              <a:gd name="connsiteY1269" fmla="*/ 778676 h 1893093"/>
              <a:gd name="connsiteX1270" fmla="*/ 172493 w 1464468"/>
              <a:gd name="connsiteY1270" fmla="*/ 864401 h 1893093"/>
              <a:gd name="connsiteX1271" fmla="*/ 172493 w 1464468"/>
              <a:gd name="connsiteY1271" fmla="*/ 942982 h 1893093"/>
              <a:gd name="connsiteX1272" fmla="*/ 93912 w 1464468"/>
              <a:gd name="connsiteY1272" fmla="*/ 942982 h 1893093"/>
              <a:gd name="connsiteX1273" fmla="*/ 93912 w 1464468"/>
              <a:gd name="connsiteY1273" fmla="*/ 864401 h 1893093"/>
              <a:gd name="connsiteX1274" fmla="*/ 172493 w 1464468"/>
              <a:gd name="connsiteY1274" fmla="*/ 864401 h 1893093"/>
              <a:gd name="connsiteX1275" fmla="*/ 172493 w 1464468"/>
              <a:gd name="connsiteY1275" fmla="*/ 950126 h 1893093"/>
              <a:gd name="connsiteX1276" fmla="*/ 172493 w 1464468"/>
              <a:gd name="connsiteY1276" fmla="*/ 1028707 h 1893093"/>
              <a:gd name="connsiteX1277" fmla="*/ 93912 w 1464468"/>
              <a:gd name="connsiteY1277" fmla="*/ 1028707 h 1893093"/>
              <a:gd name="connsiteX1278" fmla="*/ 93912 w 1464468"/>
              <a:gd name="connsiteY1278" fmla="*/ 950126 h 1893093"/>
              <a:gd name="connsiteX1279" fmla="*/ 172493 w 1464468"/>
              <a:gd name="connsiteY1279" fmla="*/ 950126 h 1893093"/>
              <a:gd name="connsiteX1280" fmla="*/ 172493 w 1464468"/>
              <a:gd name="connsiteY1280" fmla="*/ 1035851 h 1893093"/>
              <a:gd name="connsiteX1281" fmla="*/ 172493 w 1464468"/>
              <a:gd name="connsiteY1281" fmla="*/ 1114432 h 1893093"/>
              <a:gd name="connsiteX1282" fmla="*/ 93912 w 1464468"/>
              <a:gd name="connsiteY1282" fmla="*/ 1114432 h 1893093"/>
              <a:gd name="connsiteX1283" fmla="*/ 93912 w 1464468"/>
              <a:gd name="connsiteY1283" fmla="*/ 1035851 h 1893093"/>
              <a:gd name="connsiteX1284" fmla="*/ 172493 w 1464468"/>
              <a:gd name="connsiteY1284" fmla="*/ 1035851 h 1893093"/>
              <a:gd name="connsiteX1285" fmla="*/ 172493 w 1464468"/>
              <a:gd name="connsiteY1285" fmla="*/ 1121576 h 1893093"/>
              <a:gd name="connsiteX1286" fmla="*/ 172493 w 1464468"/>
              <a:gd name="connsiteY1286" fmla="*/ 1200157 h 1893093"/>
              <a:gd name="connsiteX1287" fmla="*/ 93912 w 1464468"/>
              <a:gd name="connsiteY1287" fmla="*/ 1200157 h 1893093"/>
              <a:gd name="connsiteX1288" fmla="*/ 93912 w 1464468"/>
              <a:gd name="connsiteY1288" fmla="*/ 1121576 h 1893093"/>
              <a:gd name="connsiteX1289" fmla="*/ 172493 w 1464468"/>
              <a:gd name="connsiteY1289" fmla="*/ 1121576 h 1893093"/>
              <a:gd name="connsiteX1290" fmla="*/ 172493 w 1464468"/>
              <a:gd name="connsiteY1290" fmla="*/ 1207301 h 1893093"/>
              <a:gd name="connsiteX1291" fmla="*/ 172493 w 1464468"/>
              <a:gd name="connsiteY1291" fmla="*/ 1285882 h 1893093"/>
              <a:gd name="connsiteX1292" fmla="*/ 93912 w 1464468"/>
              <a:gd name="connsiteY1292" fmla="*/ 1285882 h 1893093"/>
              <a:gd name="connsiteX1293" fmla="*/ 93912 w 1464468"/>
              <a:gd name="connsiteY1293" fmla="*/ 1207301 h 1893093"/>
              <a:gd name="connsiteX1294" fmla="*/ 172493 w 1464468"/>
              <a:gd name="connsiteY1294" fmla="*/ 1207301 h 1893093"/>
              <a:gd name="connsiteX1295" fmla="*/ 172493 w 1464468"/>
              <a:gd name="connsiteY1295" fmla="*/ 1293026 h 1893093"/>
              <a:gd name="connsiteX1296" fmla="*/ 172493 w 1464468"/>
              <a:gd name="connsiteY1296" fmla="*/ 1371607 h 1893093"/>
              <a:gd name="connsiteX1297" fmla="*/ 93912 w 1464468"/>
              <a:gd name="connsiteY1297" fmla="*/ 1371607 h 1893093"/>
              <a:gd name="connsiteX1298" fmla="*/ 93912 w 1464468"/>
              <a:gd name="connsiteY1298" fmla="*/ 1293026 h 1893093"/>
              <a:gd name="connsiteX1299" fmla="*/ 172493 w 1464468"/>
              <a:gd name="connsiteY1299" fmla="*/ 1293026 h 1893093"/>
              <a:gd name="connsiteX1300" fmla="*/ 172493 w 1464468"/>
              <a:gd name="connsiteY1300" fmla="*/ 1378751 h 1893093"/>
              <a:gd name="connsiteX1301" fmla="*/ 172493 w 1464468"/>
              <a:gd name="connsiteY1301" fmla="*/ 1457332 h 1893093"/>
              <a:gd name="connsiteX1302" fmla="*/ 93912 w 1464468"/>
              <a:gd name="connsiteY1302" fmla="*/ 1457332 h 1893093"/>
              <a:gd name="connsiteX1303" fmla="*/ 93912 w 1464468"/>
              <a:gd name="connsiteY1303" fmla="*/ 1378751 h 1893093"/>
              <a:gd name="connsiteX1304" fmla="*/ 172493 w 1464468"/>
              <a:gd name="connsiteY1304" fmla="*/ 1378751 h 1893093"/>
              <a:gd name="connsiteX1305" fmla="*/ 172493 w 1464468"/>
              <a:gd name="connsiteY1305" fmla="*/ 1464476 h 1893093"/>
              <a:gd name="connsiteX1306" fmla="*/ 172493 w 1464468"/>
              <a:gd name="connsiteY1306" fmla="*/ 1543057 h 1893093"/>
              <a:gd name="connsiteX1307" fmla="*/ 93912 w 1464468"/>
              <a:gd name="connsiteY1307" fmla="*/ 1543057 h 1893093"/>
              <a:gd name="connsiteX1308" fmla="*/ 93912 w 1464468"/>
              <a:gd name="connsiteY1308" fmla="*/ 1464476 h 1893093"/>
              <a:gd name="connsiteX1309" fmla="*/ 172493 w 1464468"/>
              <a:gd name="connsiteY1309" fmla="*/ 1464476 h 1893093"/>
              <a:gd name="connsiteX1310" fmla="*/ 172493 w 1464468"/>
              <a:gd name="connsiteY1310" fmla="*/ 1550201 h 1893093"/>
              <a:gd name="connsiteX1311" fmla="*/ 172493 w 1464468"/>
              <a:gd name="connsiteY1311" fmla="*/ 1628782 h 1893093"/>
              <a:gd name="connsiteX1312" fmla="*/ 93912 w 1464468"/>
              <a:gd name="connsiteY1312" fmla="*/ 1628782 h 1893093"/>
              <a:gd name="connsiteX1313" fmla="*/ 93912 w 1464468"/>
              <a:gd name="connsiteY1313" fmla="*/ 1550201 h 1893093"/>
              <a:gd name="connsiteX1314" fmla="*/ 172493 w 1464468"/>
              <a:gd name="connsiteY1314" fmla="*/ 1550201 h 1893093"/>
              <a:gd name="connsiteX1315" fmla="*/ 172493 w 1464468"/>
              <a:gd name="connsiteY1315" fmla="*/ 1635926 h 1893093"/>
              <a:gd name="connsiteX1316" fmla="*/ 172493 w 1464468"/>
              <a:gd name="connsiteY1316" fmla="*/ 1714507 h 1893093"/>
              <a:gd name="connsiteX1317" fmla="*/ 93912 w 1464468"/>
              <a:gd name="connsiteY1317" fmla="*/ 1714507 h 1893093"/>
              <a:gd name="connsiteX1318" fmla="*/ 93912 w 1464468"/>
              <a:gd name="connsiteY1318" fmla="*/ 1635926 h 1893093"/>
              <a:gd name="connsiteX1319" fmla="*/ 172493 w 1464468"/>
              <a:gd name="connsiteY1319" fmla="*/ 1635926 h 1893093"/>
              <a:gd name="connsiteX1320" fmla="*/ 179637 w 1464468"/>
              <a:gd name="connsiteY1320" fmla="*/ 1635926 h 1893093"/>
              <a:gd name="connsiteX1321" fmla="*/ 258218 w 1464468"/>
              <a:gd name="connsiteY1321" fmla="*/ 1635926 h 1893093"/>
              <a:gd name="connsiteX1322" fmla="*/ 258218 w 1464468"/>
              <a:gd name="connsiteY1322" fmla="*/ 1714507 h 1893093"/>
              <a:gd name="connsiteX1323" fmla="*/ 179637 w 1464468"/>
              <a:gd name="connsiteY1323" fmla="*/ 1714507 h 1893093"/>
              <a:gd name="connsiteX1324" fmla="*/ 179637 w 1464468"/>
              <a:gd name="connsiteY1324" fmla="*/ 1635926 h 1893093"/>
              <a:gd name="connsiteX1325" fmla="*/ 258218 w 1464468"/>
              <a:gd name="connsiteY1325" fmla="*/ 1721651 h 1893093"/>
              <a:gd name="connsiteX1326" fmla="*/ 258218 w 1464468"/>
              <a:gd name="connsiteY1326" fmla="*/ 1800232 h 1893093"/>
              <a:gd name="connsiteX1327" fmla="*/ 179637 w 1464468"/>
              <a:gd name="connsiteY1327" fmla="*/ 1800232 h 1893093"/>
              <a:gd name="connsiteX1328" fmla="*/ 179637 w 1464468"/>
              <a:gd name="connsiteY1328" fmla="*/ 1721651 h 1893093"/>
              <a:gd name="connsiteX1329" fmla="*/ 258218 w 1464468"/>
              <a:gd name="connsiteY1329" fmla="*/ 1721651 h 1893093"/>
              <a:gd name="connsiteX1330" fmla="*/ 265362 w 1464468"/>
              <a:gd name="connsiteY1330" fmla="*/ 1721651 h 1893093"/>
              <a:gd name="connsiteX1331" fmla="*/ 343943 w 1464468"/>
              <a:gd name="connsiteY1331" fmla="*/ 1721651 h 1893093"/>
              <a:gd name="connsiteX1332" fmla="*/ 343943 w 1464468"/>
              <a:gd name="connsiteY1332" fmla="*/ 1800232 h 1893093"/>
              <a:gd name="connsiteX1333" fmla="*/ 265362 w 1464468"/>
              <a:gd name="connsiteY1333" fmla="*/ 1800232 h 1893093"/>
              <a:gd name="connsiteX1334" fmla="*/ 265362 w 1464468"/>
              <a:gd name="connsiteY1334" fmla="*/ 1721651 h 1893093"/>
              <a:gd name="connsiteX1335" fmla="*/ 351087 w 1464468"/>
              <a:gd name="connsiteY1335" fmla="*/ 1721651 h 1893093"/>
              <a:gd name="connsiteX1336" fmla="*/ 429668 w 1464468"/>
              <a:gd name="connsiteY1336" fmla="*/ 1721651 h 1893093"/>
              <a:gd name="connsiteX1337" fmla="*/ 429668 w 1464468"/>
              <a:gd name="connsiteY1337" fmla="*/ 1800232 h 1893093"/>
              <a:gd name="connsiteX1338" fmla="*/ 351087 w 1464468"/>
              <a:gd name="connsiteY1338" fmla="*/ 1800232 h 1893093"/>
              <a:gd name="connsiteX1339" fmla="*/ 351087 w 1464468"/>
              <a:gd name="connsiteY1339" fmla="*/ 1721651 h 1893093"/>
              <a:gd name="connsiteX1340" fmla="*/ 436812 w 1464468"/>
              <a:gd name="connsiteY1340" fmla="*/ 1721651 h 1893093"/>
              <a:gd name="connsiteX1341" fmla="*/ 515393 w 1464468"/>
              <a:gd name="connsiteY1341" fmla="*/ 1721651 h 1893093"/>
              <a:gd name="connsiteX1342" fmla="*/ 515393 w 1464468"/>
              <a:gd name="connsiteY1342" fmla="*/ 1800232 h 1893093"/>
              <a:gd name="connsiteX1343" fmla="*/ 436812 w 1464468"/>
              <a:gd name="connsiteY1343" fmla="*/ 1800232 h 1893093"/>
              <a:gd name="connsiteX1344" fmla="*/ 436812 w 1464468"/>
              <a:gd name="connsiteY1344" fmla="*/ 1721651 h 1893093"/>
              <a:gd name="connsiteX1345" fmla="*/ 522537 w 1464468"/>
              <a:gd name="connsiteY1345" fmla="*/ 1721651 h 1893093"/>
              <a:gd name="connsiteX1346" fmla="*/ 601118 w 1464468"/>
              <a:gd name="connsiteY1346" fmla="*/ 1721651 h 1893093"/>
              <a:gd name="connsiteX1347" fmla="*/ 601118 w 1464468"/>
              <a:gd name="connsiteY1347" fmla="*/ 1800232 h 1893093"/>
              <a:gd name="connsiteX1348" fmla="*/ 522537 w 1464468"/>
              <a:gd name="connsiteY1348" fmla="*/ 1800232 h 1893093"/>
              <a:gd name="connsiteX1349" fmla="*/ 522537 w 1464468"/>
              <a:gd name="connsiteY1349" fmla="*/ 1721651 h 1893093"/>
              <a:gd name="connsiteX1350" fmla="*/ 608262 w 1464468"/>
              <a:gd name="connsiteY1350" fmla="*/ 1721651 h 1893093"/>
              <a:gd name="connsiteX1351" fmla="*/ 686843 w 1464468"/>
              <a:gd name="connsiteY1351" fmla="*/ 1721651 h 1893093"/>
              <a:gd name="connsiteX1352" fmla="*/ 686843 w 1464468"/>
              <a:gd name="connsiteY1352" fmla="*/ 1800232 h 1893093"/>
              <a:gd name="connsiteX1353" fmla="*/ 608262 w 1464468"/>
              <a:gd name="connsiteY1353" fmla="*/ 1800232 h 1893093"/>
              <a:gd name="connsiteX1354" fmla="*/ 608262 w 1464468"/>
              <a:gd name="connsiteY1354" fmla="*/ 1721651 h 1893093"/>
              <a:gd name="connsiteX1355" fmla="*/ 693987 w 1464468"/>
              <a:gd name="connsiteY1355" fmla="*/ 1721651 h 1893093"/>
              <a:gd name="connsiteX1356" fmla="*/ 772568 w 1464468"/>
              <a:gd name="connsiteY1356" fmla="*/ 1721651 h 1893093"/>
              <a:gd name="connsiteX1357" fmla="*/ 772568 w 1464468"/>
              <a:gd name="connsiteY1357" fmla="*/ 1800232 h 1893093"/>
              <a:gd name="connsiteX1358" fmla="*/ 693987 w 1464468"/>
              <a:gd name="connsiteY1358" fmla="*/ 1800232 h 1893093"/>
              <a:gd name="connsiteX1359" fmla="*/ 693987 w 1464468"/>
              <a:gd name="connsiteY1359" fmla="*/ 1721651 h 1893093"/>
              <a:gd name="connsiteX1360" fmla="*/ 779712 w 1464468"/>
              <a:gd name="connsiteY1360" fmla="*/ 1721651 h 1893093"/>
              <a:gd name="connsiteX1361" fmla="*/ 858293 w 1464468"/>
              <a:gd name="connsiteY1361" fmla="*/ 1721651 h 1893093"/>
              <a:gd name="connsiteX1362" fmla="*/ 858293 w 1464468"/>
              <a:gd name="connsiteY1362" fmla="*/ 1800232 h 1893093"/>
              <a:gd name="connsiteX1363" fmla="*/ 779712 w 1464468"/>
              <a:gd name="connsiteY1363" fmla="*/ 1800232 h 1893093"/>
              <a:gd name="connsiteX1364" fmla="*/ 779712 w 1464468"/>
              <a:gd name="connsiteY1364" fmla="*/ 1721651 h 1893093"/>
              <a:gd name="connsiteX1365" fmla="*/ 865437 w 1464468"/>
              <a:gd name="connsiteY1365" fmla="*/ 1721651 h 1893093"/>
              <a:gd name="connsiteX1366" fmla="*/ 944018 w 1464468"/>
              <a:gd name="connsiteY1366" fmla="*/ 1721651 h 1893093"/>
              <a:gd name="connsiteX1367" fmla="*/ 944018 w 1464468"/>
              <a:gd name="connsiteY1367" fmla="*/ 1800232 h 1893093"/>
              <a:gd name="connsiteX1368" fmla="*/ 865437 w 1464468"/>
              <a:gd name="connsiteY1368" fmla="*/ 1800232 h 1893093"/>
              <a:gd name="connsiteX1369" fmla="*/ 865437 w 1464468"/>
              <a:gd name="connsiteY1369" fmla="*/ 1721651 h 1893093"/>
              <a:gd name="connsiteX1370" fmla="*/ 951162 w 1464468"/>
              <a:gd name="connsiteY1370" fmla="*/ 1721651 h 1893093"/>
              <a:gd name="connsiteX1371" fmla="*/ 1029743 w 1464468"/>
              <a:gd name="connsiteY1371" fmla="*/ 1721651 h 1893093"/>
              <a:gd name="connsiteX1372" fmla="*/ 1029743 w 1464468"/>
              <a:gd name="connsiteY1372" fmla="*/ 1800232 h 1893093"/>
              <a:gd name="connsiteX1373" fmla="*/ 951162 w 1464468"/>
              <a:gd name="connsiteY1373" fmla="*/ 1800232 h 1893093"/>
              <a:gd name="connsiteX1374" fmla="*/ 951162 w 1464468"/>
              <a:gd name="connsiteY1374" fmla="*/ 1721651 h 1893093"/>
              <a:gd name="connsiteX1375" fmla="*/ 1036887 w 1464468"/>
              <a:gd name="connsiteY1375" fmla="*/ 1721651 h 1893093"/>
              <a:gd name="connsiteX1376" fmla="*/ 1115468 w 1464468"/>
              <a:gd name="connsiteY1376" fmla="*/ 1721651 h 1893093"/>
              <a:gd name="connsiteX1377" fmla="*/ 1115468 w 1464468"/>
              <a:gd name="connsiteY1377" fmla="*/ 1800232 h 1893093"/>
              <a:gd name="connsiteX1378" fmla="*/ 1036887 w 1464468"/>
              <a:gd name="connsiteY1378" fmla="*/ 1800232 h 1893093"/>
              <a:gd name="connsiteX1379" fmla="*/ 1036887 w 1464468"/>
              <a:gd name="connsiteY1379" fmla="*/ 1721651 h 1893093"/>
              <a:gd name="connsiteX1380" fmla="*/ 1122612 w 1464468"/>
              <a:gd name="connsiteY1380" fmla="*/ 1721651 h 1893093"/>
              <a:gd name="connsiteX1381" fmla="*/ 1201193 w 1464468"/>
              <a:gd name="connsiteY1381" fmla="*/ 1721651 h 1893093"/>
              <a:gd name="connsiteX1382" fmla="*/ 1201193 w 1464468"/>
              <a:gd name="connsiteY1382" fmla="*/ 1800232 h 1893093"/>
              <a:gd name="connsiteX1383" fmla="*/ 1122612 w 1464468"/>
              <a:gd name="connsiteY1383" fmla="*/ 1800232 h 1893093"/>
              <a:gd name="connsiteX1384" fmla="*/ 1122612 w 1464468"/>
              <a:gd name="connsiteY1384" fmla="*/ 1721651 h 1893093"/>
              <a:gd name="connsiteX1385" fmla="*/ 1208337 w 1464468"/>
              <a:gd name="connsiteY1385" fmla="*/ 1721651 h 1893093"/>
              <a:gd name="connsiteX1386" fmla="*/ 1286918 w 1464468"/>
              <a:gd name="connsiteY1386" fmla="*/ 1721651 h 1893093"/>
              <a:gd name="connsiteX1387" fmla="*/ 1286918 w 1464468"/>
              <a:gd name="connsiteY1387" fmla="*/ 1800232 h 1893093"/>
              <a:gd name="connsiteX1388" fmla="*/ 1208337 w 1464468"/>
              <a:gd name="connsiteY1388" fmla="*/ 1800232 h 1893093"/>
              <a:gd name="connsiteX1389" fmla="*/ 1208337 w 1464468"/>
              <a:gd name="connsiteY1389" fmla="*/ 1721651 h 1893093"/>
              <a:gd name="connsiteX1390" fmla="*/ 1208337 w 1464468"/>
              <a:gd name="connsiteY1390" fmla="*/ 1714507 h 1893093"/>
              <a:gd name="connsiteX1391" fmla="*/ 1208337 w 1464468"/>
              <a:gd name="connsiteY1391" fmla="*/ 1635926 h 1893093"/>
              <a:gd name="connsiteX1392" fmla="*/ 1286918 w 1464468"/>
              <a:gd name="connsiteY1392" fmla="*/ 1635926 h 1893093"/>
              <a:gd name="connsiteX1393" fmla="*/ 1286918 w 1464468"/>
              <a:gd name="connsiteY1393" fmla="*/ 1714507 h 1893093"/>
              <a:gd name="connsiteX1394" fmla="*/ 1208337 w 1464468"/>
              <a:gd name="connsiteY1394" fmla="*/ 1714507 h 1893093"/>
              <a:gd name="connsiteX1395" fmla="*/ 1294062 w 1464468"/>
              <a:gd name="connsiteY1395" fmla="*/ 1635926 h 1893093"/>
              <a:gd name="connsiteX1396" fmla="*/ 1372643 w 1464468"/>
              <a:gd name="connsiteY1396" fmla="*/ 1635926 h 1893093"/>
              <a:gd name="connsiteX1397" fmla="*/ 1372643 w 1464468"/>
              <a:gd name="connsiteY1397" fmla="*/ 1714507 h 1893093"/>
              <a:gd name="connsiteX1398" fmla="*/ 1294062 w 1464468"/>
              <a:gd name="connsiteY1398" fmla="*/ 1714507 h 1893093"/>
              <a:gd name="connsiteX1399" fmla="*/ 1294062 w 1464468"/>
              <a:gd name="connsiteY1399" fmla="*/ 1635926 h 1893093"/>
              <a:gd name="connsiteX1400" fmla="*/ 1294062 w 1464468"/>
              <a:gd name="connsiteY1400" fmla="*/ 1628782 h 1893093"/>
              <a:gd name="connsiteX1401" fmla="*/ 1294062 w 1464468"/>
              <a:gd name="connsiteY1401" fmla="*/ 1550201 h 1893093"/>
              <a:gd name="connsiteX1402" fmla="*/ 1372643 w 1464468"/>
              <a:gd name="connsiteY1402" fmla="*/ 1550201 h 1893093"/>
              <a:gd name="connsiteX1403" fmla="*/ 1372643 w 1464468"/>
              <a:gd name="connsiteY1403" fmla="*/ 1628782 h 1893093"/>
              <a:gd name="connsiteX1404" fmla="*/ 1294062 w 1464468"/>
              <a:gd name="connsiteY1404" fmla="*/ 1628782 h 1893093"/>
              <a:gd name="connsiteX1405" fmla="*/ 1294062 w 1464468"/>
              <a:gd name="connsiteY1405" fmla="*/ 1543057 h 1893093"/>
              <a:gd name="connsiteX1406" fmla="*/ 1294062 w 1464468"/>
              <a:gd name="connsiteY1406" fmla="*/ 1464476 h 1893093"/>
              <a:gd name="connsiteX1407" fmla="*/ 1372643 w 1464468"/>
              <a:gd name="connsiteY1407" fmla="*/ 1464476 h 1893093"/>
              <a:gd name="connsiteX1408" fmla="*/ 1372643 w 1464468"/>
              <a:gd name="connsiteY1408" fmla="*/ 1543057 h 1893093"/>
              <a:gd name="connsiteX1409" fmla="*/ 1294062 w 1464468"/>
              <a:gd name="connsiteY1409" fmla="*/ 1543057 h 1893093"/>
              <a:gd name="connsiteX1410" fmla="*/ 1294062 w 1464468"/>
              <a:gd name="connsiteY1410" fmla="*/ 1457332 h 1893093"/>
              <a:gd name="connsiteX1411" fmla="*/ 1294062 w 1464468"/>
              <a:gd name="connsiteY1411" fmla="*/ 1378751 h 1893093"/>
              <a:gd name="connsiteX1412" fmla="*/ 1372643 w 1464468"/>
              <a:gd name="connsiteY1412" fmla="*/ 1378751 h 1893093"/>
              <a:gd name="connsiteX1413" fmla="*/ 1372643 w 1464468"/>
              <a:gd name="connsiteY1413" fmla="*/ 1457332 h 1893093"/>
              <a:gd name="connsiteX1414" fmla="*/ 1294062 w 1464468"/>
              <a:gd name="connsiteY1414" fmla="*/ 1457332 h 1893093"/>
              <a:gd name="connsiteX1415" fmla="*/ 1294062 w 1464468"/>
              <a:gd name="connsiteY1415" fmla="*/ 1371607 h 1893093"/>
              <a:gd name="connsiteX1416" fmla="*/ 1294062 w 1464468"/>
              <a:gd name="connsiteY1416" fmla="*/ 1293026 h 1893093"/>
              <a:gd name="connsiteX1417" fmla="*/ 1372643 w 1464468"/>
              <a:gd name="connsiteY1417" fmla="*/ 1293026 h 1893093"/>
              <a:gd name="connsiteX1418" fmla="*/ 1372643 w 1464468"/>
              <a:gd name="connsiteY1418" fmla="*/ 1371607 h 1893093"/>
              <a:gd name="connsiteX1419" fmla="*/ 1294062 w 1464468"/>
              <a:gd name="connsiteY1419" fmla="*/ 1371607 h 1893093"/>
              <a:gd name="connsiteX1420" fmla="*/ 1294062 w 1464468"/>
              <a:gd name="connsiteY1420" fmla="*/ 1285882 h 1893093"/>
              <a:gd name="connsiteX1421" fmla="*/ 1294062 w 1464468"/>
              <a:gd name="connsiteY1421" fmla="*/ 1207301 h 1893093"/>
              <a:gd name="connsiteX1422" fmla="*/ 1372643 w 1464468"/>
              <a:gd name="connsiteY1422" fmla="*/ 1207301 h 1893093"/>
              <a:gd name="connsiteX1423" fmla="*/ 1372643 w 1464468"/>
              <a:gd name="connsiteY1423" fmla="*/ 1285882 h 1893093"/>
              <a:gd name="connsiteX1424" fmla="*/ 1294062 w 1464468"/>
              <a:gd name="connsiteY1424" fmla="*/ 1285882 h 1893093"/>
              <a:gd name="connsiteX1425" fmla="*/ 1294062 w 1464468"/>
              <a:gd name="connsiteY1425" fmla="*/ 1200157 h 1893093"/>
              <a:gd name="connsiteX1426" fmla="*/ 1294062 w 1464468"/>
              <a:gd name="connsiteY1426" fmla="*/ 1121576 h 1893093"/>
              <a:gd name="connsiteX1427" fmla="*/ 1372643 w 1464468"/>
              <a:gd name="connsiteY1427" fmla="*/ 1121576 h 1893093"/>
              <a:gd name="connsiteX1428" fmla="*/ 1372643 w 1464468"/>
              <a:gd name="connsiteY1428" fmla="*/ 1200157 h 1893093"/>
              <a:gd name="connsiteX1429" fmla="*/ 1294062 w 1464468"/>
              <a:gd name="connsiteY1429" fmla="*/ 1200157 h 1893093"/>
              <a:gd name="connsiteX1430" fmla="*/ 1294062 w 1464468"/>
              <a:gd name="connsiteY1430" fmla="*/ 1114432 h 1893093"/>
              <a:gd name="connsiteX1431" fmla="*/ 1294062 w 1464468"/>
              <a:gd name="connsiteY1431" fmla="*/ 1035851 h 1893093"/>
              <a:gd name="connsiteX1432" fmla="*/ 1372643 w 1464468"/>
              <a:gd name="connsiteY1432" fmla="*/ 1035851 h 1893093"/>
              <a:gd name="connsiteX1433" fmla="*/ 1372643 w 1464468"/>
              <a:gd name="connsiteY1433" fmla="*/ 1114432 h 1893093"/>
              <a:gd name="connsiteX1434" fmla="*/ 1294062 w 1464468"/>
              <a:gd name="connsiteY1434" fmla="*/ 1114432 h 1893093"/>
              <a:gd name="connsiteX1435" fmla="*/ 1294062 w 1464468"/>
              <a:gd name="connsiteY1435" fmla="*/ 1028707 h 1893093"/>
              <a:gd name="connsiteX1436" fmla="*/ 1294062 w 1464468"/>
              <a:gd name="connsiteY1436" fmla="*/ 950126 h 1893093"/>
              <a:gd name="connsiteX1437" fmla="*/ 1372643 w 1464468"/>
              <a:gd name="connsiteY1437" fmla="*/ 950126 h 1893093"/>
              <a:gd name="connsiteX1438" fmla="*/ 1372643 w 1464468"/>
              <a:gd name="connsiteY1438" fmla="*/ 1028707 h 1893093"/>
              <a:gd name="connsiteX1439" fmla="*/ 1294062 w 1464468"/>
              <a:gd name="connsiteY1439" fmla="*/ 1028707 h 1893093"/>
              <a:gd name="connsiteX1440" fmla="*/ 1294062 w 1464468"/>
              <a:gd name="connsiteY1440" fmla="*/ 942982 h 1893093"/>
              <a:gd name="connsiteX1441" fmla="*/ 1294062 w 1464468"/>
              <a:gd name="connsiteY1441" fmla="*/ 864401 h 1893093"/>
              <a:gd name="connsiteX1442" fmla="*/ 1372643 w 1464468"/>
              <a:gd name="connsiteY1442" fmla="*/ 864401 h 1893093"/>
              <a:gd name="connsiteX1443" fmla="*/ 1372643 w 1464468"/>
              <a:gd name="connsiteY1443" fmla="*/ 942982 h 1893093"/>
              <a:gd name="connsiteX1444" fmla="*/ 1294062 w 1464468"/>
              <a:gd name="connsiteY1444" fmla="*/ 942982 h 1893093"/>
              <a:gd name="connsiteX1445" fmla="*/ 1294062 w 1464468"/>
              <a:gd name="connsiteY1445" fmla="*/ 857257 h 1893093"/>
              <a:gd name="connsiteX1446" fmla="*/ 1294062 w 1464468"/>
              <a:gd name="connsiteY1446" fmla="*/ 778676 h 1893093"/>
              <a:gd name="connsiteX1447" fmla="*/ 1372643 w 1464468"/>
              <a:gd name="connsiteY1447" fmla="*/ 778676 h 1893093"/>
              <a:gd name="connsiteX1448" fmla="*/ 1372643 w 1464468"/>
              <a:gd name="connsiteY1448" fmla="*/ 857257 h 1893093"/>
              <a:gd name="connsiteX1449" fmla="*/ 1294062 w 1464468"/>
              <a:gd name="connsiteY1449" fmla="*/ 857257 h 1893093"/>
              <a:gd name="connsiteX1450" fmla="*/ 1294062 w 1464468"/>
              <a:gd name="connsiteY1450" fmla="*/ 771532 h 1893093"/>
              <a:gd name="connsiteX1451" fmla="*/ 1294062 w 1464468"/>
              <a:gd name="connsiteY1451" fmla="*/ 692951 h 1893093"/>
              <a:gd name="connsiteX1452" fmla="*/ 1372643 w 1464468"/>
              <a:gd name="connsiteY1452" fmla="*/ 692951 h 1893093"/>
              <a:gd name="connsiteX1453" fmla="*/ 1372643 w 1464468"/>
              <a:gd name="connsiteY1453" fmla="*/ 771532 h 1893093"/>
              <a:gd name="connsiteX1454" fmla="*/ 1294062 w 1464468"/>
              <a:gd name="connsiteY1454" fmla="*/ 771532 h 1893093"/>
              <a:gd name="connsiteX1455" fmla="*/ 1294062 w 1464468"/>
              <a:gd name="connsiteY1455" fmla="*/ 685807 h 1893093"/>
              <a:gd name="connsiteX1456" fmla="*/ 1294062 w 1464468"/>
              <a:gd name="connsiteY1456" fmla="*/ 607226 h 1893093"/>
              <a:gd name="connsiteX1457" fmla="*/ 1372643 w 1464468"/>
              <a:gd name="connsiteY1457" fmla="*/ 607226 h 1893093"/>
              <a:gd name="connsiteX1458" fmla="*/ 1372643 w 1464468"/>
              <a:gd name="connsiteY1458" fmla="*/ 685807 h 1893093"/>
              <a:gd name="connsiteX1459" fmla="*/ 1294062 w 1464468"/>
              <a:gd name="connsiteY1459" fmla="*/ 685807 h 1893093"/>
              <a:gd name="connsiteX1460" fmla="*/ 1294062 w 1464468"/>
              <a:gd name="connsiteY1460" fmla="*/ 600075 h 1893093"/>
              <a:gd name="connsiteX1461" fmla="*/ 1294062 w 1464468"/>
              <a:gd name="connsiteY1461" fmla="*/ 521494 h 1893093"/>
              <a:gd name="connsiteX1462" fmla="*/ 1372643 w 1464468"/>
              <a:gd name="connsiteY1462" fmla="*/ 521494 h 1893093"/>
              <a:gd name="connsiteX1463" fmla="*/ 1372643 w 1464468"/>
              <a:gd name="connsiteY1463" fmla="*/ 600075 h 1893093"/>
              <a:gd name="connsiteX1464" fmla="*/ 1294062 w 1464468"/>
              <a:gd name="connsiteY1464" fmla="*/ 600075 h 1893093"/>
              <a:gd name="connsiteX1465" fmla="*/ 1294062 w 1464468"/>
              <a:gd name="connsiteY1465" fmla="*/ 514350 h 1893093"/>
              <a:gd name="connsiteX1466" fmla="*/ 1294062 w 1464468"/>
              <a:gd name="connsiteY1466" fmla="*/ 435769 h 1893093"/>
              <a:gd name="connsiteX1467" fmla="*/ 1372643 w 1464468"/>
              <a:gd name="connsiteY1467" fmla="*/ 435769 h 1893093"/>
              <a:gd name="connsiteX1468" fmla="*/ 1372643 w 1464468"/>
              <a:gd name="connsiteY1468" fmla="*/ 514350 h 1893093"/>
              <a:gd name="connsiteX1469" fmla="*/ 1294062 w 1464468"/>
              <a:gd name="connsiteY1469" fmla="*/ 514350 h 1893093"/>
              <a:gd name="connsiteX1470" fmla="*/ 1294062 w 1464468"/>
              <a:gd name="connsiteY1470" fmla="*/ 428625 h 1893093"/>
              <a:gd name="connsiteX1471" fmla="*/ 1294062 w 1464468"/>
              <a:gd name="connsiteY1471" fmla="*/ 350044 h 1893093"/>
              <a:gd name="connsiteX1472" fmla="*/ 1372643 w 1464468"/>
              <a:gd name="connsiteY1472" fmla="*/ 350044 h 1893093"/>
              <a:gd name="connsiteX1473" fmla="*/ 1372643 w 1464468"/>
              <a:gd name="connsiteY1473" fmla="*/ 428625 h 1893093"/>
              <a:gd name="connsiteX1474" fmla="*/ 1294062 w 1464468"/>
              <a:gd name="connsiteY1474" fmla="*/ 428625 h 1893093"/>
              <a:gd name="connsiteX1475" fmla="*/ 1294062 w 1464468"/>
              <a:gd name="connsiteY1475" fmla="*/ 342900 h 1893093"/>
              <a:gd name="connsiteX1476" fmla="*/ 1294062 w 1464468"/>
              <a:gd name="connsiteY1476" fmla="*/ 264319 h 1893093"/>
              <a:gd name="connsiteX1477" fmla="*/ 1372643 w 1464468"/>
              <a:gd name="connsiteY1477" fmla="*/ 264319 h 1893093"/>
              <a:gd name="connsiteX1478" fmla="*/ 1372643 w 1464468"/>
              <a:gd name="connsiteY1478" fmla="*/ 342900 h 1893093"/>
              <a:gd name="connsiteX1479" fmla="*/ 1294062 w 1464468"/>
              <a:gd name="connsiteY1479" fmla="*/ 342900 h 1893093"/>
              <a:gd name="connsiteX1480" fmla="*/ 1294062 w 1464468"/>
              <a:gd name="connsiteY1480" fmla="*/ 257175 h 1893093"/>
              <a:gd name="connsiteX1481" fmla="*/ 1294062 w 1464468"/>
              <a:gd name="connsiteY1481" fmla="*/ 178594 h 1893093"/>
              <a:gd name="connsiteX1482" fmla="*/ 1372643 w 1464468"/>
              <a:gd name="connsiteY1482" fmla="*/ 178594 h 1893093"/>
              <a:gd name="connsiteX1483" fmla="*/ 1372643 w 1464468"/>
              <a:gd name="connsiteY1483" fmla="*/ 257175 h 1893093"/>
              <a:gd name="connsiteX1484" fmla="*/ 1294062 w 1464468"/>
              <a:gd name="connsiteY1484" fmla="*/ 257175 h 1893093"/>
              <a:gd name="connsiteX1485" fmla="*/ 1294062 w 1464468"/>
              <a:gd name="connsiteY1485" fmla="*/ 171450 h 1893093"/>
              <a:gd name="connsiteX1486" fmla="*/ 1294062 w 1464468"/>
              <a:gd name="connsiteY1486" fmla="*/ 92869 h 1893093"/>
              <a:gd name="connsiteX1487" fmla="*/ 1372643 w 1464468"/>
              <a:gd name="connsiteY1487" fmla="*/ 92869 h 1893093"/>
              <a:gd name="connsiteX1488" fmla="*/ 1372643 w 1464468"/>
              <a:gd name="connsiteY1488" fmla="*/ 171450 h 1893093"/>
              <a:gd name="connsiteX1489" fmla="*/ 1294062 w 1464468"/>
              <a:gd name="connsiteY1489" fmla="*/ 171450 h 1893093"/>
              <a:gd name="connsiteX1490" fmla="*/ 1294062 w 1464468"/>
              <a:gd name="connsiteY1490" fmla="*/ 85725 h 1893093"/>
              <a:gd name="connsiteX1491" fmla="*/ 1294062 w 1464468"/>
              <a:gd name="connsiteY1491" fmla="*/ 7144 h 1893093"/>
              <a:gd name="connsiteX1492" fmla="*/ 1372643 w 1464468"/>
              <a:gd name="connsiteY1492" fmla="*/ 7144 h 1893093"/>
              <a:gd name="connsiteX1493" fmla="*/ 1372643 w 1464468"/>
              <a:gd name="connsiteY1493" fmla="*/ 85725 h 1893093"/>
              <a:gd name="connsiteX1494" fmla="*/ 1294062 w 1464468"/>
              <a:gd name="connsiteY1494" fmla="*/ 85725 h 1893093"/>
              <a:gd name="connsiteX1495" fmla="*/ 1286918 w 1464468"/>
              <a:gd name="connsiteY1495" fmla="*/ 85725 h 1893093"/>
              <a:gd name="connsiteX1496" fmla="*/ 1208337 w 1464468"/>
              <a:gd name="connsiteY1496" fmla="*/ 85725 h 1893093"/>
              <a:gd name="connsiteX1497" fmla="*/ 1208337 w 1464468"/>
              <a:gd name="connsiteY1497" fmla="*/ 7144 h 1893093"/>
              <a:gd name="connsiteX1498" fmla="*/ 1286918 w 1464468"/>
              <a:gd name="connsiteY1498" fmla="*/ 7144 h 1893093"/>
              <a:gd name="connsiteX1499" fmla="*/ 1286918 w 1464468"/>
              <a:gd name="connsiteY1499" fmla="*/ 85725 h 1893093"/>
              <a:gd name="connsiteX1500" fmla="*/ 1201193 w 1464468"/>
              <a:gd name="connsiteY1500" fmla="*/ 85725 h 1893093"/>
              <a:gd name="connsiteX1501" fmla="*/ 1122612 w 1464468"/>
              <a:gd name="connsiteY1501" fmla="*/ 85725 h 1893093"/>
              <a:gd name="connsiteX1502" fmla="*/ 1122612 w 1464468"/>
              <a:gd name="connsiteY1502" fmla="*/ 7144 h 1893093"/>
              <a:gd name="connsiteX1503" fmla="*/ 1201193 w 1464468"/>
              <a:gd name="connsiteY1503" fmla="*/ 7144 h 1893093"/>
              <a:gd name="connsiteX1504" fmla="*/ 1201193 w 1464468"/>
              <a:gd name="connsiteY1504" fmla="*/ 85725 h 1893093"/>
              <a:gd name="connsiteX1505" fmla="*/ 1115468 w 1464468"/>
              <a:gd name="connsiteY1505" fmla="*/ 85725 h 1893093"/>
              <a:gd name="connsiteX1506" fmla="*/ 1036887 w 1464468"/>
              <a:gd name="connsiteY1506" fmla="*/ 85725 h 1893093"/>
              <a:gd name="connsiteX1507" fmla="*/ 1036887 w 1464468"/>
              <a:gd name="connsiteY1507" fmla="*/ 7144 h 1893093"/>
              <a:gd name="connsiteX1508" fmla="*/ 1115468 w 1464468"/>
              <a:gd name="connsiteY1508" fmla="*/ 7144 h 1893093"/>
              <a:gd name="connsiteX1509" fmla="*/ 1115468 w 1464468"/>
              <a:gd name="connsiteY1509" fmla="*/ 85725 h 1893093"/>
              <a:gd name="connsiteX1510" fmla="*/ 1029743 w 1464468"/>
              <a:gd name="connsiteY1510" fmla="*/ 85725 h 1893093"/>
              <a:gd name="connsiteX1511" fmla="*/ 951162 w 1464468"/>
              <a:gd name="connsiteY1511" fmla="*/ 85725 h 1893093"/>
              <a:gd name="connsiteX1512" fmla="*/ 951162 w 1464468"/>
              <a:gd name="connsiteY1512" fmla="*/ 7144 h 1893093"/>
              <a:gd name="connsiteX1513" fmla="*/ 1029743 w 1464468"/>
              <a:gd name="connsiteY1513" fmla="*/ 7144 h 1893093"/>
              <a:gd name="connsiteX1514" fmla="*/ 1029743 w 1464468"/>
              <a:gd name="connsiteY1514" fmla="*/ 85725 h 1893093"/>
              <a:gd name="connsiteX1515" fmla="*/ 944018 w 1464468"/>
              <a:gd name="connsiteY1515" fmla="*/ 85725 h 1893093"/>
              <a:gd name="connsiteX1516" fmla="*/ 865437 w 1464468"/>
              <a:gd name="connsiteY1516" fmla="*/ 85725 h 1893093"/>
              <a:gd name="connsiteX1517" fmla="*/ 865437 w 1464468"/>
              <a:gd name="connsiteY1517" fmla="*/ 7144 h 1893093"/>
              <a:gd name="connsiteX1518" fmla="*/ 944018 w 1464468"/>
              <a:gd name="connsiteY1518" fmla="*/ 7144 h 1893093"/>
              <a:gd name="connsiteX1519" fmla="*/ 944018 w 1464468"/>
              <a:gd name="connsiteY1519" fmla="*/ 85725 h 1893093"/>
              <a:gd name="connsiteX1520" fmla="*/ 858293 w 1464468"/>
              <a:gd name="connsiteY1520" fmla="*/ 85725 h 1893093"/>
              <a:gd name="connsiteX1521" fmla="*/ 779712 w 1464468"/>
              <a:gd name="connsiteY1521" fmla="*/ 85725 h 1893093"/>
              <a:gd name="connsiteX1522" fmla="*/ 779712 w 1464468"/>
              <a:gd name="connsiteY1522" fmla="*/ 7144 h 1893093"/>
              <a:gd name="connsiteX1523" fmla="*/ 858293 w 1464468"/>
              <a:gd name="connsiteY1523" fmla="*/ 7144 h 1893093"/>
              <a:gd name="connsiteX1524" fmla="*/ 858293 w 1464468"/>
              <a:gd name="connsiteY1524" fmla="*/ 85725 h 1893093"/>
              <a:gd name="connsiteX1525" fmla="*/ 772568 w 1464468"/>
              <a:gd name="connsiteY1525" fmla="*/ 85725 h 1893093"/>
              <a:gd name="connsiteX1526" fmla="*/ 693987 w 1464468"/>
              <a:gd name="connsiteY1526" fmla="*/ 85725 h 1893093"/>
              <a:gd name="connsiteX1527" fmla="*/ 693987 w 1464468"/>
              <a:gd name="connsiteY1527" fmla="*/ 7144 h 1893093"/>
              <a:gd name="connsiteX1528" fmla="*/ 772568 w 1464468"/>
              <a:gd name="connsiteY1528" fmla="*/ 7144 h 1893093"/>
              <a:gd name="connsiteX1529" fmla="*/ 772568 w 1464468"/>
              <a:gd name="connsiteY1529" fmla="*/ 85725 h 1893093"/>
              <a:gd name="connsiteX1530" fmla="*/ 686843 w 1464468"/>
              <a:gd name="connsiteY1530" fmla="*/ 85725 h 1893093"/>
              <a:gd name="connsiteX1531" fmla="*/ 608262 w 1464468"/>
              <a:gd name="connsiteY1531" fmla="*/ 85725 h 1893093"/>
              <a:gd name="connsiteX1532" fmla="*/ 608262 w 1464468"/>
              <a:gd name="connsiteY1532" fmla="*/ 7144 h 1893093"/>
              <a:gd name="connsiteX1533" fmla="*/ 686843 w 1464468"/>
              <a:gd name="connsiteY1533" fmla="*/ 7144 h 1893093"/>
              <a:gd name="connsiteX1534" fmla="*/ 686843 w 1464468"/>
              <a:gd name="connsiteY1534" fmla="*/ 85725 h 1893093"/>
              <a:gd name="connsiteX1535" fmla="*/ 601118 w 1464468"/>
              <a:gd name="connsiteY1535" fmla="*/ 85725 h 1893093"/>
              <a:gd name="connsiteX1536" fmla="*/ 522537 w 1464468"/>
              <a:gd name="connsiteY1536" fmla="*/ 85725 h 1893093"/>
              <a:gd name="connsiteX1537" fmla="*/ 522537 w 1464468"/>
              <a:gd name="connsiteY1537" fmla="*/ 7144 h 1893093"/>
              <a:gd name="connsiteX1538" fmla="*/ 601118 w 1464468"/>
              <a:gd name="connsiteY1538" fmla="*/ 7144 h 1893093"/>
              <a:gd name="connsiteX1539" fmla="*/ 601118 w 1464468"/>
              <a:gd name="connsiteY1539" fmla="*/ 85725 h 1893093"/>
              <a:gd name="connsiteX1540" fmla="*/ 515393 w 1464468"/>
              <a:gd name="connsiteY1540" fmla="*/ 85725 h 1893093"/>
              <a:gd name="connsiteX1541" fmla="*/ 436812 w 1464468"/>
              <a:gd name="connsiteY1541" fmla="*/ 85725 h 1893093"/>
              <a:gd name="connsiteX1542" fmla="*/ 436812 w 1464468"/>
              <a:gd name="connsiteY1542" fmla="*/ 7144 h 1893093"/>
              <a:gd name="connsiteX1543" fmla="*/ 515393 w 1464468"/>
              <a:gd name="connsiteY1543" fmla="*/ 7144 h 1893093"/>
              <a:gd name="connsiteX1544" fmla="*/ 515393 w 1464468"/>
              <a:gd name="connsiteY1544" fmla="*/ 85725 h 1893093"/>
              <a:gd name="connsiteX1545" fmla="*/ 429668 w 1464468"/>
              <a:gd name="connsiteY1545" fmla="*/ 85725 h 1893093"/>
              <a:gd name="connsiteX1546" fmla="*/ 351087 w 1464468"/>
              <a:gd name="connsiteY1546" fmla="*/ 85725 h 1893093"/>
              <a:gd name="connsiteX1547" fmla="*/ 351087 w 1464468"/>
              <a:gd name="connsiteY1547" fmla="*/ 7144 h 1893093"/>
              <a:gd name="connsiteX1548" fmla="*/ 429668 w 1464468"/>
              <a:gd name="connsiteY1548" fmla="*/ 7144 h 1893093"/>
              <a:gd name="connsiteX1549" fmla="*/ 429668 w 1464468"/>
              <a:gd name="connsiteY1549" fmla="*/ 85725 h 1893093"/>
              <a:gd name="connsiteX1550" fmla="*/ 343943 w 1464468"/>
              <a:gd name="connsiteY1550" fmla="*/ 85725 h 1893093"/>
              <a:gd name="connsiteX1551" fmla="*/ 265362 w 1464468"/>
              <a:gd name="connsiteY1551" fmla="*/ 85725 h 1893093"/>
              <a:gd name="connsiteX1552" fmla="*/ 265362 w 1464468"/>
              <a:gd name="connsiteY1552" fmla="*/ 7144 h 1893093"/>
              <a:gd name="connsiteX1553" fmla="*/ 343943 w 1464468"/>
              <a:gd name="connsiteY1553" fmla="*/ 7144 h 1893093"/>
              <a:gd name="connsiteX1554" fmla="*/ 343943 w 1464468"/>
              <a:gd name="connsiteY1554" fmla="*/ 85725 h 1893093"/>
              <a:gd name="connsiteX1555" fmla="*/ 258218 w 1464468"/>
              <a:gd name="connsiteY1555" fmla="*/ 85725 h 1893093"/>
              <a:gd name="connsiteX1556" fmla="*/ 179637 w 1464468"/>
              <a:gd name="connsiteY1556" fmla="*/ 85725 h 1893093"/>
              <a:gd name="connsiteX1557" fmla="*/ 179637 w 1464468"/>
              <a:gd name="connsiteY1557" fmla="*/ 7144 h 1893093"/>
              <a:gd name="connsiteX1558" fmla="*/ 258218 w 1464468"/>
              <a:gd name="connsiteY1558" fmla="*/ 7144 h 1893093"/>
              <a:gd name="connsiteX1559" fmla="*/ 258218 w 1464468"/>
              <a:gd name="connsiteY1559" fmla="*/ 85725 h 1893093"/>
              <a:gd name="connsiteX1560" fmla="*/ 172493 w 1464468"/>
              <a:gd name="connsiteY1560" fmla="*/ 85725 h 1893093"/>
              <a:gd name="connsiteX1561" fmla="*/ 93912 w 1464468"/>
              <a:gd name="connsiteY1561" fmla="*/ 85725 h 1893093"/>
              <a:gd name="connsiteX1562" fmla="*/ 93912 w 1464468"/>
              <a:gd name="connsiteY1562" fmla="*/ 7144 h 1893093"/>
              <a:gd name="connsiteX1563" fmla="*/ 172493 w 1464468"/>
              <a:gd name="connsiteY1563" fmla="*/ 7144 h 1893093"/>
              <a:gd name="connsiteX1564" fmla="*/ 172493 w 1464468"/>
              <a:gd name="connsiteY1564" fmla="*/ 85725 h 1893093"/>
              <a:gd name="connsiteX1565" fmla="*/ 172493 w 1464468"/>
              <a:gd name="connsiteY1565" fmla="*/ 92869 h 1893093"/>
              <a:gd name="connsiteX1566" fmla="*/ 172493 w 1464468"/>
              <a:gd name="connsiteY1566" fmla="*/ 171450 h 1893093"/>
              <a:gd name="connsiteX1567" fmla="*/ 93912 w 1464468"/>
              <a:gd name="connsiteY1567" fmla="*/ 171450 h 1893093"/>
              <a:gd name="connsiteX1568" fmla="*/ 93912 w 1464468"/>
              <a:gd name="connsiteY1568" fmla="*/ 92869 h 1893093"/>
              <a:gd name="connsiteX1569" fmla="*/ 172493 w 1464468"/>
              <a:gd name="connsiteY1569" fmla="*/ 92869 h 1893093"/>
              <a:gd name="connsiteX1570" fmla="*/ 86768 w 1464468"/>
              <a:gd name="connsiteY1570" fmla="*/ 171450 h 1893093"/>
              <a:gd name="connsiteX1571" fmla="*/ 7144 w 1464468"/>
              <a:gd name="connsiteY1571" fmla="*/ 171450 h 1893093"/>
              <a:gd name="connsiteX1572" fmla="*/ 7144 w 1464468"/>
              <a:gd name="connsiteY1572" fmla="*/ 92869 h 1893093"/>
              <a:gd name="connsiteX1573" fmla="*/ 86768 w 1464468"/>
              <a:gd name="connsiteY1573" fmla="*/ 92869 h 1893093"/>
              <a:gd name="connsiteX1574" fmla="*/ 86768 w 1464468"/>
              <a:gd name="connsiteY1574" fmla="*/ 171450 h 1893093"/>
              <a:gd name="connsiteX1575" fmla="*/ 7144 w 1464468"/>
              <a:gd name="connsiteY1575" fmla="*/ 178594 h 1893093"/>
              <a:gd name="connsiteX1576" fmla="*/ 86768 w 1464468"/>
              <a:gd name="connsiteY1576" fmla="*/ 178594 h 1893093"/>
              <a:gd name="connsiteX1577" fmla="*/ 86768 w 1464468"/>
              <a:gd name="connsiteY1577" fmla="*/ 257175 h 1893093"/>
              <a:gd name="connsiteX1578" fmla="*/ 7144 w 1464468"/>
              <a:gd name="connsiteY1578" fmla="*/ 257175 h 1893093"/>
              <a:gd name="connsiteX1579" fmla="*/ 7144 w 1464468"/>
              <a:gd name="connsiteY1579" fmla="*/ 178594 h 1893093"/>
              <a:gd name="connsiteX1580" fmla="*/ 86768 w 1464468"/>
              <a:gd name="connsiteY1580" fmla="*/ 264319 h 1893093"/>
              <a:gd name="connsiteX1581" fmla="*/ 86768 w 1464468"/>
              <a:gd name="connsiteY1581" fmla="*/ 342900 h 1893093"/>
              <a:gd name="connsiteX1582" fmla="*/ 7144 w 1464468"/>
              <a:gd name="connsiteY1582" fmla="*/ 342900 h 1893093"/>
              <a:gd name="connsiteX1583" fmla="*/ 7144 w 1464468"/>
              <a:gd name="connsiteY1583" fmla="*/ 264319 h 1893093"/>
              <a:gd name="connsiteX1584" fmla="*/ 86768 w 1464468"/>
              <a:gd name="connsiteY1584" fmla="*/ 264319 h 1893093"/>
              <a:gd name="connsiteX1585" fmla="*/ 7144 w 1464468"/>
              <a:gd name="connsiteY1585" fmla="*/ 350044 h 1893093"/>
              <a:gd name="connsiteX1586" fmla="*/ 86768 w 1464468"/>
              <a:gd name="connsiteY1586" fmla="*/ 350044 h 1893093"/>
              <a:gd name="connsiteX1587" fmla="*/ 86768 w 1464468"/>
              <a:gd name="connsiteY1587" fmla="*/ 428625 h 1893093"/>
              <a:gd name="connsiteX1588" fmla="*/ 7144 w 1464468"/>
              <a:gd name="connsiteY1588" fmla="*/ 428625 h 1893093"/>
              <a:gd name="connsiteX1589" fmla="*/ 7144 w 1464468"/>
              <a:gd name="connsiteY1589" fmla="*/ 350044 h 1893093"/>
              <a:gd name="connsiteX1590" fmla="*/ 86768 w 1464468"/>
              <a:gd name="connsiteY1590" fmla="*/ 435769 h 1893093"/>
              <a:gd name="connsiteX1591" fmla="*/ 86768 w 1464468"/>
              <a:gd name="connsiteY1591" fmla="*/ 514350 h 1893093"/>
              <a:gd name="connsiteX1592" fmla="*/ 7144 w 1464468"/>
              <a:gd name="connsiteY1592" fmla="*/ 514350 h 1893093"/>
              <a:gd name="connsiteX1593" fmla="*/ 7144 w 1464468"/>
              <a:gd name="connsiteY1593" fmla="*/ 435769 h 1893093"/>
              <a:gd name="connsiteX1594" fmla="*/ 86768 w 1464468"/>
              <a:gd name="connsiteY1594" fmla="*/ 435769 h 1893093"/>
              <a:gd name="connsiteX1595" fmla="*/ 7144 w 1464468"/>
              <a:gd name="connsiteY1595" fmla="*/ 521494 h 1893093"/>
              <a:gd name="connsiteX1596" fmla="*/ 86768 w 1464468"/>
              <a:gd name="connsiteY1596" fmla="*/ 521494 h 1893093"/>
              <a:gd name="connsiteX1597" fmla="*/ 86768 w 1464468"/>
              <a:gd name="connsiteY1597" fmla="*/ 600075 h 1893093"/>
              <a:gd name="connsiteX1598" fmla="*/ 7144 w 1464468"/>
              <a:gd name="connsiteY1598" fmla="*/ 600075 h 1893093"/>
              <a:gd name="connsiteX1599" fmla="*/ 7144 w 1464468"/>
              <a:gd name="connsiteY1599" fmla="*/ 521494 h 1893093"/>
              <a:gd name="connsiteX1600" fmla="*/ 86768 w 1464468"/>
              <a:gd name="connsiteY1600" fmla="*/ 607219 h 1893093"/>
              <a:gd name="connsiteX1601" fmla="*/ 86768 w 1464468"/>
              <a:gd name="connsiteY1601" fmla="*/ 685800 h 1893093"/>
              <a:gd name="connsiteX1602" fmla="*/ 7144 w 1464468"/>
              <a:gd name="connsiteY1602" fmla="*/ 685800 h 1893093"/>
              <a:gd name="connsiteX1603" fmla="*/ 7144 w 1464468"/>
              <a:gd name="connsiteY1603" fmla="*/ 607219 h 1893093"/>
              <a:gd name="connsiteX1604" fmla="*/ 86768 w 1464468"/>
              <a:gd name="connsiteY1604" fmla="*/ 607219 h 1893093"/>
              <a:gd name="connsiteX1605" fmla="*/ 7144 w 1464468"/>
              <a:gd name="connsiteY1605" fmla="*/ 692951 h 1893093"/>
              <a:gd name="connsiteX1606" fmla="*/ 86768 w 1464468"/>
              <a:gd name="connsiteY1606" fmla="*/ 692951 h 1893093"/>
              <a:gd name="connsiteX1607" fmla="*/ 86768 w 1464468"/>
              <a:gd name="connsiteY1607" fmla="*/ 771532 h 1893093"/>
              <a:gd name="connsiteX1608" fmla="*/ 7144 w 1464468"/>
              <a:gd name="connsiteY1608" fmla="*/ 771532 h 1893093"/>
              <a:gd name="connsiteX1609" fmla="*/ 7144 w 1464468"/>
              <a:gd name="connsiteY1609" fmla="*/ 692951 h 1893093"/>
              <a:gd name="connsiteX1610" fmla="*/ 86768 w 1464468"/>
              <a:gd name="connsiteY1610" fmla="*/ 778676 h 1893093"/>
              <a:gd name="connsiteX1611" fmla="*/ 86768 w 1464468"/>
              <a:gd name="connsiteY1611" fmla="*/ 857257 h 1893093"/>
              <a:gd name="connsiteX1612" fmla="*/ 7144 w 1464468"/>
              <a:gd name="connsiteY1612" fmla="*/ 857257 h 1893093"/>
              <a:gd name="connsiteX1613" fmla="*/ 7144 w 1464468"/>
              <a:gd name="connsiteY1613" fmla="*/ 778676 h 1893093"/>
              <a:gd name="connsiteX1614" fmla="*/ 86768 w 1464468"/>
              <a:gd name="connsiteY1614" fmla="*/ 778676 h 1893093"/>
              <a:gd name="connsiteX1615" fmla="*/ 7144 w 1464468"/>
              <a:gd name="connsiteY1615" fmla="*/ 864401 h 1893093"/>
              <a:gd name="connsiteX1616" fmla="*/ 86768 w 1464468"/>
              <a:gd name="connsiteY1616" fmla="*/ 864401 h 1893093"/>
              <a:gd name="connsiteX1617" fmla="*/ 86768 w 1464468"/>
              <a:gd name="connsiteY1617" fmla="*/ 942982 h 1893093"/>
              <a:gd name="connsiteX1618" fmla="*/ 7144 w 1464468"/>
              <a:gd name="connsiteY1618" fmla="*/ 942982 h 1893093"/>
              <a:gd name="connsiteX1619" fmla="*/ 7144 w 1464468"/>
              <a:gd name="connsiteY1619" fmla="*/ 864401 h 1893093"/>
              <a:gd name="connsiteX1620" fmla="*/ 86768 w 1464468"/>
              <a:gd name="connsiteY1620" fmla="*/ 950126 h 1893093"/>
              <a:gd name="connsiteX1621" fmla="*/ 86768 w 1464468"/>
              <a:gd name="connsiteY1621" fmla="*/ 1028707 h 1893093"/>
              <a:gd name="connsiteX1622" fmla="*/ 7144 w 1464468"/>
              <a:gd name="connsiteY1622" fmla="*/ 1028707 h 1893093"/>
              <a:gd name="connsiteX1623" fmla="*/ 7144 w 1464468"/>
              <a:gd name="connsiteY1623" fmla="*/ 950126 h 1893093"/>
              <a:gd name="connsiteX1624" fmla="*/ 86768 w 1464468"/>
              <a:gd name="connsiteY1624" fmla="*/ 950126 h 1893093"/>
              <a:gd name="connsiteX1625" fmla="*/ 7144 w 1464468"/>
              <a:gd name="connsiteY1625" fmla="*/ 1035851 h 1893093"/>
              <a:gd name="connsiteX1626" fmla="*/ 86768 w 1464468"/>
              <a:gd name="connsiteY1626" fmla="*/ 1035851 h 1893093"/>
              <a:gd name="connsiteX1627" fmla="*/ 86768 w 1464468"/>
              <a:gd name="connsiteY1627" fmla="*/ 1114432 h 1893093"/>
              <a:gd name="connsiteX1628" fmla="*/ 7144 w 1464468"/>
              <a:gd name="connsiteY1628" fmla="*/ 1114432 h 1893093"/>
              <a:gd name="connsiteX1629" fmla="*/ 7144 w 1464468"/>
              <a:gd name="connsiteY1629" fmla="*/ 1035851 h 1893093"/>
              <a:gd name="connsiteX1630" fmla="*/ 86768 w 1464468"/>
              <a:gd name="connsiteY1630" fmla="*/ 1121576 h 1893093"/>
              <a:gd name="connsiteX1631" fmla="*/ 86768 w 1464468"/>
              <a:gd name="connsiteY1631" fmla="*/ 1200157 h 1893093"/>
              <a:gd name="connsiteX1632" fmla="*/ 7144 w 1464468"/>
              <a:gd name="connsiteY1632" fmla="*/ 1200157 h 1893093"/>
              <a:gd name="connsiteX1633" fmla="*/ 7144 w 1464468"/>
              <a:gd name="connsiteY1633" fmla="*/ 1121576 h 1893093"/>
              <a:gd name="connsiteX1634" fmla="*/ 86768 w 1464468"/>
              <a:gd name="connsiteY1634" fmla="*/ 1121576 h 1893093"/>
              <a:gd name="connsiteX1635" fmla="*/ 7144 w 1464468"/>
              <a:gd name="connsiteY1635" fmla="*/ 1207301 h 1893093"/>
              <a:gd name="connsiteX1636" fmla="*/ 86768 w 1464468"/>
              <a:gd name="connsiteY1636" fmla="*/ 1207301 h 1893093"/>
              <a:gd name="connsiteX1637" fmla="*/ 86768 w 1464468"/>
              <a:gd name="connsiteY1637" fmla="*/ 1285882 h 1893093"/>
              <a:gd name="connsiteX1638" fmla="*/ 7144 w 1464468"/>
              <a:gd name="connsiteY1638" fmla="*/ 1285882 h 1893093"/>
              <a:gd name="connsiteX1639" fmla="*/ 7144 w 1464468"/>
              <a:gd name="connsiteY1639" fmla="*/ 1207301 h 1893093"/>
              <a:gd name="connsiteX1640" fmla="*/ 86768 w 1464468"/>
              <a:gd name="connsiteY1640" fmla="*/ 1293026 h 1893093"/>
              <a:gd name="connsiteX1641" fmla="*/ 86768 w 1464468"/>
              <a:gd name="connsiteY1641" fmla="*/ 1371607 h 1893093"/>
              <a:gd name="connsiteX1642" fmla="*/ 7144 w 1464468"/>
              <a:gd name="connsiteY1642" fmla="*/ 1371607 h 1893093"/>
              <a:gd name="connsiteX1643" fmla="*/ 7144 w 1464468"/>
              <a:gd name="connsiteY1643" fmla="*/ 1293026 h 1893093"/>
              <a:gd name="connsiteX1644" fmla="*/ 86768 w 1464468"/>
              <a:gd name="connsiteY1644" fmla="*/ 1293026 h 1893093"/>
              <a:gd name="connsiteX1645" fmla="*/ 7144 w 1464468"/>
              <a:gd name="connsiteY1645" fmla="*/ 1378751 h 1893093"/>
              <a:gd name="connsiteX1646" fmla="*/ 86768 w 1464468"/>
              <a:gd name="connsiteY1646" fmla="*/ 1378751 h 1893093"/>
              <a:gd name="connsiteX1647" fmla="*/ 86768 w 1464468"/>
              <a:gd name="connsiteY1647" fmla="*/ 1457332 h 1893093"/>
              <a:gd name="connsiteX1648" fmla="*/ 7144 w 1464468"/>
              <a:gd name="connsiteY1648" fmla="*/ 1457332 h 1893093"/>
              <a:gd name="connsiteX1649" fmla="*/ 7144 w 1464468"/>
              <a:gd name="connsiteY1649" fmla="*/ 1378751 h 1893093"/>
              <a:gd name="connsiteX1650" fmla="*/ 86768 w 1464468"/>
              <a:gd name="connsiteY1650" fmla="*/ 1464476 h 1893093"/>
              <a:gd name="connsiteX1651" fmla="*/ 86768 w 1464468"/>
              <a:gd name="connsiteY1651" fmla="*/ 1543057 h 1893093"/>
              <a:gd name="connsiteX1652" fmla="*/ 7144 w 1464468"/>
              <a:gd name="connsiteY1652" fmla="*/ 1543057 h 1893093"/>
              <a:gd name="connsiteX1653" fmla="*/ 7144 w 1464468"/>
              <a:gd name="connsiteY1653" fmla="*/ 1464476 h 1893093"/>
              <a:gd name="connsiteX1654" fmla="*/ 86768 w 1464468"/>
              <a:gd name="connsiteY1654" fmla="*/ 1464476 h 1893093"/>
              <a:gd name="connsiteX1655" fmla="*/ 7144 w 1464468"/>
              <a:gd name="connsiteY1655" fmla="*/ 1550201 h 1893093"/>
              <a:gd name="connsiteX1656" fmla="*/ 86768 w 1464468"/>
              <a:gd name="connsiteY1656" fmla="*/ 1550201 h 1893093"/>
              <a:gd name="connsiteX1657" fmla="*/ 86768 w 1464468"/>
              <a:gd name="connsiteY1657" fmla="*/ 1628782 h 1893093"/>
              <a:gd name="connsiteX1658" fmla="*/ 7144 w 1464468"/>
              <a:gd name="connsiteY1658" fmla="*/ 1628782 h 1893093"/>
              <a:gd name="connsiteX1659" fmla="*/ 7144 w 1464468"/>
              <a:gd name="connsiteY1659" fmla="*/ 1550201 h 1893093"/>
              <a:gd name="connsiteX1660" fmla="*/ 86768 w 1464468"/>
              <a:gd name="connsiteY1660" fmla="*/ 1635926 h 1893093"/>
              <a:gd name="connsiteX1661" fmla="*/ 86768 w 1464468"/>
              <a:gd name="connsiteY1661" fmla="*/ 1714507 h 1893093"/>
              <a:gd name="connsiteX1662" fmla="*/ 7144 w 1464468"/>
              <a:gd name="connsiteY1662" fmla="*/ 1714507 h 1893093"/>
              <a:gd name="connsiteX1663" fmla="*/ 7144 w 1464468"/>
              <a:gd name="connsiteY1663" fmla="*/ 1635926 h 1893093"/>
              <a:gd name="connsiteX1664" fmla="*/ 86768 w 1464468"/>
              <a:gd name="connsiteY1664" fmla="*/ 1635926 h 1893093"/>
              <a:gd name="connsiteX1665" fmla="*/ 7144 w 1464468"/>
              <a:gd name="connsiteY1665" fmla="*/ 1721651 h 1893093"/>
              <a:gd name="connsiteX1666" fmla="*/ 86768 w 1464468"/>
              <a:gd name="connsiteY1666" fmla="*/ 1721651 h 1893093"/>
              <a:gd name="connsiteX1667" fmla="*/ 86768 w 1464468"/>
              <a:gd name="connsiteY1667" fmla="*/ 1800232 h 1893093"/>
              <a:gd name="connsiteX1668" fmla="*/ 7144 w 1464468"/>
              <a:gd name="connsiteY1668" fmla="*/ 1800232 h 1893093"/>
              <a:gd name="connsiteX1669" fmla="*/ 7144 w 1464468"/>
              <a:gd name="connsiteY1669" fmla="*/ 1721651 h 1893093"/>
              <a:gd name="connsiteX1670" fmla="*/ 93912 w 1464468"/>
              <a:gd name="connsiteY1670" fmla="*/ 1721651 h 1893093"/>
              <a:gd name="connsiteX1671" fmla="*/ 172493 w 1464468"/>
              <a:gd name="connsiteY1671" fmla="*/ 1721651 h 1893093"/>
              <a:gd name="connsiteX1672" fmla="*/ 172493 w 1464468"/>
              <a:gd name="connsiteY1672" fmla="*/ 1800232 h 1893093"/>
              <a:gd name="connsiteX1673" fmla="*/ 93912 w 1464468"/>
              <a:gd name="connsiteY1673" fmla="*/ 1800232 h 1893093"/>
              <a:gd name="connsiteX1674" fmla="*/ 93912 w 1464468"/>
              <a:gd name="connsiteY1674" fmla="*/ 1721651 h 1893093"/>
              <a:gd name="connsiteX1675" fmla="*/ 172493 w 1464468"/>
              <a:gd name="connsiteY1675" fmla="*/ 1807376 h 1893093"/>
              <a:gd name="connsiteX1676" fmla="*/ 172493 w 1464468"/>
              <a:gd name="connsiteY1676" fmla="*/ 1885950 h 1893093"/>
              <a:gd name="connsiteX1677" fmla="*/ 93912 w 1464468"/>
              <a:gd name="connsiteY1677" fmla="*/ 1885950 h 1893093"/>
              <a:gd name="connsiteX1678" fmla="*/ 93912 w 1464468"/>
              <a:gd name="connsiteY1678" fmla="*/ 1807376 h 1893093"/>
              <a:gd name="connsiteX1679" fmla="*/ 172493 w 1464468"/>
              <a:gd name="connsiteY1679" fmla="*/ 1807376 h 1893093"/>
              <a:gd name="connsiteX1680" fmla="*/ 179637 w 1464468"/>
              <a:gd name="connsiteY1680" fmla="*/ 1807376 h 1893093"/>
              <a:gd name="connsiteX1681" fmla="*/ 258218 w 1464468"/>
              <a:gd name="connsiteY1681" fmla="*/ 1807376 h 1893093"/>
              <a:gd name="connsiteX1682" fmla="*/ 258218 w 1464468"/>
              <a:gd name="connsiteY1682" fmla="*/ 1885950 h 1893093"/>
              <a:gd name="connsiteX1683" fmla="*/ 179637 w 1464468"/>
              <a:gd name="connsiteY1683" fmla="*/ 1885950 h 1893093"/>
              <a:gd name="connsiteX1684" fmla="*/ 179637 w 1464468"/>
              <a:gd name="connsiteY1684" fmla="*/ 1807376 h 1893093"/>
              <a:gd name="connsiteX1685" fmla="*/ 265362 w 1464468"/>
              <a:gd name="connsiteY1685" fmla="*/ 1807376 h 1893093"/>
              <a:gd name="connsiteX1686" fmla="*/ 343943 w 1464468"/>
              <a:gd name="connsiteY1686" fmla="*/ 1807376 h 1893093"/>
              <a:gd name="connsiteX1687" fmla="*/ 343943 w 1464468"/>
              <a:gd name="connsiteY1687" fmla="*/ 1885950 h 1893093"/>
              <a:gd name="connsiteX1688" fmla="*/ 265362 w 1464468"/>
              <a:gd name="connsiteY1688" fmla="*/ 1885950 h 1893093"/>
              <a:gd name="connsiteX1689" fmla="*/ 265362 w 1464468"/>
              <a:gd name="connsiteY1689" fmla="*/ 1807376 h 1893093"/>
              <a:gd name="connsiteX1690" fmla="*/ 351087 w 1464468"/>
              <a:gd name="connsiteY1690" fmla="*/ 1807376 h 1893093"/>
              <a:gd name="connsiteX1691" fmla="*/ 429668 w 1464468"/>
              <a:gd name="connsiteY1691" fmla="*/ 1807376 h 1893093"/>
              <a:gd name="connsiteX1692" fmla="*/ 429668 w 1464468"/>
              <a:gd name="connsiteY1692" fmla="*/ 1885950 h 1893093"/>
              <a:gd name="connsiteX1693" fmla="*/ 351087 w 1464468"/>
              <a:gd name="connsiteY1693" fmla="*/ 1885950 h 1893093"/>
              <a:gd name="connsiteX1694" fmla="*/ 351087 w 1464468"/>
              <a:gd name="connsiteY1694" fmla="*/ 1807376 h 1893093"/>
              <a:gd name="connsiteX1695" fmla="*/ 436812 w 1464468"/>
              <a:gd name="connsiteY1695" fmla="*/ 1807376 h 1893093"/>
              <a:gd name="connsiteX1696" fmla="*/ 515393 w 1464468"/>
              <a:gd name="connsiteY1696" fmla="*/ 1807376 h 1893093"/>
              <a:gd name="connsiteX1697" fmla="*/ 515393 w 1464468"/>
              <a:gd name="connsiteY1697" fmla="*/ 1885950 h 1893093"/>
              <a:gd name="connsiteX1698" fmla="*/ 436812 w 1464468"/>
              <a:gd name="connsiteY1698" fmla="*/ 1885950 h 1893093"/>
              <a:gd name="connsiteX1699" fmla="*/ 436812 w 1464468"/>
              <a:gd name="connsiteY1699" fmla="*/ 1807376 h 1893093"/>
              <a:gd name="connsiteX1700" fmla="*/ 522537 w 1464468"/>
              <a:gd name="connsiteY1700" fmla="*/ 1807376 h 1893093"/>
              <a:gd name="connsiteX1701" fmla="*/ 601118 w 1464468"/>
              <a:gd name="connsiteY1701" fmla="*/ 1807376 h 1893093"/>
              <a:gd name="connsiteX1702" fmla="*/ 601118 w 1464468"/>
              <a:gd name="connsiteY1702" fmla="*/ 1885950 h 1893093"/>
              <a:gd name="connsiteX1703" fmla="*/ 522537 w 1464468"/>
              <a:gd name="connsiteY1703" fmla="*/ 1885950 h 1893093"/>
              <a:gd name="connsiteX1704" fmla="*/ 522537 w 1464468"/>
              <a:gd name="connsiteY1704" fmla="*/ 1807376 h 1893093"/>
              <a:gd name="connsiteX1705" fmla="*/ 608262 w 1464468"/>
              <a:gd name="connsiteY1705" fmla="*/ 1807376 h 1893093"/>
              <a:gd name="connsiteX1706" fmla="*/ 686843 w 1464468"/>
              <a:gd name="connsiteY1706" fmla="*/ 1807376 h 1893093"/>
              <a:gd name="connsiteX1707" fmla="*/ 686843 w 1464468"/>
              <a:gd name="connsiteY1707" fmla="*/ 1885950 h 1893093"/>
              <a:gd name="connsiteX1708" fmla="*/ 608262 w 1464468"/>
              <a:gd name="connsiteY1708" fmla="*/ 1885950 h 1893093"/>
              <a:gd name="connsiteX1709" fmla="*/ 608262 w 1464468"/>
              <a:gd name="connsiteY1709" fmla="*/ 1807376 h 1893093"/>
              <a:gd name="connsiteX1710" fmla="*/ 693987 w 1464468"/>
              <a:gd name="connsiteY1710" fmla="*/ 1807376 h 1893093"/>
              <a:gd name="connsiteX1711" fmla="*/ 772568 w 1464468"/>
              <a:gd name="connsiteY1711" fmla="*/ 1807376 h 1893093"/>
              <a:gd name="connsiteX1712" fmla="*/ 772568 w 1464468"/>
              <a:gd name="connsiteY1712" fmla="*/ 1885950 h 1893093"/>
              <a:gd name="connsiteX1713" fmla="*/ 693987 w 1464468"/>
              <a:gd name="connsiteY1713" fmla="*/ 1885950 h 1893093"/>
              <a:gd name="connsiteX1714" fmla="*/ 693987 w 1464468"/>
              <a:gd name="connsiteY1714" fmla="*/ 1807376 h 1893093"/>
              <a:gd name="connsiteX1715" fmla="*/ 779712 w 1464468"/>
              <a:gd name="connsiteY1715" fmla="*/ 1807376 h 1893093"/>
              <a:gd name="connsiteX1716" fmla="*/ 858293 w 1464468"/>
              <a:gd name="connsiteY1716" fmla="*/ 1807376 h 1893093"/>
              <a:gd name="connsiteX1717" fmla="*/ 858293 w 1464468"/>
              <a:gd name="connsiteY1717" fmla="*/ 1885950 h 1893093"/>
              <a:gd name="connsiteX1718" fmla="*/ 779712 w 1464468"/>
              <a:gd name="connsiteY1718" fmla="*/ 1885950 h 1893093"/>
              <a:gd name="connsiteX1719" fmla="*/ 779712 w 1464468"/>
              <a:gd name="connsiteY1719" fmla="*/ 1807376 h 1893093"/>
              <a:gd name="connsiteX1720" fmla="*/ 865437 w 1464468"/>
              <a:gd name="connsiteY1720" fmla="*/ 1807376 h 1893093"/>
              <a:gd name="connsiteX1721" fmla="*/ 944018 w 1464468"/>
              <a:gd name="connsiteY1721" fmla="*/ 1807376 h 1893093"/>
              <a:gd name="connsiteX1722" fmla="*/ 944018 w 1464468"/>
              <a:gd name="connsiteY1722" fmla="*/ 1885950 h 1893093"/>
              <a:gd name="connsiteX1723" fmla="*/ 865437 w 1464468"/>
              <a:gd name="connsiteY1723" fmla="*/ 1885950 h 1893093"/>
              <a:gd name="connsiteX1724" fmla="*/ 865437 w 1464468"/>
              <a:gd name="connsiteY1724" fmla="*/ 1807376 h 1893093"/>
              <a:gd name="connsiteX1725" fmla="*/ 951162 w 1464468"/>
              <a:gd name="connsiteY1725" fmla="*/ 1807376 h 1893093"/>
              <a:gd name="connsiteX1726" fmla="*/ 1029743 w 1464468"/>
              <a:gd name="connsiteY1726" fmla="*/ 1807376 h 1893093"/>
              <a:gd name="connsiteX1727" fmla="*/ 1029743 w 1464468"/>
              <a:gd name="connsiteY1727" fmla="*/ 1885950 h 1893093"/>
              <a:gd name="connsiteX1728" fmla="*/ 951162 w 1464468"/>
              <a:gd name="connsiteY1728" fmla="*/ 1885950 h 1893093"/>
              <a:gd name="connsiteX1729" fmla="*/ 951162 w 1464468"/>
              <a:gd name="connsiteY1729" fmla="*/ 1807376 h 1893093"/>
              <a:gd name="connsiteX1730" fmla="*/ 1036887 w 1464468"/>
              <a:gd name="connsiteY1730" fmla="*/ 1807376 h 1893093"/>
              <a:gd name="connsiteX1731" fmla="*/ 1115468 w 1464468"/>
              <a:gd name="connsiteY1731" fmla="*/ 1807376 h 1893093"/>
              <a:gd name="connsiteX1732" fmla="*/ 1115468 w 1464468"/>
              <a:gd name="connsiteY1732" fmla="*/ 1885950 h 1893093"/>
              <a:gd name="connsiteX1733" fmla="*/ 1036887 w 1464468"/>
              <a:gd name="connsiteY1733" fmla="*/ 1885950 h 1893093"/>
              <a:gd name="connsiteX1734" fmla="*/ 1036887 w 1464468"/>
              <a:gd name="connsiteY1734" fmla="*/ 1807376 h 1893093"/>
              <a:gd name="connsiteX1735" fmla="*/ 1122612 w 1464468"/>
              <a:gd name="connsiteY1735" fmla="*/ 1807376 h 1893093"/>
              <a:gd name="connsiteX1736" fmla="*/ 1201193 w 1464468"/>
              <a:gd name="connsiteY1736" fmla="*/ 1807376 h 1893093"/>
              <a:gd name="connsiteX1737" fmla="*/ 1201193 w 1464468"/>
              <a:gd name="connsiteY1737" fmla="*/ 1885950 h 1893093"/>
              <a:gd name="connsiteX1738" fmla="*/ 1122612 w 1464468"/>
              <a:gd name="connsiteY1738" fmla="*/ 1885950 h 1893093"/>
              <a:gd name="connsiteX1739" fmla="*/ 1122612 w 1464468"/>
              <a:gd name="connsiteY1739" fmla="*/ 1807376 h 1893093"/>
              <a:gd name="connsiteX1740" fmla="*/ 1208337 w 1464468"/>
              <a:gd name="connsiteY1740" fmla="*/ 1807376 h 1893093"/>
              <a:gd name="connsiteX1741" fmla="*/ 1286918 w 1464468"/>
              <a:gd name="connsiteY1741" fmla="*/ 1807376 h 1893093"/>
              <a:gd name="connsiteX1742" fmla="*/ 1286918 w 1464468"/>
              <a:gd name="connsiteY1742" fmla="*/ 1885950 h 1893093"/>
              <a:gd name="connsiteX1743" fmla="*/ 1208337 w 1464468"/>
              <a:gd name="connsiteY1743" fmla="*/ 1885950 h 1893093"/>
              <a:gd name="connsiteX1744" fmla="*/ 1208337 w 1464468"/>
              <a:gd name="connsiteY1744" fmla="*/ 1807376 h 1893093"/>
              <a:gd name="connsiteX1745" fmla="*/ 1294062 w 1464468"/>
              <a:gd name="connsiteY1745" fmla="*/ 1807376 h 1893093"/>
              <a:gd name="connsiteX1746" fmla="*/ 1372643 w 1464468"/>
              <a:gd name="connsiteY1746" fmla="*/ 1807376 h 1893093"/>
              <a:gd name="connsiteX1747" fmla="*/ 1372643 w 1464468"/>
              <a:gd name="connsiteY1747" fmla="*/ 1885950 h 1893093"/>
              <a:gd name="connsiteX1748" fmla="*/ 1294062 w 1464468"/>
              <a:gd name="connsiteY1748" fmla="*/ 1885950 h 1893093"/>
              <a:gd name="connsiteX1749" fmla="*/ 1294062 w 1464468"/>
              <a:gd name="connsiteY1749" fmla="*/ 1807376 h 1893093"/>
              <a:gd name="connsiteX1750" fmla="*/ 1294062 w 1464468"/>
              <a:gd name="connsiteY1750" fmla="*/ 1800232 h 1893093"/>
              <a:gd name="connsiteX1751" fmla="*/ 1294062 w 1464468"/>
              <a:gd name="connsiteY1751" fmla="*/ 1721651 h 1893093"/>
              <a:gd name="connsiteX1752" fmla="*/ 1372643 w 1464468"/>
              <a:gd name="connsiteY1752" fmla="*/ 1721651 h 1893093"/>
              <a:gd name="connsiteX1753" fmla="*/ 1372643 w 1464468"/>
              <a:gd name="connsiteY1753" fmla="*/ 1800232 h 1893093"/>
              <a:gd name="connsiteX1754" fmla="*/ 1294062 w 1464468"/>
              <a:gd name="connsiteY1754" fmla="*/ 1800232 h 1893093"/>
              <a:gd name="connsiteX1755" fmla="*/ 1379787 w 1464468"/>
              <a:gd name="connsiteY1755" fmla="*/ 1721651 h 1893093"/>
              <a:gd name="connsiteX1756" fmla="*/ 1457325 w 1464468"/>
              <a:gd name="connsiteY1756" fmla="*/ 1721651 h 1893093"/>
              <a:gd name="connsiteX1757" fmla="*/ 1457325 w 1464468"/>
              <a:gd name="connsiteY1757" fmla="*/ 1800232 h 1893093"/>
              <a:gd name="connsiteX1758" fmla="*/ 1379787 w 1464468"/>
              <a:gd name="connsiteY1758" fmla="*/ 1800232 h 1893093"/>
              <a:gd name="connsiteX1759" fmla="*/ 1379787 w 1464468"/>
              <a:gd name="connsiteY1759" fmla="*/ 1721651 h 1893093"/>
              <a:gd name="connsiteX1760" fmla="*/ 1379787 w 1464468"/>
              <a:gd name="connsiteY1760" fmla="*/ 1714507 h 1893093"/>
              <a:gd name="connsiteX1761" fmla="*/ 1379787 w 1464468"/>
              <a:gd name="connsiteY1761" fmla="*/ 1635926 h 1893093"/>
              <a:gd name="connsiteX1762" fmla="*/ 1457325 w 1464468"/>
              <a:gd name="connsiteY1762" fmla="*/ 1635926 h 1893093"/>
              <a:gd name="connsiteX1763" fmla="*/ 1457325 w 1464468"/>
              <a:gd name="connsiteY1763" fmla="*/ 1714507 h 1893093"/>
              <a:gd name="connsiteX1764" fmla="*/ 1379787 w 1464468"/>
              <a:gd name="connsiteY1764" fmla="*/ 1714507 h 1893093"/>
              <a:gd name="connsiteX1765" fmla="*/ 1457325 w 1464468"/>
              <a:gd name="connsiteY1765" fmla="*/ 1628782 h 1893093"/>
              <a:gd name="connsiteX1766" fmla="*/ 1379787 w 1464468"/>
              <a:gd name="connsiteY1766" fmla="*/ 1628782 h 1893093"/>
              <a:gd name="connsiteX1767" fmla="*/ 1379787 w 1464468"/>
              <a:gd name="connsiteY1767" fmla="*/ 1550201 h 1893093"/>
              <a:gd name="connsiteX1768" fmla="*/ 1457325 w 1464468"/>
              <a:gd name="connsiteY1768" fmla="*/ 1550201 h 1893093"/>
              <a:gd name="connsiteX1769" fmla="*/ 1457325 w 1464468"/>
              <a:gd name="connsiteY1769" fmla="*/ 1628782 h 1893093"/>
              <a:gd name="connsiteX1770" fmla="*/ 1379787 w 1464468"/>
              <a:gd name="connsiteY1770" fmla="*/ 1543057 h 1893093"/>
              <a:gd name="connsiteX1771" fmla="*/ 1379787 w 1464468"/>
              <a:gd name="connsiteY1771" fmla="*/ 1464476 h 1893093"/>
              <a:gd name="connsiteX1772" fmla="*/ 1457325 w 1464468"/>
              <a:gd name="connsiteY1772" fmla="*/ 1464476 h 1893093"/>
              <a:gd name="connsiteX1773" fmla="*/ 1457325 w 1464468"/>
              <a:gd name="connsiteY1773" fmla="*/ 1543057 h 1893093"/>
              <a:gd name="connsiteX1774" fmla="*/ 1379787 w 1464468"/>
              <a:gd name="connsiteY1774" fmla="*/ 1543057 h 1893093"/>
              <a:gd name="connsiteX1775" fmla="*/ 1457325 w 1464468"/>
              <a:gd name="connsiteY1775" fmla="*/ 1457332 h 1893093"/>
              <a:gd name="connsiteX1776" fmla="*/ 1379787 w 1464468"/>
              <a:gd name="connsiteY1776" fmla="*/ 1457332 h 1893093"/>
              <a:gd name="connsiteX1777" fmla="*/ 1379787 w 1464468"/>
              <a:gd name="connsiteY1777" fmla="*/ 1378751 h 1893093"/>
              <a:gd name="connsiteX1778" fmla="*/ 1457325 w 1464468"/>
              <a:gd name="connsiteY1778" fmla="*/ 1378751 h 1893093"/>
              <a:gd name="connsiteX1779" fmla="*/ 1457325 w 1464468"/>
              <a:gd name="connsiteY1779" fmla="*/ 1457332 h 1893093"/>
              <a:gd name="connsiteX1780" fmla="*/ 1379787 w 1464468"/>
              <a:gd name="connsiteY1780" fmla="*/ 1371607 h 1893093"/>
              <a:gd name="connsiteX1781" fmla="*/ 1379787 w 1464468"/>
              <a:gd name="connsiteY1781" fmla="*/ 1293026 h 1893093"/>
              <a:gd name="connsiteX1782" fmla="*/ 1457325 w 1464468"/>
              <a:gd name="connsiteY1782" fmla="*/ 1293026 h 1893093"/>
              <a:gd name="connsiteX1783" fmla="*/ 1457325 w 1464468"/>
              <a:gd name="connsiteY1783" fmla="*/ 1371607 h 1893093"/>
              <a:gd name="connsiteX1784" fmla="*/ 1379787 w 1464468"/>
              <a:gd name="connsiteY1784" fmla="*/ 1371607 h 1893093"/>
              <a:gd name="connsiteX1785" fmla="*/ 1457325 w 1464468"/>
              <a:gd name="connsiteY1785" fmla="*/ 1285882 h 1893093"/>
              <a:gd name="connsiteX1786" fmla="*/ 1379787 w 1464468"/>
              <a:gd name="connsiteY1786" fmla="*/ 1285882 h 1893093"/>
              <a:gd name="connsiteX1787" fmla="*/ 1379787 w 1464468"/>
              <a:gd name="connsiteY1787" fmla="*/ 1207301 h 1893093"/>
              <a:gd name="connsiteX1788" fmla="*/ 1457325 w 1464468"/>
              <a:gd name="connsiteY1788" fmla="*/ 1207301 h 1893093"/>
              <a:gd name="connsiteX1789" fmla="*/ 1457325 w 1464468"/>
              <a:gd name="connsiteY1789" fmla="*/ 1285882 h 1893093"/>
              <a:gd name="connsiteX1790" fmla="*/ 1379787 w 1464468"/>
              <a:gd name="connsiteY1790" fmla="*/ 1200157 h 1893093"/>
              <a:gd name="connsiteX1791" fmla="*/ 1379787 w 1464468"/>
              <a:gd name="connsiteY1791" fmla="*/ 1121576 h 1893093"/>
              <a:gd name="connsiteX1792" fmla="*/ 1457325 w 1464468"/>
              <a:gd name="connsiteY1792" fmla="*/ 1121576 h 1893093"/>
              <a:gd name="connsiteX1793" fmla="*/ 1457325 w 1464468"/>
              <a:gd name="connsiteY1793" fmla="*/ 1200157 h 1893093"/>
              <a:gd name="connsiteX1794" fmla="*/ 1379787 w 1464468"/>
              <a:gd name="connsiteY1794" fmla="*/ 1200157 h 1893093"/>
              <a:gd name="connsiteX1795" fmla="*/ 1457325 w 1464468"/>
              <a:gd name="connsiteY1795" fmla="*/ 1114432 h 1893093"/>
              <a:gd name="connsiteX1796" fmla="*/ 1379787 w 1464468"/>
              <a:gd name="connsiteY1796" fmla="*/ 1114432 h 1893093"/>
              <a:gd name="connsiteX1797" fmla="*/ 1379787 w 1464468"/>
              <a:gd name="connsiteY1797" fmla="*/ 1035851 h 1893093"/>
              <a:gd name="connsiteX1798" fmla="*/ 1457325 w 1464468"/>
              <a:gd name="connsiteY1798" fmla="*/ 1035851 h 1893093"/>
              <a:gd name="connsiteX1799" fmla="*/ 1457325 w 1464468"/>
              <a:gd name="connsiteY1799" fmla="*/ 1114432 h 1893093"/>
              <a:gd name="connsiteX1800" fmla="*/ 1379787 w 1464468"/>
              <a:gd name="connsiteY1800" fmla="*/ 1028707 h 1893093"/>
              <a:gd name="connsiteX1801" fmla="*/ 1379787 w 1464468"/>
              <a:gd name="connsiteY1801" fmla="*/ 950126 h 1893093"/>
              <a:gd name="connsiteX1802" fmla="*/ 1457325 w 1464468"/>
              <a:gd name="connsiteY1802" fmla="*/ 950126 h 1893093"/>
              <a:gd name="connsiteX1803" fmla="*/ 1457325 w 1464468"/>
              <a:gd name="connsiteY1803" fmla="*/ 1028707 h 1893093"/>
              <a:gd name="connsiteX1804" fmla="*/ 1379787 w 1464468"/>
              <a:gd name="connsiteY1804" fmla="*/ 1028707 h 1893093"/>
              <a:gd name="connsiteX1805" fmla="*/ 1457325 w 1464468"/>
              <a:gd name="connsiteY1805" fmla="*/ 942982 h 1893093"/>
              <a:gd name="connsiteX1806" fmla="*/ 1379787 w 1464468"/>
              <a:gd name="connsiteY1806" fmla="*/ 942982 h 1893093"/>
              <a:gd name="connsiteX1807" fmla="*/ 1379787 w 1464468"/>
              <a:gd name="connsiteY1807" fmla="*/ 864401 h 1893093"/>
              <a:gd name="connsiteX1808" fmla="*/ 1457325 w 1464468"/>
              <a:gd name="connsiteY1808" fmla="*/ 864401 h 1893093"/>
              <a:gd name="connsiteX1809" fmla="*/ 1457325 w 1464468"/>
              <a:gd name="connsiteY1809" fmla="*/ 942982 h 1893093"/>
              <a:gd name="connsiteX1810" fmla="*/ 1379787 w 1464468"/>
              <a:gd name="connsiteY1810" fmla="*/ 857257 h 1893093"/>
              <a:gd name="connsiteX1811" fmla="*/ 1379787 w 1464468"/>
              <a:gd name="connsiteY1811" fmla="*/ 778676 h 1893093"/>
              <a:gd name="connsiteX1812" fmla="*/ 1457325 w 1464468"/>
              <a:gd name="connsiteY1812" fmla="*/ 778676 h 1893093"/>
              <a:gd name="connsiteX1813" fmla="*/ 1457325 w 1464468"/>
              <a:gd name="connsiteY1813" fmla="*/ 857257 h 1893093"/>
              <a:gd name="connsiteX1814" fmla="*/ 1379787 w 1464468"/>
              <a:gd name="connsiteY1814" fmla="*/ 857257 h 1893093"/>
              <a:gd name="connsiteX1815" fmla="*/ 1457325 w 1464468"/>
              <a:gd name="connsiteY1815" fmla="*/ 771532 h 1893093"/>
              <a:gd name="connsiteX1816" fmla="*/ 1379787 w 1464468"/>
              <a:gd name="connsiteY1816" fmla="*/ 771532 h 1893093"/>
              <a:gd name="connsiteX1817" fmla="*/ 1379787 w 1464468"/>
              <a:gd name="connsiteY1817" fmla="*/ 692951 h 1893093"/>
              <a:gd name="connsiteX1818" fmla="*/ 1457325 w 1464468"/>
              <a:gd name="connsiteY1818" fmla="*/ 692951 h 1893093"/>
              <a:gd name="connsiteX1819" fmla="*/ 1457325 w 1464468"/>
              <a:gd name="connsiteY1819" fmla="*/ 771532 h 1893093"/>
              <a:gd name="connsiteX1820" fmla="*/ 1379787 w 1464468"/>
              <a:gd name="connsiteY1820" fmla="*/ 685807 h 1893093"/>
              <a:gd name="connsiteX1821" fmla="*/ 1379787 w 1464468"/>
              <a:gd name="connsiteY1821" fmla="*/ 607226 h 1893093"/>
              <a:gd name="connsiteX1822" fmla="*/ 1457325 w 1464468"/>
              <a:gd name="connsiteY1822" fmla="*/ 607226 h 1893093"/>
              <a:gd name="connsiteX1823" fmla="*/ 1457325 w 1464468"/>
              <a:gd name="connsiteY1823" fmla="*/ 685807 h 1893093"/>
              <a:gd name="connsiteX1824" fmla="*/ 1379787 w 1464468"/>
              <a:gd name="connsiteY1824" fmla="*/ 685807 h 1893093"/>
              <a:gd name="connsiteX1825" fmla="*/ 1457325 w 1464468"/>
              <a:gd name="connsiteY1825" fmla="*/ 600075 h 1893093"/>
              <a:gd name="connsiteX1826" fmla="*/ 1379787 w 1464468"/>
              <a:gd name="connsiteY1826" fmla="*/ 600075 h 1893093"/>
              <a:gd name="connsiteX1827" fmla="*/ 1379787 w 1464468"/>
              <a:gd name="connsiteY1827" fmla="*/ 521494 h 1893093"/>
              <a:gd name="connsiteX1828" fmla="*/ 1457325 w 1464468"/>
              <a:gd name="connsiteY1828" fmla="*/ 521494 h 1893093"/>
              <a:gd name="connsiteX1829" fmla="*/ 1457325 w 1464468"/>
              <a:gd name="connsiteY1829" fmla="*/ 600075 h 1893093"/>
              <a:gd name="connsiteX1830" fmla="*/ 1379787 w 1464468"/>
              <a:gd name="connsiteY1830" fmla="*/ 514350 h 1893093"/>
              <a:gd name="connsiteX1831" fmla="*/ 1379787 w 1464468"/>
              <a:gd name="connsiteY1831" fmla="*/ 435769 h 1893093"/>
              <a:gd name="connsiteX1832" fmla="*/ 1457325 w 1464468"/>
              <a:gd name="connsiteY1832" fmla="*/ 435769 h 1893093"/>
              <a:gd name="connsiteX1833" fmla="*/ 1457325 w 1464468"/>
              <a:gd name="connsiteY1833" fmla="*/ 514350 h 1893093"/>
              <a:gd name="connsiteX1834" fmla="*/ 1379787 w 1464468"/>
              <a:gd name="connsiteY1834" fmla="*/ 514350 h 1893093"/>
              <a:gd name="connsiteX1835" fmla="*/ 1457325 w 1464468"/>
              <a:gd name="connsiteY1835" fmla="*/ 428625 h 1893093"/>
              <a:gd name="connsiteX1836" fmla="*/ 1379787 w 1464468"/>
              <a:gd name="connsiteY1836" fmla="*/ 428625 h 1893093"/>
              <a:gd name="connsiteX1837" fmla="*/ 1379787 w 1464468"/>
              <a:gd name="connsiteY1837" fmla="*/ 350044 h 1893093"/>
              <a:gd name="connsiteX1838" fmla="*/ 1457325 w 1464468"/>
              <a:gd name="connsiteY1838" fmla="*/ 350044 h 1893093"/>
              <a:gd name="connsiteX1839" fmla="*/ 1457325 w 1464468"/>
              <a:gd name="connsiteY1839" fmla="*/ 428625 h 1893093"/>
              <a:gd name="connsiteX1840" fmla="*/ 1379787 w 1464468"/>
              <a:gd name="connsiteY1840" fmla="*/ 342900 h 1893093"/>
              <a:gd name="connsiteX1841" fmla="*/ 1379787 w 1464468"/>
              <a:gd name="connsiteY1841" fmla="*/ 264319 h 1893093"/>
              <a:gd name="connsiteX1842" fmla="*/ 1457325 w 1464468"/>
              <a:gd name="connsiteY1842" fmla="*/ 264319 h 1893093"/>
              <a:gd name="connsiteX1843" fmla="*/ 1457325 w 1464468"/>
              <a:gd name="connsiteY1843" fmla="*/ 342900 h 1893093"/>
              <a:gd name="connsiteX1844" fmla="*/ 1379787 w 1464468"/>
              <a:gd name="connsiteY1844" fmla="*/ 342900 h 1893093"/>
              <a:gd name="connsiteX1845" fmla="*/ 1457325 w 1464468"/>
              <a:gd name="connsiteY1845" fmla="*/ 257175 h 1893093"/>
              <a:gd name="connsiteX1846" fmla="*/ 1379787 w 1464468"/>
              <a:gd name="connsiteY1846" fmla="*/ 257175 h 1893093"/>
              <a:gd name="connsiteX1847" fmla="*/ 1379787 w 1464468"/>
              <a:gd name="connsiteY1847" fmla="*/ 178594 h 1893093"/>
              <a:gd name="connsiteX1848" fmla="*/ 1457325 w 1464468"/>
              <a:gd name="connsiteY1848" fmla="*/ 178594 h 1893093"/>
              <a:gd name="connsiteX1849" fmla="*/ 1457325 w 1464468"/>
              <a:gd name="connsiteY1849" fmla="*/ 257175 h 1893093"/>
              <a:gd name="connsiteX1850" fmla="*/ 1379787 w 1464468"/>
              <a:gd name="connsiteY1850" fmla="*/ 171450 h 1893093"/>
              <a:gd name="connsiteX1851" fmla="*/ 1379787 w 1464468"/>
              <a:gd name="connsiteY1851" fmla="*/ 92869 h 1893093"/>
              <a:gd name="connsiteX1852" fmla="*/ 1457325 w 1464468"/>
              <a:gd name="connsiteY1852" fmla="*/ 92869 h 1893093"/>
              <a:gd name="connsiteX1853" fmla="*/ 1457325 w 1464468"/>
              <a:gd name="connsiteY1853" fmla="*/ 171450 h 1893093"/>
              <a:gd name="connsiteX1854" fmla="*/ 1379787 w 1464468"/>
              <a:gd name="connsiteY1854" fmla="*/ 171450 h 1893093"/>
              <a:gd name="connsiteX1855" fmla="*/ 1457325 w 1464468"/>
              <a:gd name="connsiteY1855" fmla="*/ 85725 h 1893093"/>
              <a:gd name="connsiteX1856" fmla="*/ 1379787 w 1464468"/>
              <a:gd name="connsiteY1856" fmla="*/ 85725 h 1893093"/>
              <a:gd name="connsiteX1857" fmla="*/ 1379787 w 1464468"/>
              <a:gd name="connsiteY1857" fmla="*/ 7144 h 1893093"/>
              <a:gd name="connsiteX1858" fmla="*/ 1457325 w 1464468"/>
              <a:gd name="connsiteY1858" fmla="*/ 7144 h 1893093"/>
              <a:gd name="connsiteX1859" fmla="*/ 1457325 w 1464468"/>
              <a:gd name="connsiteY1859" fmla="*/ 85725 h 1893093"/>
              <a:gd name="connsiteX1860" fmla="*/ 86768 w 1464468"/>
              <a:gd name="connsiteY1860" fmla="*/ 7144 h 1893093"/>
              <a:gd name="connsiteX1861" fmla="*/ 86768 w 1464468"/>
              <a:gd name="connsiteY1861" fmla="*/ 85725 h 1893093"/>
              <a:gd name="connsiteX1862" fmla="*/ 7144 w 1464468"/>
              <a:gd name="connsiteY1862" fmla="*/ 85725 h 1893093"/>
              <a:gd name="connsiteX1863" fmla="*/ 7144 w 1464468"/>
              <a:gd name="connsiteY1863" fmla="*/ 7144 h 1893093"/>
              <a:gd name="connsiteX1864" fmla="*/ 86768 w 1464468"/>
              <a:gd name="connsiteY1864" fmla="*/ 7144 h 1893093"/>
              <a:gd name="connsiteX1865" fmla="*/ 7144 w 1464468"/>
              <a:gd name="connsiteY1865" fmla="*/ 1807376 h 1893093"/>
              <a:gd name="connsiteX1866" fmla="*/ 86768 w 1464468"/>
              <a:gd name="connsiteY1866" fmla="*/ 1807376 h 1893093"/>
              <a:gd name="connsiteX1867" fmla="*/ 86768 w 1464468"/>
              <a:gd name="connsiteY1867" fmla="*/ 1885950 h 1893093"/>
              <a:gd name="connsiteX1868" fmla="*/ 7144 w 1464468"/>
              <a:gd name="connsiteY1868" fmla="*/ 1885950 h 1893093"/>
              <a:gd name="connsiteX1869" fmla="*/ 7144 w 1464468"/>
              <a:gd name="connsiteY1869" fmla="*/ 1807376 h 1893093"/>
              <a:gd name="connsiteX1870" fmla="*/ 1379787 w 1464468"/>
              <a:gd name="connsiteY1870" fmla="*/ 1885950 h 1893093"/>
              <a:gd name="connsiteX1871" fmla="*/ 1379787 w 1464468"/>
              <a:gd name="connsiteY1871" fmla="*/ 1807376 h 1893093"/>
              <a:gd name="connsiteX1872" fmla="*/ 1457325 w 1464468"/>
              <a:gd name="connsiteY1872" fmla="*/ 1807376 h 1893093"/>
              <a:gd name="connsiteX1873" fmla="*/ 1457325 w 1464468"/>
              <a:gd name="connsiteY1873" fmla="*/ 1885950 h 1893093"/>
              <a:gd name="connsiteX1874" fmla="*/ 1379787 w 1464468"/>
              <a:gd name="connsiteY1874" fmla="*/ 1885950 h 1893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</a:cxnLst>
            <a:rect l="l" t="t" r="r" b="b"/>
            <a:pathLst>
              <a:path w="1464468" h="1893093">
                <a:moveTo>
                  <a:pt x="0" y="0"/>
                </a:moveTo>
                <a:lnTo>
                  <a:pt x="0" y="1893094"/>
                </a:lnTo>
                <a:lnTo>
                  <a:pt x="1464469" y="1893094"/>
                </a:lnTo>
                <a:lnTo>
                  <a:pt x="1464469" y="0"/>
                </a:lnTo>
                <a:lnTo>
                  <a:pt x="0" y="0"/>
                </a:lnTo>
                <a:close/>
                <a:moveTo>
                  <a:pt x="693987" y="1200157"/>
                </a:moveTo>
                <a:lnTo>
                  <a:pt x="693987" y="1121576"/>
                </a:lnTo>
                <a:lnTo>
                  <a:pt x="772568" y="1121576"/>
                </a:lnTo>
                <a:lnTo>
                  <a:pt x="772568" y="1200157"/>
                </a:lnTo>
                <a:lnTo>
                  <a:pt x="693987" y="1200157"/>
                </a:lnTo>
                <a:close/>
                <a:moveTo>
                  <a:pt x="772568" y="1207301"/>
                </a:moveTo>
                <a:lnTo>
                  <a:pt x="772568" y="1285882"/>
                </a:lnTo>
                <a:lnTo>
                  <a:pt x="693987" y="1285882"/>
                </a:lnTo>
                <a:lnTo>
                  <a:pt x="693987" y="1207301"/>
                </a:lnTo>
                <a:lnTo>
                  <a:pt x="772568" y="1207301"/>
                </a:lnTo>
                <a:close/>
                <a:moveTo>
                  <a:pt x="772568" y="692951"/>
                </a:moveTo>
                <a:lnTo>
                  <a:pt x="772568" y="771532"/>
                </a:lnTo>
                <a:lnTo>
                  <a:pt x="693987" y="771532"/>
                </a:lnTo>
                <a:lnTo>
                  <a:pt x="693987" y="692951"/>
                </a:lnTo>
                <a:lnTo>
                  <a:pt x="772568" y="692951"/>
                </a:lnTo>
                <a:close/>
                <a:moveTo>
                  <a:pt x="693987" y="685807"/>
                </a:moveTo>
                <a:lnTo>
                  <a:pt x="693987" y="607226"/>
                </a:lnTo>
                <a:lnTo>
                  <a:pt x="772568" y="607226"/>
                </a:lnTo>
                <a:lnTo>
                  <a:pt x="772568" y="685807"/>
                </a:lnTo>
                <a:lnTo>
                  <a:pt x="693987" y="685807"/>
                </a:lnTo>
                <a:close/>
                <a:moveTo>
                  <a:pt x="693987" y="1028707"/>
                </a:moveTo>
                <a:lnTo>
                  <a:pt x="693987" y="950126"/>
                </a:lnTo>
                <a:lnTo>
                  <a:pt x="772568" y="950126"/>
                </a:lnTo>
                <a:lnTo>
                  <a:pt x="772568" y="1028707"/>
                </a:lnTo>
                <a:lnTo>
                  <a:pt x="693987" y="1028707"/>
                </a:lnTo>
                <a:close/>
                <a:moveTo>
                  <a:pt x="772568" y="1035851"/>
                </a:moveTo>
                <a:lnTo>
                  <a:pt x="772568" y="1114432"/>
                </a:lnTo>
                <a:lnTo>
                  <a:pt x="693987" y="1114432"/>
                </a:lnTo>
                <a:lnTo>
                  <a:pt x="693987" y="1035851"/>
                </a:lnTo>
                <a:lnTo>
                  <a:pt x="772568" y="1035851"/>
                </a:lnTo>
                <a:close/>
                <a:moveTo>
                  <a:pt x="693987" y="942982"/>
                </a:moveTo>
                <a:lnTo>
                  <a:pt x="693987" y="864401"/>
                </a:lnTo>
                <a:lnTo>
                  <a:pt x="772568" y="864401"/>
                </a:lnTo>
                <a:lnTo>
                  <a:pt x="772568" y="942982"/>
                </a:lnTo>
                <a:lnTo>
                  <a:pt x="693987" y="942982"/>
                </a:lnTo>
                <a:close/>
                <a:moveTo>
                  <a:pt x="693987" y="857257"/>
                </a:moveTo>
                <a:lnTo>
                  <a:pt x="693987" y="778676"/>
                </a:lnTo>
                <a:lnTo>
                  <a:pt x="772568" y="778676"/>
                </a:lnTo>
                <a:lnTo>
                  <a:pt x="772568" y="857257"/>
                </a:lnTo>
                <a:lnTo>
                  <a:pt x="693987" y="857257"/>
                </a:lnTo>
                <a:close/>
                <a:moveTo>
                  <a:pt x="686843" y="771532"/>
                </a:moveTo>
                <a:lnTo>
                  <a:pt x="608262" y="771532"/>
                </a:lnTo>
                <a:lnTo>
                  <a:pt x="608262" y="692951"/>
                </a:lnTo>
                <a:lnTo>
                  <a:pt x="686843" y="692951"/>
                </a:lnTo>
                <a:lnTo>
                  <a:pt x="686843" y="771532"/>
                </a:lnTo>
                <a:close/>
                <a:moveTo>
                  <a:pt x="686843" y="778676"/>
                </a:moveTo>
                <a:lnTo>
                  <a:pt x="686843" y="857257"/>
                </a:lnTo>
                <a:lnTo>
                  <a:pt x="608262" y="857257"/>
                </a:lnTo>
                <a:lnTo>
                  <a:pt x="608262" y="778676"/>
                </a:lnTo>
                <a:lnTo>
                  <a:pt x="686843" y="778676"/>
                </a:lnTo>
                <a:close/>
                <a:moveTo>
                  <a:pt x="686843" y="864401"/>
                </a:moveTo>
                <a:lnTo>
                  <a:pt x="686843" y="942982"/>
                </a:lnTo>
                <a:lnTo>
                  <a:pt x="608262" y="942982"/>
                </a:lnTo>
                <a:lnTo>
                  <a:pt x="608262" y="864401"/>
                </a:lnTo>
                <a:lnTo>
                  <a:pt x="686843" y="864401"/>
                </a:lnTo>
                <a:close/>
                <a:moveTo>
                  <a:pt x="686843" y="950126"/>
                </a:moveTo>
                <a:lnTo>
                  <a:pt x="686843" y="1028707"/>
                </a:lnTo>
                <a:lnTo>
                  <a:pt x="608262" y="1028707"/>
                </a:lnTo>
                <a:lnTo>
                  <a:pt x="608262" y="950126"/>
                </a:lnTo>
                <a:lnTo>
                  <a:pt x="686843" y="950126"/>
                </a:lnTo>
                <a:close/>
                <a:moveTo>
                  <a:pt x="686843" y="1035851"/>
                </a:moveTo>
                <a:lnTo>
                  <a:pt x="686843" y="1114432"/>
                </a:lnTo>
                <a:lnTo>
                  <a:pt x="608262" y="1114432"/>
                </a:lnTo>
                <a:lnTo>
                  <a:pt x="608262" y="1035851"/>
                </a:lnTo>
                <a:lnTo>
                  <a:pt x="686843" y="1035851"/>
                </a:lnTo>
                <a:close/>
                <a:moveTo>
                  <a:pt x="686843" y="1121576"/>
                </a:moveTo>
                <a:lnTo>
                  <a:pt x="686843" y="1200157"/>
                </a:lnTo>
                <a:lnTo>
                  <a:pt x="608262" y="1200157"/>
                </a:lnTo>
                <a:lnTo>
                  <a:pt x="608262" y="1121576"/>
                </a:lnTo>
                <a:lnTo>
                  <a:pt x="686843" y="1121576"/>
                </a:lnTo>
                <a:close/>
                <a:moveTo>
                  <a:pt x="779712" y="1121576"/>
                </a:moveTo>
                <a:lnTo>
                  <a:pt x="858293" y="1121576"/>
                </a:lnTo>
                <a:lnTo>
                  <a:pt x="858293" y="1200157"/>
                </a:lnTo>
                <a:lnTo>
                  <a:pt x="779712" y="1200157"/>
                </a:lnTo>
                <a:lnTo>
                  <a:pt x="779712" y="1121576"/>
                </a:lnTo>
                <a:close/>
                <a:moveTo>
                  <a:pt x="779712" y="1114432"/>
                </a:moveTo>
                <a:lnTo>
                  <a:pt x="779712" y="1035851"/>
                </a:lnTo>
                <a:lnTo>
                  <a:pt x="858293" y="1035851"/>
                </a:lnTo>
                <a:lnTo>
                  <a:pt x="858293" y="1114432"/>
                </a:lnTo>
                <a:lnTo>
                  <a:pt x="779712" y="1114432"/>
                </a:lnTo>
                <a:close/>
                <a:moveTo>
                  <a:pt x="779712" y="1028707"/>
                </a:moveTo>
                <a:lnTo>
                  <a:pt x="779712" y="950126"/>
                </a:lnTo>
                <a:lnTo>
                  <a:pt x="858293" y="950126"/>
                </a:lnTo>
                <a:lnTo>
                  <a:pt x="858293" y="1028707"/>
                </a:lnTo>
                <a:lnTo>
                  <a:pt x="779712" y="1028707"/>
                </a:lnTo>
                <a:close/>
                <a:moveTo>
                  <a:pt x="779712" y="942982"/>
                </a:moveTo>
                <a:lnTo>
                  <a:pt x="779712" y="864401"/>
                </a:lnTo>
                <a:lnTo>
                  <a:pt x="858293" y="864401"/>
                </a:lnTo>
                <a:lnTo>
                  <a:pt x="858293" y="942982"/>
                </a:lnTo>
                <a:lnTo>
                  <a:pt x="779712" y="942982"/>
                </a:lnTo>
                <a:close/>
                <a:moveTo>
                  <a:pt x="779712" y="857257"/>
                </a:moveTo>
                <a:lnTo>
                  <a:pt x="779712" y="778676"/>
                </a:lnTo>
                <a:lnTo>
                  <a:pt x="858293" y="778676"/>
                </a:lnTo>
                <a:lnTo>
                  <a:pt x="858293" y="857257"/>
                </a:lnTo>
                <a:lnTo>
                  <a:pt x="779712" y="857257"/>
                </a:lnTo>
                <a:close/>
                <a:moveTo>
                  <a:pt x="779712" y="771532"/>
                </a:moveTo>
                <a:lnTo>
                  <a:pt x="779712" y="692951"/>
                </a:lnTo>
                <a:lnTo>
                  <a:pt x="858293" y="692951"/>
                </a:lnTo>
                <a:lnTo>
                  <a:pt x="858293" y="771532"/>
                </a:lnTo>
                <a:lnTo>
                  <a:pt x="779712" y="771532"/>
                </a:lnTo>
                <a:close/>
                <a:moveTo>
                  <a:pt x="779712" y="685807"/>
                </a:moveTo>
                <a:lnTo>
                  <a:pt x="779712" y="607226"/>
                </a:lnTo>
                <a:lnTo>
                  <a:pt x="858293" y="607226"/>
                </a:lnTo>
                <a:lnTo>
                  <a:pt x="858293" y="685807"/>
                </a:lnTo>
                <a:lnTo>
                  <a:pt x="779712" y="685807"/>
                </a:lnTo>
                <a:close/>
                <a:moveTo>
                  <a:pt x="779712" y="600075"/>
                </a:moveTo>
                <a:lnTo>
                  <a:pt x="779712" y="521494"/>
                </a:lnTo>
                <a:lnTo>
                  <a:pt x="858293" y="521494"/>
                </a:lnTo>
                <a:lnTo>
                  <a:pt x="858293" y="600075"/>
                </a:lnTo>
                <a:lnTo>
                  <a:pt x="779712" y="600075"/>
                </a:lnTo>
                <a:close/>
                <a:moveTo>
                  <a:pt x="772568" y="600075"/>
                </a:moveTo>
                <a:lnTo>
                  <a:pt x="693987" y="600075"/>
                </a:lnTo>
                <a:lnTo>
                  <a:pt x="693987" y="521494"/>
                </a:lnTo>
                <a:lnTo>
                  <a:pt x="772568" y="521494"/>
                </a:lnTo>
                <a:lnTo>
                  <a:pt x="772568" y="600075"/>
                </a:lnTo>
                <a:close/>
                <a:moveTo>
                  <a:pt x="686843" y="600075"/>
                </a:moveTo>
                <a:lnTo>
                  <a:pt x="608262" y="600075"/>
                </a:lnTo>
                <a:lnTo>
                  <a:pt x="608262" y="521494"/>
                </a:lnTo>
                <a:lnTo>
                  <a:pt x="686843" y="521494"/>
                </a:lnTo>
                <a:lnTo>
                  <a:pt x="686843" y="600075"/>
                </a:lnTo>
                <a:close/>
                <a:moveTo>
                  <a:pt x="686843" y="607219"/>
                </a:moveTo>
                <a:lnTo>
                  <a:pt x="686843" y="685800"/>
                </a:lnTo>
                <a:lnTo>
                  <a:pt x="608262" y="685800"/>
                </a:lnTo>
                <a:lnTo>
                  <a:pt x="608262" y="607219"/>
                </a:lnTo>
                <a:lnTo>
                  <a:pt x="686843" y="607219"/>
                </a:lnTo>
                <a:close/>
                <a:moveTo>
                  <a:pt x="601118" y="685807"/>
                </a:moveTo>
                <a:lnTo>
                  <a:pt x="522537" y="685807"/>
                </a:lnTo>
                <a:lnTo>
                  <a:pt x="522537" y="607226"/>
                </a:lnTo>
                <a:lnTo>
                  <a:pt x="601118" y="607226"/>
                </a:lnTo>
                <a:lnTo>
                  <a:pt x="601118" y="685807"/>
                </a:lnTo>
                <a:close/>
                <a:moveTo>
                  <a:pt x="601118" y="692951"/>
                </a:moveTo>
                <a:lnTo>
                  <a:pt x="601118" y="771532"/>
                </a:lnTo>
                <a:lnTo>
                  <a:pt x="522537" y="771532"/>
                </a:lnTo>
                <a:lnTo>
                  <a:pt x="522537" y="692951"/>
                </a:lnTo>
                <a:lnTo>
                  <a:pt x="601118" y="692951"/>
                </a:lnTo>
                <a:close/>
                <a:moveTo>
                  <a:pt x="601118" y="778676"/>
                </a:moveTo>
                <a:lnTo>
                  <a:pt x="601118" y="857257"/>
                </a:lnTo>
                <a:lnTo>
                  <a:pt x="522537" y="857257"/>
                </a:lnTo>
                <a:lnTo>
                  <a:pt x="522537" y="778676"/>
                </a:lnTo>
                <a:lnTo>
                  <a:pt x="601118" y="778676"/>
                </a:lnTo>
                <a:close/>
                <a:moveTo>
                  <a:pt x="601118" y="864401"/>
                </a:moveTo>
                <a:lnTo>
                  <a:pt x="601118" y="942982"/>
                </a:lnTo>
                <a:lnTo>
                  <a:pt x="522537" y="942982"/>
                </a:lnTo>
                <a:lnTo>
                  <a:pt x="522537" y="864401"/>
                </a:lnTo>
                <a:lnTo>
                  <a:pt x="601118" y="864401"/>
                </a:lnTo>
                <a:close/>
                <a:moveTo>
                  <a:pt x="601118" y="950126"/>
                </a:moveTo>
                <a:lnTo>
                  <a:pt x="601118" y="1028707"/>
                </a:lnTo>
                <a:lnTo>
                  <a:pt x="522537" y="1028707"/>
                </a:lnTo>
                <a:lnTo>
                  <a:pt x="522537" y="950126"/>
                </a:lnTo>
                <a:lnTo>
                  <a:pt x="601118" y="950126"/>
                </a:lnTo>
                <a:close/>
                <a:moveTo>
                  <a:pt x="601118" y="1035851"/>
                </a:moveTo>
                <a:lnTo>
                  <a:pt x="601118" y="1114432"/>
                </a:lnTo>
                <a:lnTo>
                  <a:pt x="522537" y="1114432"/>
                </a:lnTo>
                <a:lnTo>
                  <a:pt x="522537" y="1035851"/>
                </a:lnTo>
                <a:lnTo>
                  <a:pt x="601118" y="1035851"/>
                </a:lnTo>
                <a:close/>
                <a:moveTo>
                  <a:pt x="601118" y="1121576"/>
                </a:moveTo>
                <a:lnTo>
                  <a:pt x="601118" y="1200157"/>
                </a:lnTo>
                <a:lnTo>
                  <a:pt x="522537" y="1200157"/>
                </a:lnTo>
                <a:lnTo>
                  <a:pt x="522537" y="1121576"/>
                </a:lnTo>
                <a:lnTo>
                  <a:pt x="601118" y="1121576"/>
                </a:lnTo>
                <a:close/>
                <a:moveTo>
                  <a:pt x="601118" y="1207301"/>
                </a:moveTo>
                <a:lnTo>
                  <a:pt x="601118" y="1285882"/>
                </a:lnTo>
                <a:lnTo>
                  <a:pt x="522537" y="1285882"/>
                </a:lnTo>
                <a:lnTo>
                  <a:pt x="522537" y="1207301"/>
                </a:lnTo>
                <a:lnTo>
                  <a:pt x="601118" y="1207301"/>
                </a:lnTo>
                <a:close/>
                <a:moveTo>
                  <a:pt x="608262" y="1207301"/>
                </a:moveTo>
                <a:lnTo>
                  <a:pt x="686843" y="1207301"/>
                </a:lnTo>
                <a:lnTo>
                  <a:pt x="686843" y="1285882"/>
                </a:lnTo>
                <a:lnTo>
                  <a:pt x="608262" y="1285882"/>
                </a:lnTo>
                <a:lnTo>
                  <a:pt x="608262" y="1207301"/>
                </a:lnTo>
                <a:close/>
                <a:moveTo>
                  <a:pt x="686843" y="1293026"/>
                </a:moveTo>
                <a:lnTo>
                  <a:pt x="686843" y="1371607"/>
                </a:lnTo>
                <a:lnTo>
                  <a:pt x="608262" y="1371607"/>
                </a:lnTo>
                <a:lnTo>
                  <a:pt x="608262" y="1293026"/>
                </a:lnTo>
                <a:lnTo>
                  <a:pt x="686843" y="1293026"/>
                </a:lnTo>
                <a:close/>
                <a:moveTo>
                  <a:pt x="693987" y="1293026"/>
                </a:moveTo>
                <a:lnTo>
                  <a:pt x="772568" y="1293026"/>
                </a:lnTo>
                <a:lnTo>
                  <a:pt x="772568" y="1371607"/>
                </a:lnTo>
                <a:lnTo>
                  <a:pt x="693987" y="1371607"/>
                </a:lnTo>
                <a:lnTo>
                  <a:pt x="693987" y="1293026"/>
                </a:lnTo>
                <a:close/>
                <a:moveTo>
                  <a:pt x="779712" y="1293026"/>
                </a:moveTo>
                <a:lnTo>
                  <a:pt x="858293" y="1293026"/>
                </a:lnTo>
                <a:lnTo>
                  <a:pt x="858293" y="1371607"/>
                </a:lnTo>
                <a:lnTo>
                  <a:pt x="779712" y="1371607"/>
                </a:lnTo>
                <a:lnTo>
                  <a:pt x="779712" y="1293026"/>
                </a:lnTo>
                <a:close/>
                <a:moveTo>
                  <a:pt x="779712" y="1285882"/>
                </a:moveTo>
                <a:lnTo>
                  <a:pt x="779712" y="1207301"/>
                </a:lnTo>
                <a:lnTo>
                  <a:pt x="858293" y="1207301"/>
                </a:lnTo>
                <a:lnTo>
                  <a:pt x="858293" y="1285882"/>
                </a:lnTo>
                <a:lnTo>
                  <a:pt x="779712" y="1285882"/>
                </a:lnTo>
                <a:close/>
                <a:moveTo>
                  <a:pt x="865437" y="1207301"/>
                </a:moveTo>
                <a:lnTo>
                  <a:pt x="944018" y="1207301"/>
                </a:lnTo>
                <a:lnTo>
                  <a:pt x="944018" y="1285882"/>
                </a:lnTo>
                <a:lnTo>
                  <a:pt x="865437" y="1285882"/>
                </a:lnTo>
                <a:lnTo>
                  <a:pt x="865437" y="1207301"/>
                </a:lnTo>
                <a:close/>
                <a:moveTo>
                  <a:pt x="865437" y="1200157"/>
                </a:moveTo>
                <a:lnTo>
                  <a:pt x="865437" y="1121576"/>
                </a:lnTo>
                <a:lnTo>
                  <a:pt x="944018" y="1121576"/>
                </a:lnTo>
                <a:lnTo>
                  <a:pt x="944018" y="1200157"/>
                </a:lnTo>
                <a:lnTo>
                  <a:pt x="865437" y="1200157"/>
                </a:lnTo>
                <a:close/>
                <a:moveTo>
                  <a:pt x="865437" y="1114432"/>
                </a:moveTo>
                <a:lnTo>
                  <a:pt x="865437" y="1035851"/>
                </a:lnTo>
                <a:lnTo>
                  <a:pt x="944018" y="1035851"/>
                </a:lnTo>
                <a:lnTo>
                  <a:pt x="944018" y="1114432"/>
                </a:lnTo>
                <a:lnTo>
                  <a:pt x="865437" y="1114432"/>
                </a:lnTo>
                <a:close/>
                <a:moveTo>
                  <a:pt x="865437" y="1028707"/>
                </a:moveTo>
                <a:lnTo>
                  <a:pt x="865437" y="950126"/>
                </a:lnTo>
                <a:lnTo>
                  <a:pt x="944018" y="950126"/>
                </a:lnTo>
                <a:lnTo>
                  <a:pt x="944018" y="1028707"/>
                </a:lnTo>
                <a:lnTo>
                  <a:pt x="865437" y="1028707"/>
                </a:lnTo>
                <a:close/>
                <a:moveTo>
                  <a:pt x="865437" y="942982"/>
                </a:moveTo>
                <a:lnTo>
                  <a:pt x="865437" y="864401"/>
                </a:lnTo>
                <a:lnTo>
                  <a:pt x="944018" y="864401"/>
                </a:lnTo>
                <a:lnTo>
                  <a:pt x="944018" y="942982"/>
                </a:lnTo>
                <a:lnTo>
                  <a:pt x="865437" y="942982"/>
                </a:lnTo>
                <a:close/>
                <a:moveTo>
                  <a:pt x="865437" y="857257"/>
                </a:moveTo>
                <a:lnTo>
                  <a:pt x="865437" y="778676"/>
                </a:lnTo>
                <a:lnTo>
                  <a:pt x="944018" y="778676"/>
                </a:lnTo>
                <a:lnTo>
                  <a:pt x="944018" y="857257"/>
                </a:lnTo>
                <a:lnTo>
                  <a:pt x="865437" y="857257"/>
                </a:lnTo>
                <a:close/>
                <a:moveTo>
                  <a:pt x="865437" y="771532"/>
                </a:moveTo>
                <a:lnTo>
                  <a:pt x="865437" y="692951"/>
                </a:lnTo>
                <a:lnTo>
                  <a:pt x="944018" y="692951"/>
                </a:lnTo>
                <a:lnTo>
                  <a:pt x="944018" y="771532"/>
                </a:lnTo>
                <a:lnTo>
                  <a:pt x="865437" y="771532"/>
                </a:lnTo>
                <a:close/>
                <a:moveTo>
                  <a:pt x="865437" y="685807"/>
                </a:moveTo>
                <a:lnTo>
                  <a:pt x="865437" y="607226"/>
                </a:lnTo>
                <a:lnTo>
                  <a:pt x="944018" y="607226"/>
                </a:lnTo>
                <a:lnTo>
                  <a:pt x="944018" y="685807"/>
                </a:lnTo>
                <a:lnTo>
                  <a:pt x="865437" y="685807"/>
                </a:lnTo>
                <a:close/>
                <a:moveTo>
                  <a:pt x="865437" y="600075"/>
                </a:moveTo>
                <a:lnTo>
                  <a:pt x="865437" y="521494"/>
                </a:lnTo>
                <a:lnTo>
                  <a:pt x="944018" y="521494"/>
                </a:lnTo>
                <a:lnTo>
                  <a:pt x="944018" y="600075"/>
                </a:lnTo>
                <a:lnTo>
                  <a:pt x="865437" y="600075"/>
                </a:lnTo>
                <a:close/>
                <a:moveTo>
                  <a:pt x="865437" y="514350"/>
                </a:moveTo>
                <a:lnTo>
                  <a:pt x="865437" y="435769"/>
                </a:lnTo>
                <a:lnTo>
                  <a:pt x="944018" y="435769"/>
                </a:lnTo>
                <a:lnTo>
                  <a:pt x="944018" y="514350"/>
                </a:lnTo>
                <a:lnTo>
                  <a:pt x="865437" y="514350"/>
                </a:lnTo>
                <a:close/>
                <a:moveTo>
                  <a:pt x="858293" y="514350"/>
                </a:moveTo>
                <a:lnTo>
                  <a:pt x="779712" y="514350"/>
                </a:lnTo>
                <a:lnTo>
                  <a:pt x="779712" y="435769"/>
                </a:lnTo>
                <a:lnTo>
                  <a:pt x="858293" y="435769"/>
                </a:lnTo>
                <a:lnTo>
                  <a:pt x="858293" y="514350"/>
                </a:lnTo>
                <a:close/>
                <a:moveTo>
                  <a:pt x="772568" y="514350"/>
                </a:moveTo>
                <a:lnTo>
                  <a:pt x="693987" y="514350"/>
                </a:lnTo>
                <a:lnTo>
                  <a:pt x="693987" y="435769"/>
                </a:lnTo>
                <a:lnTo>
                  <a:pt x="772568" y="435769"/>
                </a:lnTo>
                <a:lnTo>
                  <a:pt x="772568" y="514350"/>
                </a:lnTo>
                <a:close/>
                <a:moveTo>
                  <a:pt x="686843" y="514350"/>
                </a:moveTo>
                <a:lnTo>
                  <a:pt x="608262" y="514350"/>
                </a:lnTo>
                <a:lnTo>
                  <a:pt x="608262" y="435769"/>
                </a:lnTo>
                <a:lnTo>
                  <a:pt x="686843" y="435769"/>
                </a:lnTo>
                <a:lnTo>
                  <a:pt x="686843" y="514350"/>
                </a:lnTo>
                <a:close/>
                <a:moveTo>
                  <a:pt x="601118" y="514350"/>
                </a:moveTo>
                <a:lnTo>
                  <a:pt x="522537" y="514350"/>
                </a:lnTo>
                <a:lnTo>
                  <a:pt x="522537" y="435769"/>
                </a:lnTo>
                <a:lnTo>
                  <a:pt x="601118" y="435769"/>
                </a:lnTo>
                <a:lnTo>
                  <a:pt x="601118" y="514350"/>
                </a:lnTo>
                <a:close/>
                <a:moveTo>
                  <a:pt x="601118" y="521494"/>
                </a:moveTo>
                <a:lnTo>
                  <a:pt x="601118" y="600075"/>
                </a:lnTo>
                <a:lnTo>
                  <a:pt x="522537" y="600075"/>
                </a:lnTo>
                <a:lnTo>
                  <a:pt x="522537" y="521494"/>
                </a:lnTo>
                <a:lnTo>
                  <a:pt x="601118" y="521494"/>
                </a:lnTo>
                <a:close/>
                <a:moveTo>
                  <a:pt x="515393" y="600075"/>
                </a:moveTo>
                <a:lnTo>
                  <a:pt x="436812" y="600075"/>
                </a:lnTo>
                <a:lnTo>
                  <a:pt x="436812" y="521494"/>
                </a:lnTo>
                <a:lnTo>
                  <a:pt x="515393" y="521494"/>
                </a:lnTo>
                <a:lnTo>
                  <a:pt x="515393" y="600075"/>
                </a:lnTo>
                <a:close/>
                <a:moveTo>
                  <a:pt x="515393" y="607219"/>
                </a:moveTo>
                <a:lnTo>
                  <a:pt x="515393" y="685800"/>
                </a:lnTo>
                <a:lnTo>
                  <a:pt x="436812" y="685800"/>
                </a:lnTo>
                <a:lnTo>
                  <a:pt x="436812" y="607219"/>
                </a:lnTo>
                <a:lnTo>
                  <a:pt x="515393" y="607219"/>
                </a:lnTo>
                <a:close/>
                <a:moveTo>
                  <a:pt x="515393" y="692951"/>
                </a:moveTo>
                <a:lnTo>
                  <a:pt x="515393" y="771532"/>
                </a:lnTo>
                <a:lnTo>
                  <a:pt x="436812" y="771532"/>
                </a:lnTo>
                <a:lnTo>
                  <a:pt x="436812" y="692951"/>
                </a:lnTo>
                <a:lnTo>
                  <a:pt x="515393" y="692951"/>
                </a:lnTo>
                <a:close/>
                <a:moveTo>
                  <a:pt x="515393" y="778676"/>
                </a:moveTo>
                <a:lnTo>
                  <a:pt x="515393" y="857257"/>
                </a:lnTo>
                <a:lnTo>
                  <a:pt x="436812" y="857257"/>
                </a:lnTo>
                <a:lnTo>
                  <a:pt x="436812" y="778676"/>
                </a:lnTo>
                <a:lnTo>
                  <a:pt x="515393" y="778676"/>
                </a:lnTo>
                <a:close/>
                <a:moveTo>
                  <a:pt x="515393" y="864401"/>
                </a:moveTo>
                <a:lnTo>
                  <a:pt x="515393" y="942982"/>
                </a:lnTo>
                <a:lnTo>
                  <a:pt x="436812" y="942982"/>
                </a:lnTo>
                <a:lnTo>
                  <a:pt x="436812" y="864401"/>
                </a:lnTo>
                <a:lnTo>
                  <a:pt x="515393" y="864401"/>
                </a:lnTo>
                <a:close/>
                <a:moveTo>
                  <a:pt x="515393" y="950126"/>
                </a:moveTo>
                <a:lnTo>
                  <a:pt x="515393" y="1028707"/>
                </a:lnTo>
                <a:lnTo>
                  <a:pt x="436812" y="1028707"/>
                </a:lnTo>
                <a:lnTo>
                  <a:pt x="436812" y="950126"/>
                </a:lnTo>
                <a:lnTo>
                  <a:pt x="515393" y="950126"/>
                </a:lnTo>
                <a:close/>
                <a:moveTo>
                  <a:pt x="515393" y="1035851"/>
                </a:moveTo>
                <a:lnTo>
                  <a:pt x="515393" y="1114432"/>
                </a:lnTo>
                <a:lnTo>
                  <a:pt x="436812" y="1114432"/>
                </a:lnTo>
                <a:lnTo>
                  <a:pt x="436812" y="1035851"/>
                </a:lnTo>
                <a:lnTo>
                  <a:pt x="515393" y="1035851"/>
                </a:lnTo>
                <a:close/>
                <a:moveTo>
                  <a:pt x="515393" y="1121576"/>
                </a:moveTo>
                <a:lnTo>
                  <a:pt x="515393" y="1200157"/>
                </a:lnTo>
                <a:lnTo>
                  <a:pt x="436812" y="1200157"/>
                </a:lnTo>
                <a:lnTo>
                  <a:pt x="436812" y="1121576"/>
                </a:lnTo>
                <a:lnTo>
                  <a:pt x="515393" y="1121576"/>
                </a:lnTo>
                <a:close/>
                <a:moveTo>
                  <a:pt x="515393" y="1207301"/>
                </a:moveTo>
                <a:lnTo>
                  <a:pt x="515393" y="1285882"/>
                </a:lnTo>
                <a:lnTo>
                  <a:pt x="436812" y="1285882"/>
                </a:lnTo>
                <a:lnTo>
                  <a:pt x="436812" y="1207301"/>
                </a:lnTo>
                <a:lnTo>
                  <a:pt x="515393" y="1207301"/>
                </a:lnTo>
                <a:close/>
                <a:moveTo>
                  <a:pt x="515393" y="1293026"/>
                </a:moveTo>
                <a:lnTo>
                  <a:pt x="515393" y="1371607"/>
                </a:lnTo>
                <a:lnTo>
                  <a:pt x="436812" y="1371607"/>
                </a:lnTo>
                <a:lnTo>
                  <a:pt x="436812" y="1293026"/>
                </a:lnTo>
                <a:lnTo>
                  <a:pt x="515393" y="1293026"/>
                </a:lnTo>
                <a:close/>
                <a:moveTo>
                  <a:pt x="522537" y="1293026"/>
                </a:moveTo>
                <a:lnTo>
                  <a:pt x="601118" y="1293026"/>
                </a:lnTo>
                <a:lnTo>
                  <a:pt x="601118" y="1371607"/>
                </a:lnTo>
                <a:lnTo>
                  <a:pt x="522537" y="1371607"/>
                </a:lnTo>
                <a:lnTo>
                  <a:pt x="522537" y="1293026"/>
                </a:lnTo>
                <a:close/>
                <a:moveTo>
                  <a:pt x="601118" y="1378751"/>
                </a:moveTo>
                <a:lnTo>
                  <a:pt x="601118" y="1457332"/>
                </a:lnTo>
                <a:lnTo>
                  <a:pt x="522537" y="1457332"/>
                </a:lnTo>
                <a:lnTo>
                  <a:pt x="522537" y="1378751"/>
                </a:lnTo>
                <a:lnTo>
                  <a:pt x="601118" y="1378751"/>
                </a:lnTo>
                <a:close/>
                <a:moveTo>
                  <a:pt x="608262" y="1378751"/>
                </a:moveTo>
                <a:lnTo>
                  <a:pt x="686843" y="1378751"/>
                </a:lnTo>
                <a:lnTo>
                  <a:pt x="686843" y="1457332"/>
                </a:lnTo>
                <a:lnTo>
                  <a:pt x="608262" y="1457332"/>
                </a:lnTo>
                <a:lnTo>
                  <a:pt x="608262" y="1378751"/>
                </a:lnTo>
                <a:close/>
                <a:moveTo>
                  <a:pt x="693987" y="1378751"/>
                </a:moveTo>
                <a:lnTo>
                  <a:pt x="772568" y="1378751"/>
                </a:lnTo>
                <a:lnTo>
                  <a:pt x="772568" y="1457332"/>
                </a:lnTo>
                <a:lnTo>
                  <a:pt x="693987" y="1457332"/>
                </a:lnTo>
                <a:lnTo>
                  <a:pt x="693987" y="1378751"/>
                </a:lnTo>
                <a:close/>
                <a:moveTo>
                  <a:pt x="779712" y="1378751"/>
                </a:moveTo>
                <a:lnTo>
                  <a:pt x="858293" y="1378751"/>
                </a:lnTo>
                <a:lnTo>
                  <a:pt x="858293" y="1457332"/>
                </a:lnTo>
                <a:lnTo>
                  <a:pt x="779712" y="1457332"/>
                </a:lnTo>
                <a:lnTo>
                  <a:pt x="779712" y="1378751"/>
                </a:lnTo>
                <a:close/>
                <a:moveTo>
                  <a:pt x="865437" y="1378751"/>
                </a:moveTo>
                <a:lnTo>
                  <a:pt x="944018" y="1378751"/>
                </a:lnTo>
                <a:lnTo>
                  <a:pt x="944018" y="1457332"/>
                </a:lnTo>
                <a:lnTo>
                  <a:pt x="865437" y="1457332"/>
                </a:lnTo>
                <a:lnTo>
                  <a:pt x="865437" y="1378751"/>
                </a:lnTo>
                <a:close/>
                <a:moveTo>
                  <a:pt x="865437" y="1371607"/>
                </a:moveTo>
                <a:lnTo>
                  <a:pt x="865437" y="1293026"/>
                </a:lnTo>
                <a:lnTo>
                  <a:pt x="944018" y="1293026"/>
                </a:lnTo>
                <a:lnTo>
                  <a:pt x="944018" y="1371607"/>
                </a:lnTo>
                <a:lnTo>
                  <a:pt x="865437" y="1371607"/>
                </a:lnTo>
                <a:close/>
                <a:moveTo>
                  <a:pt x="951162" y="1293026"/>
                </a:moveTo>
                <a:lnTo>
                  <a:pt x="1029743" y="1293026"/>
                </a:lnTo>
                <a:lnTo>
                  <a:pt x="1029743" y="1371607"/>
                </a:lnTo>
                <a:lnTo>
                  <a:pt x="951162" y="1371607"/>
                </a:lnTo>
                <a:lnTo>
                  <a:pt x="951162" y="1293026"/>
                </a:lnTo>
                <a:close/>
                <a:moveTo>
                  <a:pt x="951162" y="1285882"/>
                </a:moveTo>
                <a:lnTo>
                  <a:pt x="951162" y="1207301"/>
                </a:lnTo>
                <a:lnTo>
                  <a:pt x="1029743" y="1207301"/>
                </a:lnTo>
                <a:lnTo>
                  <a:pt x="1029743" y="1285882"/>
                </a:lnTo>
                <a:lnTo>
                  <a:pt x="951162" y="1285882"/>
                </a:lnTo>
                <a:close/>
                <a:moveTo>
                  <a:pt x="951162" y="1200157"/>
                </a:moveTo>
                <a:lnTo>
                  <a:pt x="951162" y="1121576"/>
                </a:lnTo>
                <a:lnTo>
                  <a:pt x="1029743" y="1121576"/>
                </a:lnTo>
                <a:lnTo>
                  <a:pt x="1029743" y="1200157"/>
                </a:lnTo>
                <a:lnTo>
                  <a:pt x="951162" y="1200157"/>
                </a:lnTo>
                <a:close/>
                <a:moveTo>
                  <a:pt x="951162" y="1114432"/>
                </a:moveTo>
                <a:lnTo>
                  <a:pt x="951162" y="1035851"/>
                </a:lnTo>
                <a:lnTo>
                  <a:pt x="1029743" y="1035851"/>
                </a:lnTo>
                <a:lnTo>
                  <a:pt x="1029743" y="1114432"/>
                </a:lnTo>
                <a:lnTo>
                  <a:pt x="951162" y="1114432"/>
                </a:lnTo>
                <a:close/>
                <a:moveTo>
                  <a:pt x="951162" y="1028707"/>
                </a:moveTo>
                <a:lnTo>
                  <a:pt x="951162" y="950126"/>
                </a:lnTo>
                <a:lnTo>
                  <a:pt x="1029743" y="950126"/>
                </a:lnTo>
                <a:lnTo>
                  <a:pt x="1029743" y="1028707"/>
                </a:lnTo>
                <a:lnTo>
                  <a:pt x="951162" y="1028707"/>
                </a:lnTo>
                <a:close/>
                <a:moveTo>
                  <a:pt x="951162" y="942982"/>
                </a:moveTo>
                <a:lnTo>
                  <a:pt x="951162" y="864401"/>
                </a:lnTo>
                <a:lnTo>
                  <a:pt x="1029743" y="864401"/>
                </a:lnTo>
                <a:lnTo>
                  <a:pt x="1029743" y="942982"/>
                </a:lnTo>
                <a:lnTo>
                  <a:pt x="951162" y="942982"/>
                </a:lnTo>
                <a:close/>
                <a:moveTo>
                  <a:pt x="951162" y="857257"/>
                </a:moveTo>
                <a:lnTo>
                  <a:pt x="951162" y="778676"/>
                </a:lnTo>
                <a:lnTo>
                  <a:pt x="1029743" y="778676"/>
                </a:lnTo>
                <a:lnTo>
                  <a:pt x="1029743" y="857257"/>
                </a:lnTo>
                <a:lnTo>
                  <a:pt x="951162" y="857257"/>
                </a:lnTo>
                <a:close/>
                <a:moveTo>
                  <a:pt x="951162" y="771532"/>
                </a:moveTo>
                <a:lnTo>
                  <a:pt x="951162" y="692951"/>
                </a:lnTo>
                <a:lnTo>
                  <a:pt x="1029743" y="692951"/>
                </a:lnTo>
                <a:lnTo>
                  <a:pt x="1029743" y="771532"/>
                </a:lnTo>
                <a:lnTo>
                  <a:pt x="951162" y="771532"/>
                </a:lnTo>
                <a:close/>
                <a:moveTo>
                  <a:pt x="951162" y="685807"/>
                </a:moveTo>
                <a:lnTo>
                  <a:pt x="951162" y="607226"/>
                </a:lnTo>
                <a:lnTo>
                  <a:pt x="1029743" y="607226"/>
                </a:lnTo>
                <a:lnTo>
                  <a:pt x="1029743" y="685807"/>
                </a:lnTo>
                <a:lnTo>
                  <a:pt x="951162" y="685807"/>
                </a:lnTo>
                <a:close/>
                <a:moveTo>
                  <a:pt x="951162" y="600075"/>
                </a:moveTo>
                <a:lnTo>
                  <a:pt x="951162" y="521494"/>
                </a:lnTo>
                <a:lnTo>
                  <a:pt x="1029743" y="521494"/>
                </a:lnTo>
                <a:lnTo>
                  <a:pt x="1029743" y="600075"/>
                </a:lnTo>
                <a:lnTo>
                  <a:pt x="951162" y="600075"/>
                </a:lnTo>
                <a:close/>
                <a:moveTo>
                  <a:pt x="951162" y="514350"/>
                </a:moveTo>
                <a:lnTo>
                  <a:pt x="951162" y="435769"/>
                </a:lnTo>
                <a:lnTo>
                  <a:pt x="1029743" y="435769"/>
                </a:lnTo>
                <a:lnTo>
                  <a:pt x="1029743" y="514350"/>
                </a:lnTo>
                <a:lnTo>
                  <a:pt x="951162" y="514350"/>
                </a:lnTo>
                <a:close/>
                <a:moveTo>
                  <a:pt x="951162" y="428625"/>
                </a:moveTo>
                <a:lnTo>
                  <a:pt x="951162" y="350044"/>
                </a:lnTo>
                <a:lnTo>
                  <a:pt x="1029743" y="350044"/>
                </a:lnTo>
                <a:lnTo>
                  <a:pt x="1029743" y="428625"/>
                </a:lnTo>
                <a:lnTo>
                  <a:pt x="951162" y="428625"/>
                </a:lnTo>
                <a:close/>
                <a:moveTo>
                  <a:pt x="944018" y="428625"/>
                </a:moveTo>
                <a:lnTo>
                  <a:pt x="865437" y="428625"/>
                </a:lnTo>
                <a:lnTo>
                  <a:pt x="865437" y="350044"/>
                </a:lnTo>
                <a:lnTo>
                  <a:pt x="944018" y="350044"/>
                </a:lnTo>
                <a:lnTo>
                  <a:pt x="944018" y="428625"/>
                </a:lnTo>
                <a:close/>
                <a:moveTo>
                  <a:pt x="858293" y="428625"/>
                </a:moveTo>
                <a:lnTo>
                  <a:pt x="779712" y="428625"/>
                </a:lnTo>
                <a:lnTo>
                  <a:pt x="779712" y="350044"/>
                </a:lnTo>
                <a:lnTo>
                  <a:pt x="858293" y="350044"/>
                </a:lnTo>
                <a:lnTo>
                  <a:pt x="858293" y="428625"/>
                </a:lnTo>
                <a:close/>
                <a:moveTo>
                  <a:pt x="772568" y="428625"/>
                </a:moveTo>
                <a:lnTo>
                  <a:pt x="693987" y="428625"/>
                </a:lnTo>
                <a:lnTo>
                  <a:pt x="693987" y="350044"/>
                </a:lnTo>
                <a:lnTo>
                  <a:pt x="772568" y="350044"/>
                </a:lnTo>
                <a:lnTo>
                  <a:pt x="772568" y="428625"/>
                </a:lnTo>
                <a:close/>
                <a:moveTo>
                  <a:pt x="686843" y="428625"/>
                </a:moveTo>
                <a:lnTo>
                  <a:pt x="608262" y="428625"/>
                </a:lnTo>
                <a:lnTo>
                  <a:pt x="608262" y="350044"/>
                </a:lnTo>
                <a:lnTo>
                  <a:pt x="686843" y="350044"/>
                </a:lnTo>
                <a:lnTo>
                  <a:pt x="686843" y="428625"/>
                </a:lnTo>
                <a:close/>
                <a:moveTo>
                  <a:pt x="601118" y="428625"/>
                </a:moveTo>
                <a:lnTo>
                  <a:pt x="522537" y="428625"/>
                </a:lnTo>
                <a:lnTo>
                  <a:pt x="522537" y="350044"/>
                </a:lnTo>
                <a:lnTo>
                  <a:pt x="601118" y="350044"/>
                </a:lnTo>
                <a:lnTo>
                  <a:pt x="601118" y="428625"/>
                </a:lnTo>
                <a:close/>
                <a:moveTo>
                  <a:pt x="515393" y="428625"/>
                </a:moveTo>
                <a:lnTo>
                  <a:pt x="436812" y="428625"/>
                </a:lnTo>
                <a:lnTo>
                  <a:pt x="436812" y="350044"/>
                </a:lnTo>
                <a:lnTo>
                  <a:pt x="515393" y="350044"/>
                </a:lnTo>
                <a:lnTo>
                  <a:pt x="515393" y="428625"/>
                </a:lnTo>
                <a:close/>
                <a:moveTo>
                  <a:pt x="515393" y="435769"/>
                </a:moveTo>
                <a:lnTo>
                  <a:pt x="515393" y="514350"/>
                </a:lnTo>
                <a:lnTo>
                  <a:pt x="436812" y="514350"/>
                </a:lnTo>
                <a:lnTo>
                  <a:pt x="436812" y="435769"/>
                </a:lnTo>
                <a:lnTo>
                  <a:pt x="515393" y="435769"/>
                </a:lnTo>
                <a:close/>
                <a:moveTo>
                  <a:pt x="429668" y="514350"/>
                </a:moveTo>
                <a:lnTo>
                  <a:pt x="351087" y="514350"/>
                </a:lnTo>
                <a:lnTo>
                  <a:pt x="351087" y="435769"/>
                </a:lnTo>
                <a:lnTo>
                  <a:pt x="429668" y="435769"/>
                </a:lnTo>
                <a:lnTo>
                  <a:pt x="429668" y="514350"/>
                </a:lnTo>
                <a:close/>
                <a:moveTo>
                  <a:pt x="429668" y="521494"/>
                </a:moveTo>
                <a:lnTo>
                  <a:pt x="429668" y="600075"/>
                </a:lnTo>
                <a:lnTo>
                  <a:pt x="351087" y="600075"/>
                </a:lnTo>
                <a:lnTo>
                  <a:pt x="351087" y="521494"/>
                </a:lnTo>
                <a:lnTo>
                  <a:pt x="429668" y="521494"/>
                </a:lnTo>
                <a:close/>
                <a:moveTo>
                  <a:pt x="429668" y="607219"/>
                </a:moveTo>
                <a:lnTo>
                  <a:pt x="429668" y="685800"/>
                </a:lnTo>
                <a:lnTo>
                  <a:pt x="351087" y="685800"/>
                </a:lnTo>
                <a:lnTo>
                  <a:pt x="351087" y="607219"/>
                </a:lnTo>
                <a:lnTo>
                  <a:pt x="429668" y="607219"/>
                </a:lnTo>
                <a:close/>
                <a:moveTo>
                  <a:pt x="429668" y="692951"/>
                </a:moveTo>
                <a:lnTo>
                  <a:pt x="429668" y="771532"/>
                </a:lnTo>
                <a:lnTo>
                  <a:pt x="351087" y="771532"/>
                </a:lnTo>
                <a:lnTo>
                  <a:pt x="351087" y="692951"/>
                </a:lnTo>
                <a:lnTo>
                  <a:pt x="429668" y="692951"/>
                </a:lnTo>
                <a:close/>
                <a:moveTo>
                  <a:pt x="429668" y="778676"/>
                </a:moveTo>
                <a:lnTo>
                  <a:pt x="429668" y="857257"/>
                </a:lnTo>
                <a:lnTo>
                  <a:pt x="351087" y="857257"/>
                </a:lnTo>
                <a:lnTo>
                  <a:pt x="351087" y="778676"/>
                </a:lnTo>
                <a:lnTo>
                  <a:pt x="429668" y="778676"/>
                </a:lnTo>
                <a:close/>
                <a:moveTo>
                  <a:pt x="429668" y="864401"/>
                </a:moveTo>
                <a:lnTo>
                  <a:pt x="429668" y="942982"/>
                </a:lnTo>
                <a:lnTo>
                  <a:pt x="351087" y="942982"/>
                </a:lnTo>
                <a:lnTo>
                  <a:pt x="351087" y="864401"/>
                </a:lnTo>
                <a:lnTo>
                  <a:pt x="429668" y="864401"/>
                </a:lnTo>
                <a:close/>
                <a:moveTo>
                  <a:pt x="429668" y="950126"/>
                </a:moveTo>
                <a:lnTo>
                  <a:pt x="429668" y="1028707"/>
                </a:lnTo>
                <a:lnTo>
                  <a:pt x="351087" y="1028707"/>
                </a:lnTo>
                <a:lnTo>
                  <a:pt x="351087" y="950126"/>
                </a:lnTo>
                <a:lnTo>
                  <a:pt x="429668" y="950126"/>
                </a:lnTo>
                <a:close/>
                <a:moveTo>
                  <a:pt x="429668" y="1035851"/>
                </a:moveTo>
                <a:lnTo>
                  <a:pt x="429668" y="1114432"/>
                </a:lnTo>
                <a:lnTo>
                  <a:pt x="351087" y="1114432"/>
                </a:lnTo>
                <a:lnTo>
                  <a:pt x="351087" y="1035851"/>
                </a:lnTo>
                <a:lnTo>
                  <a:pt x="429668" y="1035851"/>
                </a:lnTo>
                <a:close/>
                <a:moveTo>
                  <a:pt x="429668" y="1121576"/>
                </a:moveTo>
                <a:lnTo>
                  <a:pt x="429668" y="1200157"/>
                </a:lnTo>
                <a:lnTo>
                  <a:pt x="351087" y="1200157"/>
                </a:lnTo>
                <a:lnTo>
                  <a:pt x="351087" y="1121576"/>
                </a:lnTo>
                <a:lnTo>
                  <a:pt x="429668" y="1121576"/>
                </a:lnTo>
                <a:close/>
                <a:moveTo>
                  <a:pt x="429668" y="1207301"/>
                </a:moveTo>
                <a:lnTo>
                  <a:pt x="429668" y="1285882"/>
                </a:lnTo>
                <a:lnTo>
                  <a:pt x="351087" y="1285882"/>
                </a:lnTo>
                <a:lnTo>
                  <a:pt x="351087" y="1207301"/>
                </a:lnTo>
                <a:lnTo>
                  <a:pt x="429668" y="1207301"/>
                </a:lnTo>
                <a:close/>
                <a:moveTo>
                  <a:pt x="429668" y="1293026"/>
                </a:moveTo>
                <a:lnTo>
                  <a:pt x="429668" y="1371607"/>
                </a:lnTo>
                <a:lnTo>
                  <a:pt x="351087" y="1371607"/>
                </a:lnTo>
                <a:lnTo>
                  <a:pt x="351087" y="1293026"/>
                </a:lnTo>
                <a:lnTo>
                  <a:pt x="429668" y="1293026"/>
                </a:lnTo>
                <a:close/>
                <a:moveTo>
                  <a:pt x="429668" y="1378751"/>
                </a:moveTo>
                <a:lnTo>
                  <a:pt x="429668" y="1457332"/>
                </a:lnTo>
                <a:lnTo>
                  <a:pt x="351087" y="1457332"/>
                </a:lnTo>
                <a:lnTo>
                  <a:pt x="351087" y="1378751"/>
                </a:lnTo>
                <a:lnTo>
                  <a:pt x="429668" y="1378751"/>
                </a:lnTo>
                <a:close/>
                <a:moveTo>
                  <a:pt x="436812" y="1378751"/>
                </a:moveTo>
                <a:lnTo>
                  <a:pt x="515393" y="1378751"/>
                </a:lnTo>
                <a:lnTo>
                  <a:pt x="515393" y="1457332"/>
                </a:lnTo>
                <a:lnTo>
                  <a:pt x="436812" y="1457332"/>
                </a:lnTo>
                <a:lnTo>
                  <a:pt x="436812" y="1378751"/>
                </a:lnTo>
                <a:close/>
                <a:moveTo>
                  <a:pt x="515393" y="1464476"/>
                </a:moveTo>
                <a:lnTo>
                  <a:pt x="515393" y="1543057"/>
                </a:lnTo>
                <a:lnTo>
                  <a:pt x="436812" y="1543057"/>
                </a:lnTo>
                <a:lnTo>
                  <a:pt x="436812" y="1464476"/>
                </a:lnTo>
                <a:lnTo>
                  <a:pt x="515393" y="1464476"/>
                </a:lnTo>
                <a:close/>
                <a:moveTo>
                  <a:pt x="522537" y="1464476"/>
                </a:moveTo>
                <a:lnTo>
                  <a:pt x="601118" y="1464476"/>
                </a:lnTo>
                <a:lnTo>
                  <a:pt x="601118" y="1543057"/>
                </a:lnTo>
                <a:lnTo>
                  <a:pt x="522537" y="1543057"/>
                </a:lnTo>
                <a:lnTo>
                  <a:pt x="522537" y="1464476"/>
                </a:lnTo>
                <a:close/>
                <a:moveTo>
                  <a:pt x="608262" y="1464476"/>
                </a:moveTo>
                <a:lnTo>
                  <a:pt x="686843" y="1464476"/>
                </a:lnTo>
                <a:lnTo>
                  <a:pt x="686843" y="1543057"/>
                </a:lnTo>
                <a:lnTo>
                  <a:pt x="608262" y="1543057"/>
                </a:lnTo>
                <a:lnTo>
                  <a:pt x="608262" y="1464476"/>
                </a:lnTo>
                <a:close/>
                <a:moveTo>
                  <a:pt x="693987" y="1464476"/>
                </a:moveTo>
                <a:lnTo>
                  <a:pt x="772568" y="1464476"/>
                </a:lnTo>
                <a:lnTo>
                  <a:pt x="772568" y="1543057"/>
                </a:lnTo>
                <a:lnTo>
                  <a:pt x="693987" y="1543057"/>
                </a:lnTo>
                <a:lnTo>
                  <a:pt x="693987" y="1464476"/>
                </a:lnTo>
                <a:close/>
                <a:moveTo>
                  <a:pt x="779712" y="1464476"/>
                </a:moveTo>
                <a:lnTo>
                  <a:pt x="858293" y="1464476"/>
                </a:lnTo>
                <a:lnTo>
                  <a:pt x="858293" y="1543057"/>
                </a:lnTo>
                <a:lnTo>
                  <a:pt x="779712" y="1543057"/>
                </a:lnTo>
                <a:lnTo>
                  <a:pt x="779712" y="1464476"/>
                </a:lnTo>
                <a:close/>
                <a:moveTo>
                  <a:pt x="865437" y="1464476"/>
                </a:moveTo>
                <a:lnTo>
                  <a:pt x="944018" y="1464476"/>
                </a:lnTo>
                <a:lnTo>
                  <a:pt x="944018" y="1543057"/>
                </a:lnTo>
                <a:lnTo>
                  <a:pt x="865437" y="1543057"/>
                </a:lnTo>
                <a:lnTo>
                  <a:pt x="865437" y="1464476"/>
                </a:lnTo>
                <a:close/>
                <a:moveTo>
                  <a:pt x="951162" y="1464476"/>
                </a:moveTo>
                <a:lnTo>
                  <a:pt x="1029743" y="1464476"/>
                </a:lnTo>
                <a:lnTo>
                  <a:pt x="1029743" y="1543057"/>
                </a:lnTo>
                <a:lnTo>
                  <a:pt x="951162" y="1543057"/>
                </a:lnTo>
                <a:lnTo>
                  <a:pt x="951162" y="1464476"/>
                </a:lnTo>
                <a:close/>
                <a:moveTo>
                  <a:pt x="951162" y="1457332"/>
                </a:moveTo>
                <a:lnTo>
                  <a:pt x="951162" y="1378751"/>
                </a:lnTo>
                <a:lnTo>
                  <a:pt x="1029743" y="1378751"/>
                </a:lnTo>
                <a:lnTo>
                  <a:pt x="1029743" y="1457332"/>
                </a:lnTo>
                <a:lnTo>
                  <a:pt x="951162" y="1457332"/>
                </a:lnTo>
                <a:close/>
                <a:moveTo>
                  <a:pt x="1036887" y="1378751"/>
                </a:moveTo>
                <a:lnTo>
                  <a:pt x="1115468" y="1378751"/>
                </a:lnTo>
                <a:lnTo>
                  <a:pt x="1115468" y="1457332"/>
                </a:lnTo>
                <a:lnTo>
                  <a:pt x="1036887" y="1457332"/>
                </a:lnTo>
                <a:lnTo>
                  <a:pt x="1036887" y="1378751"/>
                </a:lnTo>
                <a:close/>
                <a:moveTo>
                  <a:pt x="1036887" y="1371607"/>
                </a:moveTo>
                <a:lnTo>
                  <a:pt x="1036887" y="1293026"/>
                </a:lnTo>
                <a:lnTo>
                  <a:pt x="1115468" y="1293026"/>
                </a:lnTo>
                <a:lnTo>
                  <a:pt x="1115468" y="1371607"/>
                </a:lnTo>
                <a:lnTo>
                  <a:pt x="1036887" y="1371607"/>
                </a:lnTo>
                <a:close/>
                <a:moveTo>
                  <a:pt x="1036887" y="1285882"/>
                </a:moveTo>
                <a:lnTo>
                  <a:pt x="1036887" y="1207301"/>
                </a:lnTo>
                <a:lnTo>
                  <a:pt x="1115468" y="1207301"/>
                </a:lnTo>
                <a:lnTo>
                  <a:pt x="1115468" y="1285882"/>
                </a:lnTo>
                <a:lnTo>
                  <a:pt x="1036887" y="1285882"/>
                </a:lnTo>
                <a:close/>
                <a:moveTo>
                  <a:pt x="1036887" y="1200157"/>
                </a:moveTo>
                <a:lnTo>
                  <a:pt x="1036887" y="1121576"/>
                </a:lnTo>
                <a:lnTo>
                  <a:pt x="1115468" y="1121576"/>
                </a:lnTo>
                <a:lnTo>
                  <a:pt x="1115468" y="1200157"/>
                </a:lnTo>
                <a:lnTo>
                  <a:pt x="1036887" y="1200157"/>
                </a:lnTo>
                <a:close/>
                <a:moveTo>
                  <a:pt x="1036887" y="1114432"/>
                </a:moveTo>
                <a:lnTo>
                  <a:pt x="1036887" y="1035851"/>
                </a:lnTo>
                <a:lnTo>
                  <a:pt x="1115468" y="1035851"/>
                </a:lnTo>
                <a:lnTo>
                  <a:pt x="1115468" y="1114432"/>
                </a:lnTo>
                <a:lnTo>
                  <a:pt x="1036887" y="1114432"/>
                </a:lnTo>
                <a:close/>
                <a:moveTo>
                  <a:pt x="1036887" y="1028707"/>
                </a:moveTo>
                <a:lnTo>
                  <a:pt x="1036887" y="950126"/>
                </a:lnTo>
                <a:lnTo>
                  <a:pt x="1115468" y="950126"/>
                </a:lnTo>
                <a:lnTo>
                  <a:pt x="1115468" y="1028707"/>
                </a:lnTo>
                <a:lnTo>
                  <a:pt x="1036887" y="1028707"/>
                </a:lnTo>
                <a:close/>
                <a:moveTo>
                  <a:pt x="1036887" y="942982"/>
                </a:moveTo>
                <a:lnTo>
                  <a:pt x="1036887" y="864401"/>
                </a:lnTo>
                <a:lnTo>
                  <a:pt x="1115468" y="864401"/>
                </a:lnTo>
                <a:lnTo>
                  <a:pt x="1115468" y="942982"/>
                </a:lnTo>
                <a:lnTo>
                  <a:pt x="1036887" y="942982"/>
                </a:lnTo>
                <a:close/>
                <a:moveTo>
                  <a:pt x="1036887" y="857257"/>
                </a:moveTo>
                <a:lnTo>
                  <a:pt x="1036887" y="778676"/>
                </a:lnTo>
                <a:lnTo>
                  <a:pt x="1115468" y="778676"/>
                </a:lnTo>
                <a:lnTo>
                  <a:pt x="1115468" y="857257"/>
                </a:lnTo>
                <a:lnTo>
                  <a:pt x="1036887" y="857257"/>
                </a:lnTo>
                <a:close/>
                <a:moveTo>
                  <a:pt x="1036887" y="771532"/>
                </a:moveTo>
                <a:lnTo>
                  <a:pt x="1036887" y="692951"/>
                </a:lnTo>
                <a:lnTo>
                  <a:pt x="1115468" y="692951"/>
                </a:lnTo>
                <a:lnTo>
                  <a:pt x="1115468" y="771532"/>
                </a:lnTo>
                <a:lnTo>
                  <a:pt x="1036887" y="771532"/>
                </a:lnTo>
                <a:close/>
                <a:moveTo>
                  <a:pt x="1036887" y="685807"/>
                </a:moveTo>
                <a:lnTo>
                  <a:pt x="1036887" y="607226"/>
                </a:lnTo>
                <a:lnTo>
                  <a:pt x="1115468" y="607226"/>
                </a:lnTo>
                <a:lnTo>
                  <a:pt x="1115468" y="685807"/>
                </a:lnTo>
                <a:lnTo>
                  <a:pt x="1036887" y="685807"/>
                </a:lnTo>
                <a:close/>
                <a:moveTo>
                  <a:pt x="1036887" y="600075"/>
                </a:moveTo>
                <a:lnTo>
                  <a:pt x="1036887" y="521494"/>
                </a:lnTo>
                <a:lnTo>
                  <a:pt x="1115468" y="521494"/>
                </a:lnTo>
                <a:lnTo>
                  <a:pt x="1115468" y="600075"/>
                </a:lnTo>
                <a:lnTo>
                  <a:pt x="1036887" y="600075"/>
                </a:lnTo>
                <a:close/>
                <a:moveTo>
                  <a:pt x="1036887" y="514350"/>
                </a:moveTo>
                <a:lnTo>
                  <a:pt x="1036887" y="435769"/>
                </a:lnTo>
                <a:lnTo>
                  <a:pt x="1115468" y="435769"/>
                </a:lnTo>
                <a:lnTo>
                  <a:pt x="1115468" y="514350"/>
                </a:lnTo>
                <a:lnTo>
                  <a:pt x="1036887" y="514350"/>
                </a:lnTo>
                <a:close/>
                <a:moveTo>
                  <a:pt x="1036887" y="428625"/>
                </a:moveTo>
                <a:lnTo>
                  <a:pt x="1036887" y="350044"/>
                </a:lnTo>
                <a:lnTo>
                  <a:pt x="1115468" y="350044"/>
                </a:lnTo>
                <a:lnTo>
                  <a:pt x="1115468" y="428625"/>
                </a:lnTo>
                <a:lnTo>
                  <a:pt x="1036887" y="428625"/>
                </a:lnTo>
                <a:close/>
                <a:moveTo>
                  <a:pt x="1036887" y="342900"/>
                </a:moveTo>
                <a:lnTo>
                  <a:pt x="1036887" y="264319"/>
                </a:lnTo>
                <a:lnTo>
                  <a:pt x="1115468" y="264319"/>
                </a:lnTo>
                <a:lnTo>
                  <a:pt x="1115468" y="342900"/>
                </a:lnTo>
                <a:lnTo>
                  <a:pt x="1036887" y="342900"/>
                </a:lnTo>
                <a:close/>
                <a:moveTo>
                  <a:pt x="1029743" y="342900"/>
                </a:moveTo>
                <a:lnTo>
                  <a:pt x="951162" y="342900"/>
                </a:lnTo>
                <a:lnTo>
                  <a:pt x="951162" y="264319"/>
                </a:lnTo>
                <a:lnTo>
                  <a:pt x="1029743" y="264319"/>
                </a:lnTo>
                <a:lnTo>
                  <a:pt x="1029743" y="342900"/>
                </a:lnTo>
                <a:close/>
                <a:moveTo>
                  <a:pt x="944018" y="342900"/>
                </a:moveTo>
                <a:lnTo>
                  <a:pt x="865437" y="342900"/>
                </a:lnTo>
                <a:lnTo>
                  <a:pt x="865437" y="264319"/>
                </a:lnTo>
                <a:lnTo>
                  <a:pt x="944018" y="264319"/>
                </a:lnTo>
                <a:lnTo>
                  <a:pt x="944018" y="342900"/>
                </a:lnTo>
                <a:close/>
                <a:moveTo>
                  <a:pt x="858293" y="342900"/>
                </a:moveTo>
                <a:lnTo>
                  <a:pt x="779712" y="342900"/>
                </a:lnTo>
                <a:lnTo>
                  <a:pt x="779712" y="264319"/>
                </a:lnTo>
                <a:lnTo>
                  <a:pt x="858293" y="264319"/>
                </a:lnTo>
                <a:lnTo>
                  <a:pt x="858293" y="342900"/>
                </a:lnTo>
                <a:close/>
                <a:moveTo>
                  <a:pt x="772568" y="342900"/>
                </a:moveTo>
                <a:lnTo>
                  <a:pt x="693987" y="342900"/>
                </a:lnTo>
                <a:lnTo>
                  <a:pt x="693987" y="264319"/>
                </a:lnTo>
                <a:lnTo>
                  <a:pt x="772568" y="264319"/>
                </a:lnTo>
                <a:lnTo>
                  <a:pt x="772568" y="342900"/>
                </a:lnTo>
                <a:close/>
                <a:moveTo>
                  <a:pt x="686843" y="342900"/>
                </a:moveTo>
                <a:lnTo>
                  <a:pt x="608262" y="342900"/>
                </a:lnTo>
                <a:lnTo>
                  <a:pt x="608262" y="264319"/>
                </a:lnTo>
                <a:lnTo>
                  <a:pt x="686843" y="264319"/>
                </a:lnTo>
                <a:lnTo>
                  <a:pt x="686843" y="342900"/>
                </a:lnTo>
                <a:close/>
                <a:moveTo>
                  <a:pt x="601118" y="342900"/>
                </a:moveTo>
                <a:lnTo>
                  <a:pt x="522537" y="342900"/>
                </a:lnTo>
                <a:lnTo>
                  <a:pt x="522537" y="264319"/>
                </a:lnTo>
                <a:lnTo>
                  <a:pt x="601118" y="264319"/>
                </a:lnTo>
                <a:lnTo>
                  <a:pt x="601118" y="342900"/>
                </a:lnTo>
                <a:close/>
                <a:moveTo>
                  <a:pt x="515393" y="342900"/>
                </a:moveTo>
                <a:lnTo>
                  <a:pt x="436812" y="342900"/>
                </a:lnTo>
                <a:lnTo>
                  <a:pt x="436812" y="264319"/>
                </a:lnTo>
                <a:lnTo>
                  <a:pt x="515393" y="264319"/>
                </a:lnTo>
                <a:lnTo>
                  <a:pt x="515393" y="342900"/>
                </a:lnTo>
                <a:close/>
                <a:moveTo>
                  <a:pt x="429668" y="342900"/>
                </a:moveTo>
                <a:lnTo>
                  <a:pt x="351087" y="342900"/>
                </a:lnTo>
                <a:lnTo>
                  <a:pt x="351087" y="264319"/>
                </a:lnTo>
                <a:lnTo>
                  <a:pt x="429668" y="264319"/>
                </a:lnTo>
                <a:lnTo>
                  <a:pt x="429668" y="342900"/>
                </a:lnTo>
                <a:close/>
                <a:moveTo>
                  <a:pt x="429668" y="350044"/>
                </a:moveTo>
                <a:lnTo>
                  <a:pt x="429668" y="428625"/>
                </a:lnTo>
                <a:lnTo>
                  <a:pt x="351087" y="428625"/>
                </a:lnTo>
                <a:lnTo>
                  <a:pt x="351087" y="350044"/>
                </a:lnTo>
                <a:lnTo>
                  <a:pt x="429668" y="350044"/>
                </a:lnTo>
                <a:close/>
                <a:moveTo>
                  <a:pt x="343943" y="428625"/>
                </a:moveTo>
                <a:lnTo>
                  <a:pt x="265362" y="428625"/>
                </a:lnTo>
                <a:lnTo>
                  <a:pt x="265362" y="350044"/>
                </a:lnTo>
                <a:lnTo>
                  <a:pt x="343943" y="350044"/>
                </a:lnTo>
                <a:lnTo>
                  <a:pt x="343943" y="428625"/>
                </a:lnTo>
                <a:close/>
                <a:moveTo>
                  <a:pt x="343943" y="435769"/>
                </a:moveTo>
                <a:lnTo>
                  <a:pt x="343943" y="514350"/>
                </a:lnTo>
                <a:lnTo>
                  <a:pt x="265362" y="514350"/>
                </a:lnTo>
                <a:lnTo>
                  <a:pt x="265362" y="435769"/>
                </a:lnTo>
                <a:lnTo>
                  <a:pt x="343943" y="435769"/>
                </a:lnTo>
                <a:close/>
                <a:moveTo>
                  <a:pt x="343943" y="521494"/>
                </a:moveTo>
                <a:lnTo>
                  <a:pt x="343943" y="600075"/>
                </a:lnTo>
                <a:lnTo>
                  <a:pt x="265362" y="600075"/>
                </a:lnTo>
                <a:lnTo>
                  <a:pt x="265362" y="521494"/>
                </a:lnTo>
                <a:lnTo>
                  <a:pt x="343943" y="521494"/>
                </a:lnTo>
                <a:close/>
                <a:moveTo>
                  <a:pt x="343943" y="607219"/>
                </a:moveTo>
                <a:lnTo>
                  <a:pt x="343943" y="685800"/>
                </a:lnTo>
                <a:lnTo>
                  <a:pt x="265362" y="685800"/>
                </a:lnTo>
                <a:lnTo>
                  <a:pt x="265362" y="607219"/>
                </a:lnTo>
                <a:lnTo>
                  <a:pt x="343943" y="607219"/>
                </a:lnTo>
                <a:close/>
                <a:moveTo>
                  <a:pt x="343943" y="692951"/>
                </a:moveTo>
                <a:lnTo>
                  <a:pt x="343943" y="771532"/>
                </a:lnTo>
                <a:lnTo>
                  <a:pt x="265362" y="771532"/>
                </a:lnTo>
                <a:lnTo>
                  <a:pt x="265362" y="692951"/>
                </a:lnTo>
                <a:lnTo>
                  <a:pt x="343943" y="692951"/>
                </a:lnTo>
                <a:close/>
                <a:moveTo>
                  <a:pt x="343943" y="778676"/>
                </a:moveTo>
                <a:lnTo>
                  <a:pt x="343943" y="857257"/>
                </a:lnTo>
                <a:lnTo>
                  <a:pt x="265362" y="857257"/>
                </a:lnTo>
                <a:lnTo>
                  <a:pt x="265362" y="778676"/>
                </a:lnTo>
                <a:lnTo>
                  <a:pt x="343943" y="778676"/>
                </a:lnTo>
                <a:close/>
                <a:moveTo>
                  <a:pt x="343943" y="864401"/>
                </a:moveTo>
                <a:lnTo>
                  <a:pt x="343943" y="942982"/>
                </a:lnTo>
                <a:lnTo>
                  <a:pt x="265362" y="942982"/>
                </a:lnTo>
                <a:lnTo>
                  <a:pt x="265362" y="864401"/>
                </a:lnTo>
                <a:lnTo>
                  <a:pt x="343943" y="864401"/>
                </a:lnTo>
                <a:close/>
                <a:moveTo>
                  <a:pt x="343943" y="950126"/>
                </a:moveTo>
                <a:lnTo>
                  <a:pt x="343943" y="1028707"/>
                </a:lnTo>
                <a:lnTo>
                  <a:pt x="265362" y="1028707"/>
                </a:lnTo>
                <a:lnTo>
                  <a:pt x="265362" y="950126"/>
                </a:lnTo>
                <a:lnTo>
                  <a:pt x="343943" y="950126"/>
                </a:lnTo>
                <a:close/>
                <a:moveTo>
                  <a:pt x="343943" y="1035851"/>
                </a:moveTo>
                <a:lnTo>
                  <a:pt x="343943" y="1114432"/>
                </a:lnTo>
                <a:lnTo>
                  <a:pt x="265362" y="1114432"/>
                </a:lnTo>
                <a:lnTo>
                  <a:pt x="265362" y="1035851"/>
                </a:lnTo>
                <a:lnTo>
                  <a:pt x="343943" y="1035851"/>
                </a:lnTo>
                <a:close/>
                <a:moveTo>
                  <a:pt x="343943" y="1121576"/>
                </a:moveTo>
                <a:lnTo>
                  <a:pt x="343943" y="1200157"/>
                </a:lnTo>
                <a:lnTo>
                  <a:pt x="265362" y="1200157"/>
                </a:lnTo>
                <a:lnTo>
                  <a:pt x="265362" y="1121576"/>
                </a:lnTo>
                <a:lnTo>
                  <a:pt x="343943" y="1121576"/>
                </a:lnTo>
                <a:close/>
                <a:moveTo>
                  <a:pt x="343943" y="1207301"/>
                </a:moveTo>
                <a:lnTo>
                  <a:pt x="343943" y="1285882"/>
                </a:lnTo>
                <a:lnTo>
                  <a:pt x="265362" y="1285882"/>
                </a:lnTo>
                <a:lnTo>
                  <a:pt x="265362" y="1207301"/>
                </a:lnTo>
                <a:lnTo>
                  <a:pt x="343943" y="1207301"/>
                </a:lnTo>
                <a:close/>
                <a:moveTo>
                  <a:pt x="343943" y="1293026"/>
                </a:moveTo>
                <a:lnTo>
                  <a:pt x="343943" y="1371607"/>
                </a:lnTo>
                <a:lnTo>
                  <a:pt x="265362" y="1371607"/>
                </a:lnTo>
                <a:lnTo>
                  <a:pt x="265362" y="1293026"/>
                </a:lnTo>
                <a:lnTo>
                  <a:pt x="343943" y="1293026"/>
                </a:lnTo>
                <a:close/>
                <a:moveTo>
                  <a:pt x="343943" y="1378751"/>
                </a:moveTo>
                <a:lnTo>
                  <a:pt x="343943" y="1457332"/>
                </a:lnTo>
                <a:lnTo>
                  <a:pt x="265362" y="1457332"/>
                </a:lnTo>
                <a:lnTo>
                  <a:pt x="265362" y="1378751"/>
                </a:lnTo>
                <a:lnTo>
                  <a:pt x="343943" y="1378751"/>
                </a:lnTo>
                <a:close/>
                <a:moveTo>
                  <a:pt x="343943" y="1464476"/>
                </a:moveTo>
                <a:lnTo>
                  <a:pt x="343943" y="1543057"/>
                </a:lnTo>
                <a:lnTo>
                  <a:pt x="265362" y="1543057"/>
                </a:lnTo>
                <a:lnTo>
                  <a:pt x="265362" y="1464476"/>
                </a:lnTo>
                <a:lnTo>
                  <a:pt x="343943" y="1464476"/>
                </a:lnTo>
                <a:close/>
                <a:moveTo>
                  <a:pt x="351087" y="1464476"/>
                </a:moveTo>
                <a:lnTo>
                  <a:pt x="429668" y="1464476"/>
                </a:lnTo>
                <a:lnTo>
                  <a:pt x="429668" y="1543057"/>
                </a:lnTo>
                <a:lnTo>
                  <a:pt x="351087" y="1543057"/>
                </a:lnTo>
                <a:lnTo>
                  <a:pt x="351087" y="1464476"/>
                </a:lnTo>
                <a:close/>
                <a:moveTo>
                  <a:pt x="429668" y="1550201"/>
                </a:moveTo>
                <a:lnTo>
                  <a:pt x="429668" y="1628782"/>
                </a:lnTo>
                <a:lnTo>
                  <a:pt x="351087" y="1628782"/>
                </a:lnTo>
                <a:lnTo>
                  <a:pt x="351087" y="1550201"/>
                </a:lnTo>
                <a:lnTo>
                  <a:pt x="429668" y="1550201"/>
                </a:lnTo>
                <a:close/>
                <a:moveTo>
                  <a:pt x="436812" y="1550201"/>
                </a:moveTo>
                <a:lnTo>
                  <a:pt x="515393" y="1550201"/>
                </a:lnTo>
                <a:lnTo>
                  <a:pt x="515393" y="1628782"/>
                </a:lnTo>
                <a:lnTo>
                  <a:pt x="436812" y="1628782"/>
                </a:lnTo>
                <a:lnTo>
                  <a:pt x="436812" y="1550201"/>
                </a:lnTo>
                <a:close/>
                <a:moveTo>
                  <a:pt x="522537" y="1550201"/>
                </a:moveTo>
                <a:lnTo>
                  <a:pt x="601118" y="1550201"/>
                </a:lnTo>
                <a:lnTo>
                  <a:pt x="601118" y="1628782"/>
                </a:lnTo>
                <a:lnTo>
                  <a:pt x="522537" y="1628782"/>
                </a:lnTo>
                <a:lnTo>
                  <a:pt x="522537" y="1550201"/>
                </a:lnTo>
                <a:close/>
                <a:moveTo>
                  <a:pt x="608262" y="1550201"/>
                </a:moveTo>
                <a:lnTo>
                  <a:pt x="686843" y="1550201"/>
                </a:lnTo>
                <a:lnTo>
                  <a:pt x="686843" y="1628782"/>
                </a:lnTo>
                <a:lnTo>
                  <a:pt x="608262" y="1628782"/>
                </a:lnTo>
                <a:lnTo>
                  <a:pt x="608262" y="1550201"/>
                </a:lnTo>
                <a:close/>
                <a:moveTo>
                  <a:pt x="693987" y="1550201"/>
                </a:moveTo>
                <a:lnTo>
                  <a:pt x="772568" y="1550201"/>
                </a:lnTo>
                <a:lnTo>
                  <a:pt x="772568" y="1628782"/>
                </a:lnTo>
                <a:lnTo>
                  <a:pt x="693987" y="1628782"/>
                </a:lnTo>
                <a:lnTo>
                  <a:pt x="693987" y="1550201"/>
                </a:lnTo>
                <a:close/>
                <a:moveTo>
                  <a:pt x="779712" y="1550201"/>
                </a:moveTo>
                <a:lnTo>
                  <a:pt x="858293" y="1550201"/>
                </a:lnTo>
                <a:lnTo>
                  <a:pt x="858293" y="1628782"/>
                </a:lnTo>
                <a:lnTo>
                  <a:pt x="779712" y="1628782"/>
                </a:lnTo>
                <a:lnTo>
                  <a:pt x="779712" y="1550201"/>
                </a:lnTo>
                <a:close/>
                <a:moveTo>
                  <a:pt x="865437" y="1550201"/>
                </a:moveTo>
                <a:lnTo>
                  <a:pt x="944018" y="1550201"/>
                </a:lnTo>
                <a:lnTo>
                  <a:pt x="944018" y="1628782"/>
                </a:lnTo>
                <a:lnTo>
                  <a:pt x="865437" y="1628782"/>
                </a:lnTo>
                <a:lnTo>
                  <a:pt x="865437" y="1550201"/>
                </a:lnTo>
                <a:close/>
                <a:moveTo>
                  <a:pt x="951162" y="1550201"/>
                </a:moveTo>
                <a:lnTo>
                  <a:pt x="1029743" y="1550201"/>
                </a:lnTo>
                <a:lnTo>
                  <a:pt x="1029743" y="1628782"/>
                </a:lnTo>
                <a:lnTo>
                  <a:pt x="951162" y="1628782"/>
                </a:lnTo>
                <a:lnTo>
                  <a:pt x="951162" y="1550201"/>
                </a:lnTo>
                <a:close/>
                <a:moveTo>
                  <a:pt x="1036887" y="1550201"/>
                </a:moveTo>
                <a:lnTo>
                  <a:pt x="1115468" y="1550201"/>
                </a:lnTo>
                <a:lnTo>
                  <a:pt x="1115468" y="1628782"/>
                </a:lnTo>
                <a:lnTo>
                  <a:pt x="1036887" y="1628782"/>
                </a:lnTo>
                <a:lnTo>
                  <a:pt x="1036887" y="1550201"/>
                </a:lnTo>
                <a:close/>
                <a:moveTo>
                  <a:pt x="1036887" y="1543057"/>
                </a:moveTo>
                <a:lnTo>
                  <a:pt x="1036887" y="1464476"/>
                </a:lnTo>
                <a:lnTo>
                  <a:pt x="1115468" y="1464476"/>
                </a:lnTo>
                <a:lnTo>
                  <a:pt x="1115468" y="1543057"/>
                </a:lnTo>
                <a:lnTo>
                  <a:pt x="1036887" y="1543057"/>
                </a:lnTo>
                <a:close/>
                <a:moveTo>
                  <a:pt x="1122612" y="1464476"/>
                </a:moveTo>
                <a:lnTo>
                  <a:pt x="1201193" y="1464476"/>
                </a:lnTo>
                <a:lnTo>
                  <a:pt x="1201193" y="1543057"/>
                </a:lnTo>
                <a:lnTo>
                  <a:pt x="1122612" y="1543057"/>
                </a:lnTo>
                <a:lnTo>
                  <a:pt x="1122612" y="1464476"/>
                </a:lnTo>
                <a:close/>
                <a:moveTo>
                  <a:pt x="1122612" y="1457332"/>
                </a:moveTo>
                <a:lnTo>
                  <a:pt x="1122612" y="1378751"/>
                </a:lnTo>
                <a:lnTo>
                  <a:pt x="1201193" y="1378751"/>
                </a:lnTo>
                <a:lnTo>
                  <a:pt x="1201193" y="1457332"/>
                </a:lnTo>
                <a:lnTo>
                  <a:pt x="1122612" y="1457332"/>
                </a:lnTo>
                <a:close/>
                <a:moveTo>
                  <a:pt x="1122612" y="1371607"/>
                </a:moveTo>
                <a:lnTo>
                  <a:pt x="1122612" y="1293026"/>
                </a:lnTo>
                <a:lnTo>
                  <a:pt x="1201193" y="1293026"/>
                </a:lnTo>
                <a:lnTo>
                  <a:pt x="1201193" y="1371607"/>
                </a:lnTo>
                <a:lnTo>
                  <a:pt x="1122612" y="1371607"/>
                </a:lnTo>
                <a:close/>
                <a:moveTo>
                  <a:pt x="1122612" y="1285882"/>
                </a:moveTo>
                <a:lnTo>
                  <a:pt x="1122612" y="1207301"/>
                </a:lnTo>
                <a:lnTo>
                  <a:pt x="1201193" y="1207301"/>
                </a:lnTo>
                <a:lnTo>
                  <a:pt x="1201193" y="1285882"/>
                </a:lnTo>
                <a:lnTo>
                  <a:pt x="1122612" y="1285882"/>
                </a:lnTo>
                <a:close/>
                <a:moveTo>
                  <a:pt x="1122612" y="1200157"/>
                </a:moveTo>
                <a:lnTo>
                  <a:pt x="1122612" y="1121576"/>
                </a:lnTo>
                <a:lnTo>
                  <a:pt x="1201193" y="1121576"/>
                </a:lnTo>
                <a:lnTo>
                  <a:pt x="1201193" y="1200157"/>
                </a:lnTo>
                <a:lnTo>
                  <a:pt x="1122612" y="1200157"/>
                </a:lnTo>
                <a:close/>
                <a:moveTo>
                  <a:pt x="1122612" y="1114432"/>
                </a:moveTo>
                <a:lnTo>
                  <a:pt x="1122612" y="1035851"/>
                </a:lnTo>
                <a:lnTo>
                  <a:pt x="1201193" y="1035851"/>
                </a:lnTo>
                <a:lnTo>
                  <a:pt x="1201193" y="1114432"/>
                </a:lnTo>
                <a:lnTo>
                  <a:pt x="1122612" y="1114432"/>
                </a:lnTo>
                <a:close/>
                <a:moveTo>
                  <a:pt x="1122612" y="1028707"/>
                </a:moveTo>
                <a:lnTo>
                  <a:pt x="1122612" y="950126"/>
                </a:lnTo>
                <a:lnTo>
                  <a:pt x="1201193" y="950126"/>
                </a:lnTo>
                <a:lnTo>
                  <a:pt x="1201193" y="1028707"/>
                </a:lnTo>
                <a:lnTo>
                  <a:pt x="1122612" y="1028707"/>
                </a:lnTo>
                <a:close/>
                <a:moveTo>
                  <a:pt x="1122612" y="942982"/>
                </a:moveTo>
                <a:lnTo>
                  <a:pt x="1122612" y="864401"/>
                </a:lnTo>
                <a:lnTo>
                  <a:pt x="1201193" y="864401"/>
                </a:lnTo>
                <a:lnTo>
                  <a:pt x="1201193" y="942982"/>
                </a:lnTo>
                <a:lnTo>
                  <a:pt x="1122612" y="942982"/>
                </a:lnTo>
                <a:close/>
                <a:moveTo>
                  <a:pt x="1122612" y="857257"/>
                </a:moveTo>
                <a:lnTo>
                  <a:pt x="1122612" y="778676"/>
                </a:lnTo>
                <a:lnTo>
                  <a:pt x="1201193" y="778676"/>
                </a:lnTo>
                <a:lnTo>
                  <a:pt x="1201193" y="857257"/>
                </a:lnTo>
                <a:lnTo>
                  <a:pt x="1122612" y="857257"/>
                </a:lnTo>
                <a:close/>
                <a:moveTo>
                  <a:pt x="1122612" y="771532"/>
                </a:moveTo>
                <a:lnTo>
                  <a:pt x="1122612" y="692951"/>
                </a:lnTo>
                <a:lnTo>
                  <a:pt x="1201193" y="692951"/>
                </a:lnTo>
                <a:lnTo>
                  <a:pt x="1201193" y="771532"/>
                </a:lnTo>
                <a:lnTo>
                  <a:pt x="1122612" y="771532"/>
                </a:lnTo>
                <a:close/>
                <a:moveTo>
                  <a:pt x="1122612" y="685807"/>
                </a:moveTo>
                <a:lnTo>
                  <a:pt x="1122612" y="607226"/>
                </a:lnTo>
                <a:lnTo>
                  <a:pt x="1201193" y="607226"/>
                </a:lnTo>
                <a:lnTo>
                  <a:pt x="1201193" y="685807"/>
                </a:lnTo>
                <a:lnTo>
                  <a:pt x="1122612" y="685807"/>
                </a:lnTo>
                <a:close/>
                <a:moveTo>
                  <a:pt x="1122612" y="600075"/>
                </a:moveTo>
                <a:lnTo>
                  <a:pt x="1122612" y="521494"/>
                </a:lnTo>
                <a:lnTo>
                  <a:pt x="1201193" y="521494"/>
                </a:lnTo>
                <a:lnTo>
                  <a:pt x="1201193" y="600075"/>
                </a:lnTo>
                <a:lnTo>
                  <a:pt x="1122612" y="600075"/>
                </a:lnTo>
                <a:close/>
                <a:moveTo>
                  <a:pt x="1122612" y="514350"/>
                </a:moveTo>
                <a:lnTo>
                  <a:pt x="1122612" y="435769"/>
                </a:lnTo>
                <a:lnTo>
                  <a:pt x="1201193" y="435769"/>
                </a:lnTo>
                <a:lnTo>
                  <a:pt x="1201193" y="514350"/>
                </a:lnTo>
                <a:lnTo>
                  <a:pt x="1122612" y="514350"/>
                </a:lnTo>
                <a:close/>
                <a:moveTo>
                  <a:pt x="1122612" y="428625"/>
                </a:moveTo>
                <a:lnTo>
                  <a:pt x="1122612" y="350044"/>
                </a:lnTo>
                <a:lnTo>
                  <a:pt x="1201193" y="350044"/>
                </a:lnTo>
                <a:lnTo>
                  <a:pt x="1201193" y="428625"/>
                </a:lnTo>
                <a:lnTo>
                  <a:pt x="1122612" y="428625"/>
                </a:lnTo>
                <a:close/>
                <a:moveTo>
                  <a:pt x="1122612" y="342900"/>
                </a:moveTo>
                <a:lnTo>
                  <a:pt x="1122612" y="264319"/>
                </a:lnTo>
                <a:lnTo>
                  <a:pt x="1201193" y="264319"/>
                </a:lnTo>
                <a:lnTo>
                  <a:pt x="1201193" y="342900"/>
                </a:lnTo>
                <a:lnTo>
                  <a:pt x="1122612" y="342900"/>
                </a:lnTo>
                <a:close/>
                <a:moveTo>
                  <a:pt x="1122612" y="257175"/>
                </a:moveTo>
                <a:lnTo>
                  <a:pt x="1122612" y="178594"/>
                </a:lnTo>
                <a:lnTo>
                  <a:pt x="1201193" y="178594"/>
                </a:lnTo>
                <a:lnTo>
                  <a:pt x="1201193" y="257175"/>
                </a:lnTo>
                <a:lnTo>
                  <a:pt x="1122612" y="257175"/>
                </a:lnTo>
                <a:close/>
                <a:moveTo>
                  <a:pt x="1115468" y="257175"/>
                </a:moveTo>
                <a:lnTo>
                  <a:pt x="1036887" y="257175"/>
                </a:lnTo>
                <a:lnTo>
                  <a:pt x="1036887" y="178594"/>
                </a:lnTo>
                <a:lnTo>
                  <a:pt x="1115468" y="178594"/>
                </a:lnTo>
                <a:lnTo>
                  <a:pt x="1115468" y="257175"/>
                </a:lnTo>
                <a:close/>
                <a:moveTo>
                  <a:pt x="1029743" y="257175"/>
                </a:moveTo>
                <a:lnTo>
                  <a:pt x="951162" y="257175"/>
                </a:lnTo>
                <a:lnTo>
                  <a:pt x="951162" y="178594"/>
                </a:lnTo>
                <a:lnTo>
                  <a:pt x="1029743" y="178594"/>
                </a:lnTo>
                <a:lnTo>
                  <a:pt x="1029743" y="257175"/>
                </a:lnTo>
                <a:close/>
                <a:moveTo>
                  <a:pt x="944018" y="257175"/>
                </a:moveTo>
                <a:lnTo>
                  <a:pt x="865437" y="257175"/>
                </a:lnTo>
                <a:lnTo>
                  <a:pt x="865437" y="178594"/>
                </a:lnTo>
                <a:lnTo>
                  <a:pt x="944018" y="178594"/>
                </a:lnTo>
                <a:lnTo>
                  <a:pt x="944018" y="257175"/>
                </a:lnTo>
                <a:close/>
                <a:moveTo>
                  <a:pt x="858293" y="257175"/>
                </a:moveTo>
                <a:lnTo>
                  <a:pt x="779712" y="257175"/>
                </a:lnTo>
                <a:lnTo>
                  <a:pt x="779712" y="178594"/>
                </a:lnTo>
                <a:lnTo>
                  <a:pt x="858293" y="178594"/>
                </a:lnTo>
                <a:lnTo>
                  <a:pt x="858293" y="257175"/>
                </a:lnTo>
                <a:close/>
                <a:moveTo>
                  <a:pt x="772568" y="257175"/>
                </a:moveTo>
                <a:lnTo>
                  <a:pt x="693987" y="257175"/>
                </a:lnTo>
                <a:lnTo>
                  <a:pt x="693987" y="178594"/>
                </a:lnTo>
                <a:lnTo>
                  <a:pt x="772568" y="178594"/>
                </a:lnTo>
                <a:lnTo>
                  <a:pt x="772568" y="257175"/>
                </a:lnTo>
                <a:close/>
                <a:moveTo>
                  <a:pt x="686843" y="257175"/>
                </a:moveTo>
                <a:lnTo>
                  <a:pt x="608262" y="257175"/>
                </a:lnTo>
                <a:lnTo>
                  <a:pt x="608262" y="178594"/>
                </a:lnTo>
                <a:lnTo>
                  <a:pt x="686843" y="178594"/>
                </a:lnTo>
                <a:lnTo>
                  <a:pt x="686843" y="257175"/>
                </a:lnTo>
                <a:close/>
                <a:moveTo>
                  <a:pt x="601118" y="257175"/>
                </a:moveTo>
                <a:lnTo>
                  <a:pt x="522537" y="257175"/>
                </a:lnTo>
                <a:lnTo>
                  <a:pt x="522537" y="178594"/>
                </a:lnTo>
                <a:lnTo>
                  <a:pt x="601118" y="178594"/>
                </a:lnTo>
                <a:lnTo>
                  <a:pt x="601118" y="257175"/>
                </a:lnTo>
                <a:close/>
                <a:moveTo>
                  <a:pt x="515393" y="257175"/>
                </a:moveTo>
                <a:lnTo>
                  <a:pt x="436812" y="257175"/>
                </a:lnTo>
                <a:lnTo>
                  <a:pt x="436812" y="178594"/>
                </a:lnTo>
                <a:lnTo>
                  <a:pt x="515393" y="178594"/>
                </a:lnTo>
                <a:lnTo>
                  <a:pt x="515393" y="257175"/>
                </a:lnTo>
                <a:close/>
                <a:moveTo>
                  <a:pt x="429668" y="257175"/>
                </a:moveTo>
                <a:lnTo>
                  <a:pt x="351087" y="257175"/>
                </a:lnTo>
                <a:lnTo>
                  <a:pt x="351087" y="178594"/>
                </a:lnTo>
                <a:lnTo>
                  <a:pt x="429668" y="178594"/>
                </a:lnTo>
                <a:lnTo>
                  <a:pt x="429668" y="257175"/>
                </a:lnTo>
                <a:close/>
                <a:moveTo>
                  <a:pt x="343943" y="257175"/>
                </a:moveTo>
                <a:lnTo>
                  <a:pt x="265362" y="257175"/>
                </a:lnTo>
                <a:lnTo>
                  <a:pt x="265362" y="178594"/>
                </a:lnTo>
                <a:lnTo>
                  <a:pt x="343943" y="178594"/>
                </a:lnTo>
                <a:lnTo>
                  <a:pt x="343943" y="257175"/>
                </a:lnTo>
                <a:close/>
                <a:moveTo>
                  <a:pt x="343943" y="264319"/>
                </a:moveTo>
                <a:lnTo>
                  <a:pt x="343943" y="342900"/>
                </a:lnTo>
                <a:lnTo>
                  <a:pt x="265362" y="342900"/>
                </a:lnTo>
                <a:lnTo>
                  <a:pt x="265362" y="264319"/>
                </a:lnTo>
                <a:lnTo>
                  <a:pt x="343943" y="264319"/>
                </a:lnTo>
                <a:close/>
                <a:moveTo>
                  <a:pt x="258218" y="342900"/>
                </a:moveTo>
                <a:lnTo>
                  <a:pt x="179637" y="342900"/>
                </a:lnTo>
                <a:lnTo>
                  <a:pt x="179637" y="264319"/>
                </a:lnTo>
                <a:lnTo>
                  <a:pt x="258218" y="264319"/>
                </a:lnTo>
                <a:lnTo>
                  <a:pt x="258218" y="342900"/>
                </a:lnTo>
                <a:close/>
                <a:moveTo>
                  <a:pt x="258218" y="350044"/>
                </a:moveTo>
                <a:lnTo>
                  <a:pt x="258218" y="428625"/>
                </a:lnTo>
                <a:lnTo>
                  <a:pt x="179637" y="428625"/>
                </a:lnTo>
                <a:lnTo>
                  <a:pt x="179637" y="350044"/>
                </a:lnTo>
                <a:lnTo>
                  <a:pt x="258218" y="350044"/>
                </a:lnTo>
                <a:close/>
                <a:moveTo>
                  <a:pt x="258218" y="435769"/>
                </a:moveTo>
                <a:lnTo>
                  <a:pt x="258218" y="514350"/>
                </a:lnTo>
                <a:lnTo>
                  <a:pt x="179637" y="514350"/>
                </a:lnTo>
                <a:lnTo>
                  <a:pt x="179637" y="435769"/>
                </a:lnTo>
                <a:lnTo>
                  <a:pt x="258218" y="435769"/>
                </a:lnTo>
                <a:close/>
                <a:moveTo>
                  <a:pt x="258218" y="521494"/>
                </a:moveTo>
                <a:lnTo>
                  <a:pt x="258218" y="600075"/>
                </a:lnTo>
                <a:lnTo>
                  <a:pt x="179637" y="600075"/>
                </a:lnTo>
                <a:lnTo>
                  <a:pt x="179637" y="521494"/>
                </a:lnTo>
                <a:lnTo>
                  <a:pt x="258218" y="521494"/>
                </a:lnTo>
                <a:close/>
                <a:moveTo>
                  <a:pt x="258218" y="607219"/>
                </a:moveTo>
                <a:lnTo>
                  <a:pt x="258218" y="685800"/>
                </a:lnTo>
                <a:lnTo>
                  <a:pt x="179637" y="685800"/>
                </a:lnTo>
                <a:lnTo>
                  <a:pt x="179637" y="607219"/>
                </a:lnTo>
                <a:lnTo>
                  <a:pt x="258218" y="607219"/>
                </a:lnTo>
                <a:close/>
                <a:moveTo>
                  <a:pt x="258218" y="692951"/>
                </a:moveTo>
                <a:lnTo>
                  <a:pt x="258218" y="771532"/>
                </a:lnTo>
                <a:lnTo>
                  <a:pt x="179637" y="771532"/>
                </a:lnTo>
                <a:lnTo>
                  <a:pt x="179637" y="692951"/>
                </a:lnTo>
                <a:lnTo>
                  <a:pt x="258218" y="692951"/>
                </a:lnTo>
                <a:close/>
                <a:moveTo>
                  <a:pt x="258218" y="778676"/>
                </a:moveTo>
                <a:lnTo>
                  <a:pt x="258218" y="857257"/>
                </a:lnTo>
                <a:lnTo>
                  <a:pt x="179637" y="857257"/>
                </a:lnTo>
                <a:lnTo>
                  <a:pt x="179637" y="778676"/>
                </a:lnTo>
                <a:lnTo>
                  <a:pt x="258218" y="778676"/>
                </a:lnTo>
                <a:close/>
                <a:moveTo>
                  <a:pt x="258218" y="864401"/>
                </a:moveTo>
                <a:lnTo>
                  <a:pt x="258218" y="942982"/>
                </a:lnTo>
                <a:lnTo>
                  <a:pt x="179637" y="942982"/>
                </a:lnTo>
                <a:lnTo>
                  <a:pt x="179637" y="864401"/>
                </a:lnTo>
                <a:lnTo>
                  <a:pt x="258218" y="864401"/>
                </a:lnTo>
                <a:close/>
                <a:moveTo>
                  <a:pt x="258218" y="950126"/>
                </a:moveTo>
                <a:lnTo>
                  <a:pt x="258218" y="1028707"/>
                </a:lnTo>
                <a:lnTo>
                  <a:pt x="179637" y="1028707"/>
                </a:lnTo>
                <a:lnTo>
                  <a:pt x="179637" y="950126"/>
                </a:lnTo>
                <a:lnTo>
                  <a:pt x="258218" y="950126"/>
                </a:lnTo>
                <a:close/>
                <a:moveTo>
                  <a:pt x="258218" y="1035851"/>
                </a:moveTo>
                <a:lnTo>
                  <a:pt x="258218" y="1114432"/>
                </a:lnTo>
                <a:lnTo>
                  <a:pt x="179637" y="1114432"/>
                </a:lnTo>
                <a:lnTo>
                  <a:pt x="179637" y="1035851"/>
                </a:lnTo>
                <a:lnTo>
                  <a:pt x="258218" y="1035851"/>
                </a:lnTo>
                <a:close/>
                <a:moveTo>
                  <a:pt x="258218" y="1121576"/>
                </a:moveTo>
                <a:lnTo>
                  <a:pt x="258218" y="1200157"/>
                </a:lnTo>
                <a:lnTo>
                  <a:pt x="179637" y="1200157"/>
                </a:lnTo>
                <a:lnTo>
                  <a:pt x="179637" y="1121576"/>
                </a:lnTo>
                <a:lnTo>
                  <a:pt x="258218" y="1121576"/>
                </a:lnTo>
                <a:close/>
                <a:moveTo>
                  <a:pt x="258218" y="1207301"/>
                </a:moveTo>
                <a:lnTo>
                  <a:pt x="258218" y="1285882"/>
                </a:lnTo>
                <a:lnTo>
                  <a:pt x="179637" y="1285882"/>
                </a:lnTo>
                <a:lnTo>
                  <a:pt x="179637" y="1207301"/>
                </a:lnTo>
                <a:lnTo>
                  <a:pt x="258218" y="1207301"/>
                </a:lnTo>
                <a:close/>
                <a:moveTo>
                  <a:pt x="258218" y="1293026"/>
                </a:moveTo>
                <a:lnTo>
                  <a:pt x="258218" y="1371607"/>
                </a:lnTo>
                <a:lnTo>
                  <a:pt x="179637" y="1371607"/>
                </a:lnTo>
                <a:lnTo>
                  <a:pt x="179637" y="1293026"/>
                </a:lnTo>
                <a:lnTo>
                  <a:pt x="258218" y="1293026"/>
                </a:lnTo>
                <a:close/>
                <a:moveTo>
                  <a:pt x="258218" y="1378751"/>
                </a:moveTo>
                <a:lnTo>
                  <a:pt x="258218" y="1457332"/>
                </a:lnTo>
                <a:lnTo>
                  <a:pt x="179637" y="1457332"/>
                </a:lnTo>
                <a:lnTo>
                  <a:pt x="179637" y="1378751"/>
                </a:lnTo>
                <a:lnTo>
                  <a:pt x="258218" y="1378751"/>
                </a:lnTo>
                <a:close/>
                <a:moveTo>
                  <a:pt x="258218" y="1464476"/>
                </a:moveTo>
                <a:lnTo>
                  <a:pt x="258218" y="1543057"/>
                </a:lnTo>
                <a:lnTo>
                  <a:pt x="179637" y="1543057"/>
                </a:lnTo>
                <a:lnTo>
                  <a:pt x="179637" y="1464476"/>
                </a:lnTo>
                <a:lnTo>
                  <a:pt x="258218" y="1464476"/>
                </a:lnTo>
                <a:close/>
                <a:moveTo>
                  <a:pt x="258218" y="1550201"/>
                </a:moveTo>
                <a:lnTo>
                  <a:pt x="258218" y="1628782"/>
                </a:lnTo>
                <a:lnTo>
                  <a:pt x="179637" y="1628782"/>
                </a:lnTo>
                <a:lnTo>
                  <a:pt x="179637" y="1550201"/>
                </a:lnTo>
                <a:lnTo>
                  <a:pt x="258218" y="1550201"/>
                </a:lnTo>
                <a:close/>
                <a:moveTo>
                  <a:pt x="265362" y="1550201"/>
                </a:moveTo>
                <a:lnTo>
                  <a:pt x="343943" y="1550201"/>
                </a:lnTo>
                <a:lnTo>
                  <a:pt x="343943" y="1628782"/>
                </a:lnTo>
                <a:lnTo>
                  <a:pt x="265362" y="1628782"/>
                </a:lnTo>
                <a:lnTo>
                  <a:pt x="265362" y="1550201"/>
                </a:lnTo>
                <a:close/>
                <a:moveTo>
                  <a:pt x="343943" y="1635926"/>
                </a:moveTo>
                <a:lnTo>
                  <a:pt x="343943" y="1714507"/>
                </a:lnTo>
                <a:lnTo>
                  <a:pt x="265362" y="1714507"/>
                </a:lnTo>
                <a:lnTo>
                  <a:pt x="265362" y="1635926"/>
                </a:lnTo>
                <a:lnTo>
                  <a:pt x="343943" y="1635926"/>
                </a:lnTo>
                <a:close/>
                <a:moveTo>
                  <a:pt x="351087" y="1635926"/>
                </a:moveTo>
                <a:lnTo>
                  <a:pt x="429668" y="1635926"/>
                </a:lnTo>
                <a:lnTo>
                  <a:pt x="429668" y="1714507"/>
                </a:lnTo>
                <a:lnTo>
                  <a:pt x="351087" y="1714507"/>
                </a:lnTo>
                <a:lnTo>
                  <a:pt x="351087" y="1635926"/>
                </a:lnTo>
                <a:close/>
                <a:moveTo>
                  <a:pt x="436812" y="1635926"/>
                </a:moveTo>
                <a:lnTo>
                  <a:pt x="515393" y="1635926"/>
                </a:lnTo>
                <a:lnTo>
                  <a:pt x="515393" y="1714507"/>
                </a:lnTo>
                <a:lnTo>
                  <a:pt x="436812" y="1714507"/>
                </a:lnTo>
                <a:lnTo>
                  <a:pt x="436812" y="1635926"/>
                </a:lnTo>
                <a:close/>
                <a:moveTo>
                  <a:pt x="522537" y="1635926"/>
                </a:moveTo>
                <a:lnTo>
                  <a:pt x="601118" y="1635926"/>
                </a:lnTo>
                <a:lnTo>
                  <a:pt x="601118" y="1714507"/>
                </a:lnTo>
                <a:lnTo>
                  <a:pt x="522537" y="1714507"/>
                </a:lnTo>
                <a:lnTo>
                  <a:pt x="522537" y="1635926"/>
                </a:lnTo>
                <a:close/>
                <a:moveTo>
                  <a:pt x="608262" y="1635926"/>
                </a:moveTo>
                <a:lnTo>
                  <a:pt x="686843" y="1635926"/>
                </a:lnTo>
                <a:lnTo>
                  <a:pt x="686843" y="1714507"/>
                </a:lnTo>
                <a:lnTo>
                  <a:pt x="608262" y="1714507"/>
                </a:lnTo>
                <a:lnTo>
                  <a:pt x="608262" y="1635926"/>
                </a:lnTo>
                <a:close/>
                <a:moveTo>
                  <a:pt x="693987" y="1635926"/>
                </a:moveTo>
                <a:lnTo>
                  <a:pt x="772568" y="1635926"/>
                </a:lnTo>
                <a:lnTo>
                  <a:pt x="772568" y="1714507"/>
                </a:lnTo>
                <a:lnTo>
                  <a:pt x="693987" y="1714507"/>
                </a:lnTo>
                <a:lnTo>
                  <a:pt x="693987" y="1635926"/>
                </a:lnTo>
                <a:close/>
                <a:moveTo>
                  <a:pt x="779712" y="1635926"/>
                </a:moveTo>
                <a:lnTo>
                  <a:pt x="858293" y="1635926"/>
                </a:lnTo>
                <a:lnTo>
                  <a:pt x="858293" y="1714507"/>
                </a:lnTo>
                <a:lnTo>
                  <a:pt x="779712" y="1714507"/>
                </a:lnTo>
                <a:lnTo>
                  <a:pt x="779712" y="1635926"/>
                </a:lnTo>
                <a:close/>
                <a:moveTo>
                  <a:pt x="865437" y="1635926"/>
                </a:moveTo>
                <a:lnTo>
                  <a:pt x="944018" y="1635926"/>
                </a:lnTo>
                <a:lnTo>
                  <a:pt x="944018" y="1714507"/>
                </a:lnTo>
                <a:lnTo>
                  <a:pt x="865437" y="1714507"/>
                </a:lnTo>
                <a:lnTo>
                  <a:pt x="865437" y="1635926"/>
                </a:lnTo>
                <a:close/>
                <a:moveTo>
                  <a:pt x="951162" y="1635926"/>
                </a:moveTo>
                <a:lnTo>
                  <a:pt x="1029743" y="1635926"/>
                </a:lnTo>
                <a:lnTo>
                  <a:pt x="1029743" y="1714507"/>
                </a:lnTo>
                <a:lnTo>
                  <a:pt x="951162" y="1714507"/>
                </a:lnTo>
                <a:lnTo>
                  <a:pt x="951162" y="1635926"/>
                </a:lnTo>
                <a:close/>
                <a:moveTo>
                  <a:pt x="1036887" y="1635926"/>
                </a:moveTo>
                <a:lnTo>
                  <a:pt x="1115468" y="1635926"/>
                </a:lnTo>
                <a:lnTo>
                  <a:pt x="1115468" y="1714507"/>
                </a:lnTo>
                <a:lnTo>
                  <a:pt x="1036887" y="1714507"/>
                </a:lnTo>
                <a:lnTo>
                  <a:pt x="1036887" y="1635926"/>
                </a:lnTo>
                <a:close/>
                <a:moveTo>
                  <a:pt x="1122612" y="1635926"/>
                </a:moveTo>
                <a:lnTo>
                  <a:pt x="1201193" y="1635926"/>
                </a:lnTo>
                <a:lnTo>
                  <a:pt x="1201193" y="1714507"/>
                </a:lnTo>
                <a:lnTo>
                  <a:pt x="1122612" y="1714507"/>
                </a:lnTo>
                <a:lnTo>
                  <a:pt x="1122612" y="1635926"/>
                </a:lnTo>
                <a:close/>
                <a:moveTo>
                  <a:pt x="1122612" y="1628782"/>
                </a:moveTo>
                <a:lnTo>
                  <a:pt x="1122612" y="1550201"/>
                </a:lnTo>
                <a:lnTo>
                  <a:pt x="1201193" y="1550201"/>
                </a:lnTo>
                <a:lnTo>
                  <a:pt x="1201193" y="1628782"/>
                </a:lnTo>
                <a:lnTo>
                  <a:pt x="1122612" y="1628782"/>
                </a:lnTo>
                <a:close/>
                <a:moveTo>
                  <a:pt x="1208337" y="1550201"/>
                </a:moveTo>
                <a:lnTo>
                  <a:pt x="1286918" y="1550201"/>
                </a:lnTo>
                <a:lnTo>
                  <a:pt x="1286918" y="1628782"/>
                </a:lnTo>
                <a:lnTo>
                  <a:pt x="1208337" y="1628782"/>
                </a:lnTo>
                <a:lnTo>
                  <a:pt x="1208337" y="1550201"/>
                </a:lnTo>
                <a:close/>
                <a:moveTo>
                  <a:pt x="1208337" y="1543057"/>
                </a:moveTo>
                <a:lnTo>
                  <a:pt x="1208337" y="1464476"/>
                </a:lnTo>
                <a:lnTo>
                  <a:pt x="1286918" y="1464476"/>
                </a:lnTo>
                <a:lnTo>
                  <a:pt x="1286918" y="1543057"/>
                </a:lnTo>
                <a:lnTo>
                  <a:pt x="1208337" y="1543057"/>
                </a:lnTo>
                <a:close/>
                <a:moveTo>
                  <a:pt x="1208337" y="1457332"/>
                </a:moveTo>
                <a:lnTo>
                  <a:pt x="1208337" y="1378751"/>
                </a:lnTo>
                <a:lnTo>
                  <a:pt x="1286918" y="1378751"/>
                </a:lnTo>
                <a:lnTo>
                  <a:pt x="1286918" y="1457332"/>
                </a:lnTo>
                <a:lnTo>
                  <a:pt x="1208337" y="1457332"/>
                </a:lnTo>
                <a:close/>
                <a:moveTo>
                  <a:pt x="1208337" y="1371607"/>
                </a:moveTo>
                <a:lnTo>
                  <a:pt x="1208337" y="1293026"/>
                </a:lnTo>
                <a:lnTo>
                  <a:pt x="1286918" y="1293026"/>
                </a:lnTo>
                <a:lnTo>
                  <a:pt x="1286918" y="1371607"/>
                </a:lnTo>
                <a:lnTo>
                  <a:pt x="1208337" y="1371607"/>
                </a:lnTo>
                <a:close/>
                <a:moveTo>
                  <a:pt x="1208337" y="1285882"/>
                </a:moveTo>
                <a:lnTo>
                  <a:pt x="1208337" y="1207301"/>
                </a:lnTo>
                <a:lnTo>
                  <a:pt x="1286918" y="1207301"/>
                </a:lnTo>
                <a:lnTo>
                  <a:pt x="1286918" y="1285882"/>
                </a:lnTo>
                <a:lnTo>
                  <a:pt x="1208337" y="1285882"/>
                </a:lnTo>
                <a:close/>
                <a:moveTo>
                  <a:pt x="1208337" y="1200157"/>
                </a:moveTo>
                <a:lnTo>
                  <a:pt x="1208337" y="1121576"/>
                </a:lnTo>
                <a:lnTo>
                  <a:pt x="1286918" y="1121576"/>
                </a:lnTo>
                <a:lnTo>
                  <a:pt x="1286918" y="1200157"/>
                </a:lnTo>
                <a:lnTo>
                  <a:pt x="1208337" y="1200157"/>
                </a:lnTo>
                <a:close/>
                <a:moveTo>
                  <a:pt x="1208337" y="1114432"/>
                </a:moveTo>
                <a:lnTo>
                  <a:pt x="1208337" y="1035851"/>
                </a:lnTo>
                <a:lnTo>
                  <a:pt x="1286918" y="1035851"/>
                </a:lnTo>
                <a:lnTo>
                  <a:pt x="1286918" y="1114432"/>
                </a:lnTo>
                <a:lnTo>
                  <a:pt x="1208337" y="1114432"/>
                </a:lnTo>
                <a:close/>
                <a:moveTo>
                  <a:pt x="1208337" y="1028707"/>
                </a:moveTo>
                <a:lnTo>
                  <a:pt x="1208337" y="950126"/>
                </a:lnTo>
                <a:lnTo>
                  <a:pt x="1286918" y="950126"/>
                </a:lnTo>
                <a:lnTo>
                  <a:pt x="1286918" y="1028707"/>
                </a:lnTo>
                <a:lnTo>
                  <a:pt x="1208337" y="1028707"/>
                </a:lnTo>
                <a:close/>
                <a:moveTo>
                  <a:pt x="1208337" y="942982"/>
                </a:moveTo>
                <a:lnTo>
                  <a:pt x="1208337" y="864401"/>
                </a:lnTo>
                <a:lnTo>
                  <a:pt x="1286918" y="864401"/>
                </a:lnTo>
                <a:lnTo>
                  <a:pt x="1286918" y="942982"/>
                </a:lnTo>
                <a:lnTo>
                  <a:pt x="1208337" y="942982"/>
                </a:lnTo>
                <a:close/>
                <a:moveTo>
                  <a:pt x="1208337" y="857257"/>
                </a:moveTo>
                <a:lnTo>
                  <a:pt x="1208337" y="778676"/>
                </a:lnTo>
                <a:lnTo>
                  <a:pt x="1286918" y="778676"/>
                </a:lnTo>
                <a:lnTo>
                  <a:pt x="1286918" y="857257"/>
                </a:lnTo>
                <a:lnTo>
                  <a:pt x="1208337" y="857257"/>
                </a:lnTo>
                <a:close/>
                <a:moveTo>
                  <a:pt x="1208337" y="771532"/>
                </a:moveTo>
                <a:lnTo>
                  <a:pt x="1208337" y="692951"/>
                </a:lnTo>
                <a:lnTo>
                  <a:pt x="1286918" y="692951"/>
                </a:lnTo>
                <a:lnTo>
                  <a:pt x="1286918" y="771532"/>
                </a:lnTo>
                <a:lnTo>
                  <a:pt x="1208337" y="771532"/>
                </a:lnTo>
                <a:close/>
                <a:moveTo>
                  <a:pt x="1208337" y="685807"/>
                </a:moveTo>
                <a:lnTo>
                  <a:pt x="1208337" y="607226"/>
                </a:lnTo>
                <a:lnTo>
                  <a:pt x="1286918" y="607226"/>
                </a:lnTo>
                <a:lnTo>
                  <a:pt x="1286918" y="685807"/>
                </a:lnTo>
                <a:lnTo>
                  <a:pt x="1208337" y="685807"/>
                </a:lnTo>
                <a:close/>
                <a:moveTo>
                  <a:pt x="1208337" y="600075"/>
                </a:moveTo>
                <a:lnTo>
                  <a:pt x="1208337" y="521494"/>
                </a:lnTo>
                <a:lnTo>
                  <a:pt x="1286918" y="521494"/>
                </a:lnTo>
                <a:lnTo>
                  <a:pt x="1286918" y="600075"/>
                </a:lnTo>
                <a:lnTo>
                  <a:pt x="1208337" y="600075"/>
                </a:lnTo>
                <a:close/>
                <a:moveTo>
                  <a:pt x="1208337" y="514350"/>
                </a:moveTo>
                <a:lnTo>
                  <a:pt x="1208337" y="435769"/>
                </a:lnTo>
                <a:lnTo>
                  <a:pt x="1286918" y="435769"/>
                </a:lnTo>
                <a:lnTo>
                  <a:pt x="1286918" y="514350"/>
                </a:lnTo>
                <a:lnTo>
                  <a:pt x="1208337" y="514350"/>
                </a:lnTo>
                <a:close/>
                <a:moveTo>
                  <a:pt x="1208337" y="428625"/>
                </a:moveTo>
                <a:lnTo>
                  <a:pt x="1208337" y="350044"/>
                </a:lnTo>
                <a:lnTo>
                  <a:pt x="1286918" y="350044"/>
                </a:lnTo>
                <a:lnTo>
                  <a:pt x="1286918" y="428625"/>
                </a:lnTo>
                <a:lnTo>
                  <a:pt x="1208337" y="428625"/>
                </a:lnTo>
                <a:close/>
                <a:moveTo>
                  <a:pt x="1208337" y="342900"/>
                </a:moveTo>
                <a:lnTo>
                  <a:pt x="1208337" y="264319"/>
                </a:lnTo>
                <a:lnTo>
                  <a:pt x="1286918" y="264319"/>
                </a:lnTo>
                <a:lnTo>
                  <a:pt x="1286918" y="342900"/>
                </a:lnTo>
                <a:lnTo>
                  <a:pt x="1208337" y="342900"/>
                </a:lnTo>
                <a:close/>
                <a:moveTo>
                  <a:pt x="1208337" y="257175"/>
                </a:moveTo>
                <a:lnTo>
                  <a:pt x="1208337" y="178594"/>
                </a:lnTo>
                <a:lnTo>
                  <a:pt x="1286918" y="178594"/>
                </a:lnTo>
                <a:lnTo>
                  <a:pt x="1286918" y="257175"/>
                </a:lnTo>
                <a:lnTo>
                  <a:pt x="1208337" y="257175"/>
                </a:lnTo>
                <a:close/>
                <a:moveTo>
                  <a:pt x="1208337" y="171450"/>
                </a:moveTo>
                <a:lnTo>
                  <a:pt x="1208337" y="92869"/>
                </a:lnTo>
                <a:lnTo>
                  <a:pt x="1286918" y="92869"/>
                </a:lnTo>
                <a:lnTo>
                  <a:pt x="1286918" y="171450"/>
                </a:lnTo>
                <a:lnTo>
                  <a:pt x="1208337" y="171450"/>
                </a:lnTo>
                <a:close/>
                <a:moveTo>
                  <a:pt x="1201193" y="171450"/>
                </a:moveTo>
                <a:lnTo>
                  <a:pt x="1122612" y="171450"/>
                </a:lnTo>
                <a:lnTo>
                  <a:pt x="1122612" y="92869"/>
                </a:lnTo>
                <a:lnTo>
                  <a:pt x="1201193" y="92869"/>
                </a:lnTo>
                <a:lnTo>
                  <a:pt x="1201193" y="171450"/>
                </a:lnTo>
                <a:close/>
                <a:moveTo>
                  <a:pt x="1115468" y="171450"/>
                </a:moveTo>
                <a:lnTo>
                  <a:pt x="1036887" y="171450"/>
                </a:lnTo>
                <a:lnTo>
                  <a:pt x="1036887" y="92869"/>
                </a:lnTo>
                <a:lnTo>
                  <a:pt x="1115468" y="92869"/>
                </a:lnTo>
                <a:lnTo>
                  <a:pt x="1115468" y="171450"/>
                </a:lnTo>
                <a:close/>
                <a:moveTo>
                  <a:pt x="1029743" y="171450"/>
                </a:moveTo>
                <a:lnTo>
                  <a:pt x="951162" y="171450"/>
                </a:lnTo>
                <a:lnTo>
                  <a:pt x="951162" y="92869"/>
                </a:lnTo>
                <a:lnTo>
                  <a:pt x="1029743" y="92869"/>
                </a:lnTo>
                <a:lnTo>
                  <a:pt x="1029743" y="171450"/>
                </a:lnTo>
                <a:close/>
                <a:moveTo>
                  <a:pt x="944018" y="171450"/>
                </a:moveTo>
                <a:lnTo>
                  <a:pt x="865437" y="171450"/>
                </a:lnTo>
                <a:lnTo>
                  <a:pt x="865437" y="92869"/>
                </a:lnTo>
                <a:lnTo>
                  <a:pt x="944018" y="92869"/>
                </a:lnTo>
                <a:lnTo>
                  <a:pt x="944018" y="171450"/>
                </a:lnTo>
                <a:close/>
                <a:moveTo>
                  <a:pt x="858293" y="171450"/>
                </a:moveTo>
                <a:lnTo>
                  <a:pt x="779712" y="171450"/>
                </a:lnTo>
                <a:lnTo>
                  <a:pt x="779712" y="92869"/>
                </a:lnTo>
                <a:lnTo>
                  <a:pt x="858293" y="92869"/>
                </a:lnTo>
                <a:lnTo>
                  <a:pt x="858293" y="171450"/>
                </a:lnTo>
                <a:close/>
                <a:moveTo>
                  <a:pt x="772568" y="171450"/>
                </a:moveTo>
                <a:lnTo>
                  <a:pt x="693987" y="171450"/>
                </a:lnTo>
                <a:lnTo>
                  <a:pt x="693987" y="92869"/>
                </a:lnTo>
                <a:lnTo>
                  <a:pt x="772568" y="92869"/>
                </a:lnTo>
                <a:lnTo>
                  <a:pt x="772568" y="171450"/>
                </a:lnTo>
                <a:close/>
                <a:moveTo>
                  <a:pt x="686843" y="171450"/>
                </a:moveTo>
                <a:lnTo>
                  <a:pt x="608262" y="171450"/>
                </a:lnTo>
                <a:lnTo>
                  <a:pt x="608262" y="92869"/>
                </a:lnTo>
                <a:lnTo>
                  <a:pt x="686843" y="92869"/>
                </a:lnTo>
                <a:lnTo>
                  <a:pt x="686843" y="171450"/>
                </a:lnTo>
                <a:close/>
                <a:moveTo>
                  <a:pt x="601118" y="171450"/>
                </a:moveTo>
                <a:lnTo>
                  <a:pt x="522537" y="171450"/>
                </a:lnTo>
                <a:lnTo>
                  <a:pt x="522537" y="92869"/>
                </a:lnTo>
                <a:lnTo>
                  <a:pt x="601118" y="92869"/>
                </a:lnTo>
                <a:lnTo>
                  <a:pt x="601118" y="171450"/>
                </a:lnTo>
                <a:close/>
                <a:moveTo>
                  <a:pt x="515393" y="171450"/>
                </a:moveTo>
                <a:lnTo>
                  <a:pt x="436812" y="171450"/>
                </a:lnTo>
                <a:lnTo>
                  <a:pt x="436812" y="92869"/>
                </a:lnTo>
                <a:lnTo>
                  <a:pt x="515393" y="92869"/>
                </a:lnTo>
                <a:lnTo>
                  <a:pt x="515393" y="171450"/>
                </a:lnTo>
                <a:close/>
                <a:moveTo>
                  <a:pt x="429668" y="171450"/>
                </a:moveTo>
                <a:lnTo>
                  <a:pt x="351087" y="171450"/>
                </a:lnTo>
                <a:lnTo>
                  <a:pt x="351087" y="92869"/>
                </a:lnTo>
                <a:lnTo>
                  <a:pt x="429668" y="92869"/>
                </a:lnTo>
                <a:lnTo>
                  <a:pt x="429668" y="171450"/>
                </a:lnTo>
                <a:close/>
                <a:moveTo>
                  <a:pt x="343943" y="171450"/>
                </a:moveTo>
                <a:lnTo>
                  <a:pt x="265362" y="171450"/>
                </a:lnTo>
                <a:lnTo>
                  <a:pt x="265362" y="92869"/>
                </a:lnTo>
                <a:lnTo>
                  <a:pt x="343943" y="92869"/>
                </a:lnTo>
                <a:lnTo>
                  <a:pt x="343943" y="171450"/>
                </a:lnTo>
                <a:close/>
                <a:moveTo>
                  <a:pt x="258218" y="171450"/>
                </a:moveTo>
                <a:lnTo>
                  <a:pt x="179637" y="171450"/>
                </a:lnTo>
                <a:lnTo>
                  <a:pt x="179637" y="92869"/>
                </a:lnTo>
                <a:lnTo>
                  <a:pt x="258218" y="92869"/>
                </a:lnTo>
                <a:lnTo>
                  <a:pt x="258218" y="171450"/>
                </a:lnTo>
                <a:close/>
                <a:moveTo>
                  <a:pt x="258218" y="178594"/>
                </a:moveTo>
                <a:lnTo>
                  <a:pt x="258218" y="257175"/>
                </a:lnTo>
                <a:lnTo>
                  <a:pt x="179637" y="257175"/>
                </a:lnTo>
                <a:lnTo>
                  <a:pt x="179637" y="178594"/>
                </a:lnTo>
                <a:lnTo>
                  <a:pt x="258218" y="178594"/>
                </a:lnTo>
                <a:close/>
                <a:moveTo>
                  <a:pt x="172493" y="257175"/>
                </a:moveTo>
                <a:lnTo>
                  <a:pt x="93912" y="257175"/>
                </a:lnTo>
                <a:lnTo>
                  <a:pt x="93912" y="178594"/>
                </a:lnTo>
                <a:lnTo>
                  <a:pt x="172493" y="178594"/>
                </a:lnTo>
                <a:lnTo>
                  <a:pt x="172493" y="257175"/>
                </a:lnTo>
                <a:close/>
                <a:moveTo>
                  <a:pt x="172493" y="264319"/>
                </a:moveTo>
                <a:lnTo>
                  <a:pt x="172493" y="342900"/>
                </a:lnTo>
                <a:lnTo>
                  <a:pt x="93912" y="342900"/>
                </a:lnTo>
                <a:lnTo>
                  <a:pt x="93912" y="264319"/>
                </a:lnTo>
                <a:lnTo>
                  <a:pt x="172493" y="264319"/>
                </a:lnTo>
                <a:close/>
                <a:moveTo>
                  <a:pt x="172493" y="350044"/>
                </a:moveTo>
                <a:lnTo>
                  <a:pt x="172493" y="428625"/>
                </a:lnTo>
                <a:lnTo>
                  <a:pt x="93912" y="428625"/>
                </a:lnTo>
                <a:lnTo>
                  <a:pt x="93912" y="350044"/>
                </a:lnTo>
                <a:lnTo>
                  <a:pt x="172493" y="350044"/>
                </a:lnTo>
                <a:close/>
                <a:moveTo>
                  <a:pt x="172493" y="435769"/>
                </a:moveTo>
                <a:lnTo>
                  <a:pt x="172493" y="514350"/>
                </a:lnTo>
                <a:lnTo>
                  <a:pt x="93912" y="514350"/>
                </a:lnTo>
                <a:lnTo>
                  <a:pt x="93912" y="435769"/>
                </a:lnTo>
                <a:lnTo>
                  <a:pt x="172493" y="435769"/>
                </a:lnTo>
                <a:close/>
                <a:moveTo>
                  <a:pt x="172493" y="521494"/>
                </a:moveTo>
                <a:lnTo>
                  <a:pt x="172493" y="600075"/>
                </a:lnTo>
                <a:lnTo>
                  <a:pt x="93912" y="600075"/>
                </a:lnTo>
                <a:lnTo>
                  <a:pt x="93912" y="521494"/>
                </a:lnTo>
                <a:lnTo>
                  <a:pt x="172493" y="521494"/>
                </a:lnTo>
                <a:close/>
                <a:moveTo>
                  <a:pt x="172493" y="607219"/>
                </a:moveTo>
                <a:lnTo>
                  <a:pt x="172493" y="685800"/>
                </a:lnTo>
                <a:lnTo>
                  <a:pt x="93912" y="685800"/>
                </a:lnTo>
                <a:lnTo>
                  <a:pt x="93912" y="607219"/>
                </a:lnTo>
                <a:lnTo>
                  <a:pt x="172493" y="607219"/>
                </a:lnTo>
                <a:close/>
                <a:moveTo>
                  <a:pt x="172493" y="692951"/>
                </a:moveTo>
                <a:lnTo>
                  <a:pt x="172493" y="771532"/>
                </a:lnTo>
                <a:lnTo>
                  <a:pt x="93912" y="771532"/>
                </a:lnTo>
                <a:lnTo>
                  <a:pt x="93912" y="692951"/>
                </a:lnTo>
                <a:lnTo>
                  <a:pt x="172493" y="692951"/>
                </a:lnTo>
                <a:close/>
                <a:moveTo>
                  <a:pt x="172493" y="778676"/>
                </a:moveTo>
                <a:lnTo>
                  <a:pt x="172493" y="857257"/>
                </a:lnTo>
                <a:lnTo>
                  <a:pt x="93912" y="857257"/>
                </a:lnTo>
                <a:lnTo>
                  <a:pt x="93912" y="778676"/>
                </a:lnTo>
                <a:lnTo>
                  <a:pt x="172493" y="778676"/>
                </a:lnTo>
                <a:close/>
                <a:moveTo>
                  <a:pt x="172493" y="864401"/>
                </a:moveTo>
                <a:lnTo>
                  <a:pt x="172493" y="942982"/>
                </a:lnTo>
                <a:lnTo>
                  <a:pt x="93912" y="942982"/>
                </a:lnTo>
                <a:lnTo>
                  <a:pt x="93912" y="864401"/>
                </a:lnTo>
                <a:lnTo>
                  <a:pt x="172493" y="864401"/>
                </a:lnTo>
                <a:close/>
                <a:moveTo>
                  <a:pt x="172493" y="950126"/>
                </a:moveTo>
                <a:lnTo>
                  <a:pt x="172493" y="1028707"/>
                </a:lnTo>
                <a:lnTo>
                  <a:pt x="93912" y="1028707"/>
                </a:lnTo>
                <a:lnTo>
                  <a:pt x="93912" y="950126"/>
                </a:lnTo>
                <a:lnTo>
                  <a:pt x="172493" y="950126"/>
                </a:lnTo>
                <a:close/>
                <a:moveTo>
                  <a:pt x="172493" y="1035851"/>
                </a:moveTo>
                <a:lnTo>
                  <a:pt x="172493" y="1114432"/>
                </a:lnTo>
                <a:lnTo>
                  <a:pt x="93912" y="1114432"/>
                </a:lnTo>
                <a:lnTo>
                  <a:pt x="93912" y="1035851"/>
                </a:lnTo>
                <a:lnTo>
                  <a:pt x="172493" y="1035851"/>
                </a:lnTo>
                <a:close/>
                <a:moveTo>
                  <a:pt x="172493" y="1121576"/>
                </a:moveTo>
                <a:lnTo>
                  <a:pt x="172493" y="1200157"/>
                </a:lnTo>
                <a:lnTo>
                  <a:pt x="93912" y="1200157"/>
                </a:lnTo>
                <a:lnTo>
                  <a:pt x="93912" y="1121576"/>
                </a:lnTo>
                <a:lnTo>
                  <a:pt x="172493" y="1121576"/>
                </a:lnTo>
                <a:close/>
                <a:moveTo>
                  <a:pt x="172493" y="1207301"/>
                </a:moveTo>
                <a:lnTo>
                  <a:pt x="172493" y="1285882"/>
                </a:lnTo>
                <a:lnTo>
                  <a:pt x="93912" y="1285882"/>
                </a:lnTo>
                <a:lnTo>
                  <a:pt x="93912" y="1207301"/>
                </a:lnTo>
                <a:lnTo>
                  <a:pt x="172493" y="1207301"/>
                </a:lnTo>
                <a:close/>
                <a:moveTo>
                  <a:pt x="172493" y="1293026"/>
                </a:moveTo>
                <a:lnTo>
                  <a:pt x="172493" y="1371607"/>
                </a:lnTo>
                <a:lnTo>
                  <a:pt x="93912" y="1371607"/>
                </a:lnTo>
                <a:lnTo>
                  <a:pt x="93912" y="1293026"/>
                </a:lnTo>
                <a:lnTo>
                  <a:pt x="172493" y="1293026"/>
                </a:lnTo>
                <a:close/>
                <a:moveTo>
                  <a:pt x="172493" y="1378751"/>
                </a:moveTo>
                <a:lnTo>
                  <a:pt x="172493" y="1457332"/>
                </a:lnTo>
                <a:lnTo>
                  <a:pt x="93912" y="1457332"/>
                </a:lnTo>
                <a:lnTo>
                  <a:pt x="93912" y="1378751"/>
                </a:lnTo>
                <a:lnTo>
                  <a:pt x="172493" y="1378751"/>
                </a:lnTo>
                <a:close/>
                <a:moveTo>
                  <a:pt x="172493" y="1464476"/>
                </a:moveTo>
                <a:lnTo>
                  <a:pt x="172493" y="1543057"/>
                </a:lnTo>
                <a:lnTo>
                  <a:pt x="93912" y="1543057"/>
                </a:lnTo>
                <a:lnTo>
                  <a:pt x="93912" y="1464476"/>
                </a:lnTo>
                <a:lnTo>
                  <a:pt x="172493" y="1464476"/>
                </a:lnTo>
                <a:close/>
                <a:moveTo>
                  <a:pt x="172493" y="1550201"/>
                </a:moveTo>
                <a:lnTo>
                  <a:pt x="172493" y="1628782"/>
                </a:lnTo>
                <a:lnTo>
                  <a:pt x="93912" y="1628782"/>
                </a:lnTo>
                <a:lnTo>
                  <a:pt x="93912" y="1550201"/>
                </a:lnTo>
                <a:lnTo>
                  <a:pt x="172493" y="1550201"/>
                </a:lnTo>
                <a:close/>
                <a:moveTo>
                  <a:pt x="172493" y="1635926"/>
                </a:moveTo>
                <a:lnTo>
                  <a:pt x="172493" y="1714507"/>
                </a:lnTo>
                <a:lnTo>
                  <a:pt x="93912" y="1714507"/>
                </a:lnTo>
                <a:lnTo>
                  <a:pt x="93912" y="1635926"/>
                </a:lnTo>
                <a:lnTo>
                  <a:pt x="172493" y="1635926"/>
                </a:lnTo>
                <a:close/>
                <a:moveTo>
                  <a:pt x="179637" y="1635926"/>
                </a:moveTo>
                <a:lnTo>
                  <a:pt x="258218" y="1635926"/>
                </a:lnTo>
                <a:lnTo>
                  <a:pt x="258218" y="1714507"/>
                </a:lnTo>
                <a:lnTo>
                  <a:pt x="179637" y="1714507"/>
                </a:lnTo>
                <a:lnTo>
                  <a:pt x="179637" y="1635926"/>
                </a:lnTo>
                <a:close/>
                <a:moveTo>
                  <a:pt x="258218" y="1721651"/>
                </a:moveTo>
                <a:lnTo>
                  <a:pt x="258218" y="1800232"/>
                </a:lnTo>
                <a:lnTo>
                  <a:pt x="179637" y="1800232"/>
                </a:lnTo>
                <a:lnTo>
                  <a:pt x="179637" y="1721651"/>
                </a:lnTo>
                <a:lnTo>
                  <a:pt x="258218" y="1721651"/>
                </a:lnTo>
                <a:close/>
                <a:moveTo>
                  <a:pt x="265362" y="1721651"/>
                </a:moveTo>
                <a:lnTo>
                  <a:pt x="343943" y="1721651"/>
                </a:lnTo>
                <a:lnTo>
                  <a:pt x="343943" y="1800232"/>
                </a:lnTo>
                <a:lnTo>
                  <a:pt x="265362" y="1800232"/>
                </a:lnTo>
                <a:lnTo>
                  <a:pt x="265362" y="1721651"/>
                </a:lnTo>
                <a:close/>
                <a:moveTo>
                  <a:pt x="351087" y="1721651"/>
                </a:moveTo>
                <a:lnTo>
                  <a:pt x="429668" y="1721651"/>
                </a:lnTo>
                <a:lnTo>
                  <a:pt x="429668" y="1800232"/>
                </a:lnTo>
                <a:lnTo>
                  <a:pt x="351087" y="1800232"/>
                </a:lnTo>
                <a:lnTo>
                  <a:pt x="351087" y="1721651"/>
                </a:lnTo>
                <a:close/>
                <a:moveTo>
                  <a:pt x="436812" y="1721651"/>
                </a:moveTo>
                <a:lnTo>
                  <a:pt x="515393" y="1721651"/>
                </a:lnTo>
                <a:lnTo>
                  <a:pt x="515393" y="1800232"/>
                </a:lnTo>
                <a:lnTo>
                  <a:pt x="436812" y="1800232"/>
                </a:lnTo>
                <a:lnTo>
                  <a:pt x="436812" y="1721651"/>
                </a:lnTo>
                <a:close/>
                <a:moveTo>
                  <a:pt x="522537" y="1721651"/>
                </a:moveTo>
                <a:lnTo>
                  <a:pt x="601118" y="1721651"/>
                </a:lnTo>
                <a:lnTo>
                  <a:pt x="601118" y="1800232"/>
                </a:lnTo>
                <a:lnTo>
                  <a:pt x="522537" y="1800232"/>
                </a:lnTo>
                <a:lnTo>
                  <a:pt x="522537" y="1721651"/>
                </a:lnTo>
                <a:close/>
                <a:moveTo>
                  <a:pt x="608262" y="1721651"/>
                </a:moveTo>
                <a:lnTo>
                  <a:pt x="686843" y="1721651"/>
                </a:lnTo>
                <a:lnTo>
                  <a:pt x="686843" y="1800232"/>
                </a:lnTo>
                <a:lnTo>
                  <a:pt x="608262" y="1800232"/>
                </a:lnTo>
                <a:lnTo>
                  <a:pt x="608262" y="1721651"/>
                </a:lnTo>
                <a:close/>
                <a:moveTo>
                  <a:pt x="693987" y="1721651"/>
                </a:moveTo>
                <a:lnTo>
                  <a:pt x="772568" y="1721651"/>
                </a:lnTo>
                <a:lnTo>
                  <a:pt x="772568" y="1800232"/>
                </a:lnTo>
                <a:lnTo>
                  <a:pt x="693987" y="1800232"/>
                </a:lnTo>
                <a:lnTo>
                  <a:pt x="693987" y="1721651"/>
                </a:lnTo>
                <a:close/>
                <a:moveTo>
                  <a:pt x="779712" y="1721651"/>
                </a:moveTo>
                <a:lnTo>
                  <a:pt x="858293" y="1721651"/>
                </a:lnTo>
                <a:lnTo>
                  <a:pt x="858293" y="1800232"/>
                </a:lnTo>
                <a:lnTo>
                  <a:pt x="779712" y="1800232"/>
                </a:lnTo>
                <a:lnTo>
                  <a:pt x="779712" y="1721651"/>
                </a:lnTo>
                <a:close/>
                <a:moveTo>
                  <a:pt x="865437" y="1721651"/>
                </a:moveTo>
                <a:lnTo>
                  <a:pt x="944018" y="1721651"/>
                </a:lnTo>
                <a:lnTo>
                  <a:pt x="944018" y="1800232"/>
                </a:lnTo>
                <a:lnTo>
                  <a:pt x="865437" y="1800232"/>
                </a:lnTo>
                <a:lnTo>
                  <a:pt x="865437" y="1721651"/>
                </a:lnTo>
                <a:close/>
                <a:moveTo>
                  <a:pt x="951162" y="1721651"/>
                </a:moveTo>
                <a:lnTo>
                  <a:pt x="1029743" y="1721651"/>
                </a:lnTo>
                <a:lnTo>
                  <a:pt x="1029743" y="1800232"/>
                </a:lnTo>
                <a:lnTo>
                  <a:pt x="951162" y="1800232"/>
                </a:lnTo>
                <a:lnTo>
                  <a:pt x="951162" y="1721651"/>
                </a:lnTo>
                <a:close/>
                <a:moveTo>
                  <a:pt x="1036887" y="1721651"/>
                </a:moveTo>
                <a:lnTo>
                  <a:pt x="1115468" y="1721651"/>
                </a:lnTo>
                <a:lnTo>
                  <a:pt x="1115468" y="1800232"/>
                </a:lnTo>
                <a:lnTo>
                  <a:pt x="1036887" y="1800232"/>
                </a:lnTo>
                <a:lnTo>
                  <a:pt x="1036887" y="1721651"/>
                </a:lnTo>
                <a:close/>
                <a:moveTo>
                  <a:pt x="1122612" y="1721651"/>
                </a:moveTo>
                <a:lnTo>
                  <a:pt x="1201193" y="1721651"/>
                </a:lnTo>
                <a:lnTo>
                  <a:pt x="1201193" y="1800232"/>
                </a:lnTo>
                <a:lnTo>
                  <a:pt x="1122612" y="1800232"/>
                </a:lnTo>
                <a:lnTo>
                  <a:pt x="1122612" y="1721651"/>
                </a:lnTo>
                <a:close/>
                <a:moveTo>
                  <a:pt x="1208337" y="1721651"/>
                </a:moveTo>
                <a:lnTo>
                  <a:pt x="1286918" y="1721651"/>
                </a:lnTo>
                <a:lnTo>
                  <a:pt x="1286918" y="1800232"/>
                </a:lnTo>
                <a:lnTo>
                  <a:pt x="1208337" y="1800232"/>
                </a:lnTo>
                <a:lnTo>
                  <a:pt x="1208337" y="1721651"/>
                </a:lnTo>
                <a:close/>
                <a:moveTo>
                  <a:pt x="1208337" y="1714507"/>
                </a:moveTo>
                <a:lnTo>
                  <a:pt x="1208337" y="1635926"/>
                </a:lnTo>
                <a:lnTo>
                  <a:pt x="1286918" y="1635926"/>
                </a:lnTo>
                <a:lnTo>
                  <a:pt x="1286918" y="1714507"/>
                </a:lnTo>
                <a:lnTo>
                  <a:pt x="1208337" y="1714507"/>
                </a:lnTo>
                <a:close/>
                <a:moveTo>
                  <a:pt x="1294062" y="1635926"/>
                </a:moveTo>
                <a:lnTo>
                  <a:pt x="1372643" y="1635926"/>
                </a:lnTo>
                <a:lnTo>
                  <a:pt x="1372643" y="1714507"/>
                </a:lnTo>
                <a:lnTo>
                  <a:pt x="1294062" y="1714507"/>
                </a:lnTo>
                <a:lnTo>
                  <a:pt x="1294062" y="1635926"/>
                </a:lnTo>
                <a:close/>
                <a:moveTo>
                  <a:pt x="1294062" y="1628782"/>
                </a:moveTo>
                <a:lnTo>
                  <a:pt x="1294062" y="1550201"/>
                </a:lnTo>
                <a:lnTo>
                  <a:pt x="1372643" y="1550201"/>
                </a:lnTo>
                <a:lnTo>
                  <a:pt x="1372643" y="1628782"/>
                </a:lnTo>
                <a:lnTo>
                  <a:pt x="1294062" y="1628782"/>
                </a:lnTo>
                <a:close/>
                <a:moveTo>
                  <a:pt x="1294062" y="1543057"/>
                </a:moveTo>
                <a:lnTo>
                  <a:pt x="1294062" y="1464476"/>
                </a:lnTo>
                <a:lnTo>
                  <a:pt x="1372643" y="1464476"/>
                </a:lnTo>
                <a:lnTo>
                  <a:pt x="1372643" y="1543057"/>
                </a:lnTo>
                <a:lnTo>
                  <a:pt x="1294062" y="1543057"/>
                </a:lnTo>
                <a:close/>
                <a:moveTo>
                  <a:pt x="1294062" y="1457332"/>
                </a:moveTo>
                <a:lnTo>
                  <a:pt x="1294062" y="1378751"/>
                </a:lnTo>
                <a:lnTo>
                  <a:pt x="1372643" y="1378751"/>
                </a:lnTo>
                <a:lnTo>
                  <a:pt x="1372643" y="1457332"/>
                </a:lnTo>
                <a:lnTo>
                  <a:pt x="1294062" y="1457332"/>
                </a:lnTo>
                <a:close/>
                <a:moveTo>
                  <a:pt x="1294062" y="1371607"/>
                </a:moveTo>
                <a:lnTo>
                  <a:pt x="1294062" y="1293026"/>
                </a:lnTo>
                <a:lnTo>
                  <a:pt x="1372643" y="1293026"/>
                </a:lnTo>
                <a:lnTo>
                  <a:pt x="1372643" y="1371607"/>
                </a:lnTo>
                <a:lnTo>
                  <a:pt x="1294062" y="1371607"/>
                </a:lnTo>
                <a:close/>
                <a:moveTo>
                  <a:pt x="1294062" y="1285882"/>
                </a:moveTo>
                <a:lnTo>
                  <a:pt x="1294062" y="1207301"/>
                </a:lnTo>
                <a:lnTo>
                  <a:pt x="1372643" y="1207301"/>
                </a:lnTo>
                <a:lnTo>
                  <a:pt x="1372643" y="1285882"/>
                </a:lnTo>
                <a:lnTo>
                  <a:pt x="1294062" y="1285882"/>
                </a:lnTo>
                <a:close/>
                <a:moveTo>
                  <a:pt x="1294062" y="1200157"/>
                </a:moveTo>
                <a:lnTo>
                  <a:pt x="1294062" y="1121576"/>
                </a:lnTo>
                <a:lnTo>
                  <a:pt x="1372643" y="1121576"/>
                </a:lnTo>
                <a:lnTo>
                  <a:pt x="1372643" y="1200157"/>
                </a:lnTo>
                <a:lnTo>
                  <a:pt x="1294062" y="1200157"/>
                </a:lnTo>
                <a:close/>
                <a:moveTo>
                  <a:pt x="1294062" y="1114432"/>
                </a:moveTo>
                <a:lnTo>
                  <a:pt x="1294062" y="1035851"/>
                </a:lnTo>
                <a:lnTo>
                  <a:pt x="1372643" y="1035851"/>
                </a:lnTo>
                <a:lnTo>
                  <a:pt x="1372643" y="1114432"/>
                </a:lnTo>
                <a:lnTo>
                  <a:pt x="1294062" y="1114432"/>
                </a:lnTo>
                <a:close/>
                <a:moveTo>
                  <a:pt x="1294062" y="1028707"/>
                </a:moveTo>
                <a:lnTo>
                  <a:pt x="1294062" y="950126"/>
                </a:lnTo>
                <a:lnTo>
                  <a:pt x="1372643" y="950126"/>
                </a:lnTo>
                <a:lnTo>
                  <a:pt x="1372643" y="1028707"/>
                </a:lnTo>
                <a:lnTo>
                  <a:pt x="1294062" y="1028707"/>
                </a:lnTo>
                <a:close/>
                <a:moveTo>
                  <a:pt x="1294062" y="942982"/>
                </a:moveTo>
                <a:lnTo>
                  <a:pt x="1294062" y="864401"/>
                </a:lnTo>
                <a:lnTo>
                  <a:pt x="1372643" y="864401"/>
                </a:lnTo>
                <a:lnTo>
                  <a:pt x="1372643" y="942982"/>
                </a:lnTo>
                <a:lnTo>
                  <a:pt x="1294062" y="942982"/>
                </a:lnTo>
                <a:close/>
                <a:moveTo>
                  <a:pt x="1294062" y="857257"/>
                </a:moveTo>
                <a:lnTo>
                  <a:pt x="1294062" y="778676"/>
                </a:lnTo>
                <a:lnTo>
                  <a:pt x="1372643" y="778676"/>
                </a:lnTo>
                <a:lnTo>
                  <a:pt x="1372643" y="857257"/>
                </a:lnTo>
                <a:lnTo>
                  <a:pt x="1294062" y="857257"/>
                </a:lnTo>
                <a:close/>
                <a:moveTo>
                  <a:pt x="1294062" y="771532"/>
                </a:moveTo>
                <a:lnTo>
                  <a:pt x="1294062" y="692951"/>
                </a:lnTo>
                <a:lnTo>
                  <a:pt x="1372643" y="692951"/>
                </a:lnTo>
                <a:lnTo>
                  <a:pt x="1372643" y="771532"/>
                </a:lnTo>
                <a:lnTo>
                  <a:pt x="1294062" y="771532"/>
                </a:lnTo>
                <a:close/>
                <a:moveTo>
                  <a:pt x="1294062" y="685807"/>
                </a:moveTo>
                <a:lnTo>
                  <a:pt x="1294062" y="607226"/>
                </a:lnTo>
                <a:lnTo>
                  <a:pt x="1372643" y="607226"/>
                </a:lnTo>
                <a:lnTo>
                  <a:pt x="1372643" y="685807"/>
                </a:lnTo>
                <a:lnTo>
                  <a:pt x="1294062" y="685807"/>
                </a:lnTo>
                <a:close/>
                <a:moveTo>
                  <a:pt x="1294062" y="600075"/>
                </a:moveTo>
                <a:lnTo>
                  <a:pt x="1294062" y="521494"/>
                </a:lnTo>
                <a:lnTo>
                  <a:pt x="1372643" y="521494"/>
                </a:lnTo>
                <a:lnTo>
                  <a:pt x="1372643" y="600075"/>
                </a:lnTo>
                <a:lnTo>
                  <a:pt x="1294062" y="600075"/>
                </a:lnTo>
                <a:close/>
                <a:moveTo>
                  <a:pt x="1294062" y="514350"/>
                </a:moveTo>
                <a:lnTo>
                  <a:pt x="1294062" y="435769"/>
                </a:lnTo>
                <a:lnTo>
                  <a:pt x="1372643" y="435769"/>
                </a:lnTo>
                <a:lnTo>
                  <a:pt x="1372643" y="514350"/>
                </a:lnTo>
                <a:lnTo>
                  <a:pt x="1294062" y="514350"/>
                </a:lnTo>
                <a:close/>
                <a:moveTo>
                  <a:pt x="1294062" y="428625"/>
                </a:moveTo>
                <a:lnTo>
                  <a:pt x="1294062" y="350044"/>
                </a:lnTo>
                <a:lnTo>
                  <a:pt x="1372643" y="350044"/>
                </a:lnTo>
                <a:lnTo>
                  <a:pt x="1372643" y="428625"/>
                </a:lnTo>
                <a:lnTo>
                  <a:pt x="1294062" y="428625"/>
                </a:lnTo>
                <a:close/>
                <a:moveTo>
                  <a:pt x="1294062" y="342900"/>
                </a:moveTo>
                <a:lnTo>
                  <a:pt x="1294062" y="264319"/>
                </a:lnTo>
                <a:lnTo>
                  <a:pt x="1372643" y="264319"/>
                </a:lnTo>
                <a:lnTo>
                  <a:pt x="1372643" y="342900"/>
                </a:lnTo>
                <a:lnTo>
                  <a:pt x="1294062" y="342900"/>
                </a:lnTo>
                <a:close/>
                <a:moveTo>
                  <a:pt x="1294062" y="257175"/>
                </a:moveTo>
                <a:lnTo>
                  <a:pt x="1294062" y="178594"/>
                </a:lnTo>
                <a:lnTo>
                  <a:pt x="1372643" y="178594"/>
                </a:lnTo>
                <a:lnTo>
                  <a:pt x="1372643" y="257175"/>
                </a:lnTo>
                <a:lnTo>
                  <a:pt x="1294062" y="257175"/>
                </a:lnTo>
                <a:close/>
                <a:moveTo>
                  <a:pt x="1294062" y="171450"/>
                </a:moveTo>
                <a:lnTo>
                  <a:pt x="1294062" y="92869"/>
                </a:lnTo>
                <a:lnTo>
                  <a:pt x="1372643" y="92869"/>
                </a:lnTo>
                <a:lnTo>
                  <a:pt x="1372643" y="171450"/>
                </a:lnTo>
                <a:lnTo>
                  <a:pt x="1294062" y="171450"/>
                </a:lnTo>
                <a:close/>
                <a:moveTo>
                  <a:pt x="1294062" y="85725"/>
                </a:moveTo>
                <a:lnTo>
                  <a:pt x="1294062" y="7144"/>
                </a:lnTo>
                <a:lnTo>
                  <a:pt x="1372643" y="7144"/>
                </a:lnTo>
                <a:lnTo>
                  <a:pt x="1372643" y="85725"/>
                </a:lnTo>
                <a:lnTo>
                  <a:pt x="1294062" y="85725"/>
                </a:lnTo>
                <a:close/>
                <a:moveTo>
                  <a:pt x="1286918" y="85725"/>
                </a:moveTo>
                <a:lnTo>
                  <a:pt x="1208337" y="85725"/>
                </a:lnTo>
                <a:lnTo>
                  <a:pt x="1208337" y="7144"/>
                </a:lnTo>
                <a:lnTo>
                  <a:pt x="1286918" y="7144"/>
                </a:lnTo>
                <a:lnTo>
                  <a:pt x="1286918" y="85725"/>
                </a:lnTo>
                <a:close/>
                <a:moveTo>
                  <a:pt x="1201193" y="85725"/>
                </a:moveTo>
                <a:lnTo>
                  <a:pt x="1122612" y="85725"/>
                </a:lnTo>
                <a:lnTo>
                  <a:pt x="1122612" y="7144"/>
                </a:lnTo>
                <a:lnTo>
                  <a:pt x="1201193" y="7144"/>
                </a:lnTo>
                <a:lnTo>
                  <a:pt x="1201193" y="85725"/>
                </a:lnTo>
                <a:close/>
                <a:moveTo>
                  <a:pt x="1115468" y="85725"/>
                </a:moveTo>
                <a:lnTo>
                  <a:pt x="1036887" y="85725"/>
                </a:lnTo>
                <a:lnTo>
                  <a:pt x="1036887" y="7144"/>
                </a:lnTo>
                <a:lnTo>
                  <a:pt x="1115468" y="7144"/>
                </a:lnTo>
                <a:lnTo>
                  <a:pt x="1115468" y="85725"/>
                </a:lnTo>
                <a:close/>
                <a:moveTo>
                  <a:pt x="1029743" y="85725"/>
                </a:moveTo>
                <a:lnTo>
                  <a:pt x="951162" y="85725"/>
                </a:lnTo>
                <a:lnTo>
                  <a:pt x="951162" y="7144"/>
                </a:lnTo>
                <a:lnTo>
                  <a:pt x="1029743" y="7144"/>
                </a:lnTo>
                <a:lnTo>
                  <a:pt x="1029743" y="85725"/>
                </a:lnTo>
                <a:close/>
                <a:moveTo>
                  <a:pt x="944018" y="85725"/>
                </a:moveTo>
                <a:lnTo>
                  <a:pt x="865437" y="85725"/>
                </a:lnTo>
                <a:lnTo>
                  <a:pt x="865437" y="7144"/>
                </a:lnTo>
                <a:lnTo>
                  <a:pt x="944018" y="7144"/>
                </a:lnTo>
                <a:lnTo>
                  <a:pt x="944018" y="85725"/>
                </a:lnTo>
                <a:close/>
                <a:moveTo>
                  <a:pt x="858293" y="85725"/>
                </a:moveTo>
                <a:lnTo>
                  <a:pt x="779712" y="85725"/>
                </a:lnTo>
                <a:lnTo>
                  <a:pt x="779712" y="7144"/>
                </a:lnTo>
                <a:lnTo>
                  <a:pt x="858293" y="7144"/>
                </a:lnTo>
                <a:lnTo>
                  <a:pt x="858293" y="85725"/>
                </a:lnTo>
                <a:close/>
                <a:moveTo>
                  <a:pt x="772568" y="85725"/>
                </a:moveTo>
                <a:lnTo>
                  <a:pt x="693987" y="85725"/>
                </a:lnTo>
                <a:lnTo>
                  <a:pt x="693987" y="7144"/>
                </a:lnTo>
                <a:lnTo>
                  <a:pt x="772568" y="7144"/>
                </a:lnTo>
                <a:lnTo>
                  <a:pt x="772568" y="85725"/>
                </a:lnTo>
                <a:close/>
                <a:moveTo>
                  <a:pt x="686843" y="85725"/>
                </a:moveTo>
                <a:lnTo>
                  <a:pt x="608262" y="85725"/>
                </a:lnTo>
                <a:lnTo>
                  <a:pt x="608262" y="7144"/>
                </a:lnTo>
                <a:lnTo>
                  <a:pt x="686843" y="7144"/>
                </a:lnTo>
                <a:lnTo>
                  <a:pt x="686843" y="85725"/>
                </a:lnTo>
                <a:close/>
                <a:moveTo>
                  <a:pt x="601118" y="85725"/>
                </a:moveTo>
                <a:lnTo>
                  <a:pt x="522537" y="85725"/>
                </a:lnTo>
                <a:lnTo>
                  <a:pt x="522537" y="7144"/>
                </a:lnTo>
                <a:lnTo>
                  <a:pt x="601118" y="7144"/>
                </a:lnTo>
                <a:lnTo>
                  <a:pt x="601118" y="85725"/>
                </a:lnTo>
                <a:close/>
                <a:moveTo>
                  <a:pt x="515393" y="85725"/>
                </a:moveTo>
                <a:lnTo>
                  <a:pt x="436812" y="85725"/>
                </a:lnTo>
                <a:lnTo>
                  <a:pt x="436812" y="7144"/>
                </a:lnTo>
                <a:lnTo>
                  <a:pt x="515393" y="7144"/>
                </a:lnTo>
                <a:lnTo>
                  <a:pt x="515393" y="85725"/>
                </a:lnTo>
                <a:close/>
                <a:moveTo>
                  <a:pt x="429668" y="85725"/>
                </a:moveTo>
                <a:lnTo>
                  <a:pt x="351087" y="85725"/>
                </a:lnTo>
                <a:lnTo>
                  <a:pt x="351087" y="7144"/>
                </a:lnTo>
                <a:lnTo>
                  <a:pt x="429668" y="7144"/>
                </a:lnTo>
                <a:lnTo>
                  <a:pt x="429668" y="85725"/>
                </a:lnTo>
                <a:close/>
                <a:moveTo>
                  <a:pt x="343943" y="85725"/>
                </a:moveTo>
                <a:lnTo>
                  <a:pt x="265362" y="85725"/>
                </a:lnTo>
                <a:lnTo>
                  <a:pt x="265362" y="7144"/>
                </a:lnTo>
                <a:lnTo>
                  <a:pt x="343943" y="7144"/>
                </a:lnTo>
                <a:lnTo>
                  <a:pt x="343943" y="85725"/>
                </a:lnTo>
                <a:close/>
                <a:moveTo>
                  <a:pt x="258218" y="85725"/>
                </a:moveTo>
                <a:lnTo>
                  <a:pt x="179637" y="85725"/>
                </a:lnTo>
                <a:lnTo>
                  <a:pt x="179637" y="7144"/>
                </a:lnTo>
                <a:lnTo>
                  <a:pt x="258218" y="7144"/>
                </a:lnTo>
                <a:lnTo>
                  <a:pt x="258218" y="85725"/>
                </a:lnTo>
                <a:close/>
                <a:moveTo>
                  <a:pt x="172493" y="85725"/>
                </a:moveTo>
                <a:lnTo>
                  <a:pt x="93912" y="85725"/>
                </a:lnTo>
                <a:lnTo>
                  <a:pt x="93912" y="7144"/>
                </a:lnTo>
                <a:lnTo>
                  <a:pt x="172493" y="7144"/>
                </a:lnTo>
                <a:lnTo>
                  <a:pt x="172493" y="85725"/>
                </a:lnTo>
                <a:close/>
                <a:moveTo>
                  <a:pt x="172493" y="92869"/>
                </a:moveTo>
                <a:lnTo>
                  <a:pt x="172493" y="171450"/>
                </a:lnTo>
                <a:lnTo>
                  <a:pt x="93912" y="171450"/>
                </a:lnTo>
                <a:lnTo>
                  <a:pt x="93912" y="92869"/>
                </a:lnTo>
                <a:lnTo>
                  <a:pt x="172493" y="92869"/>
                </a:lnTo>
                <a:close/>
                <a:moveTo>
                  <a:pt x="86768" y="171450"/>
                </a:moveTo>
                <a:lnTo>
                  <a:pt x="7144" y="171450"/>
                </a:lnTo>
                <a:lnTo>
                  <a:pt x="7144" y="92869"/>
                </a:lnTo>
                <a:lnTo>
                  <a:pt x="86768" y="92869"/>
                </a:lnTo>
                <a:lnTo>
                  <a:pt x="86768" y="171450"/>
                </a:lnTo>
                <a:close/>
                <a:moveTo>
                  <a:pt x="7144" y="178594"/>
                </a:moveTo>
                <a:lnTo>
                  <a:pt x="86768" y="178594"/>
                </a:lnTo>
                <a:lnTo>
                  <a:pt x="86768" y="257175"/>
                </a:lnTo>
                <a:lnTo>
                  <a:pt x="7144" y="257175"/>
                </a:lnTo>
                <a:lnTo>
                  <a:pt x="7144" y="178594"/>
                </a:lnTo>
                <a:close/>
                <a:moveTo>
                  <a:pt x="86768" y="264319"/>
                </a:moveTo>
                <a:lnTo>
                  <a:pt x="86768" y="342900"/>
                </a:lnTo>
                <a:lnTo>
                  <a:pt x="7144" y="342900"/>
                </a:lnTo>
                <a:lnTo>
                  <a:pt x="7144" y="264319"/>
                </a:lnTo>
                <a:lnTo>
                  <a:pt x="86768" y="264319"/>
                </a:lnTo>
                <a:close/>
                <a:moveTo>
                  <a:pt x="7144" y="350044"/>
                </a:moveTo>
                <a:lnTo>
                  <a:pt x="86768" y="350044"/>
                </a:lnTo>
                <a:lnTo>
                  <a:pt x="86768" y="428625"/>
                </a:lnTo>
                <a:lnTo>
                  <a:pt x="7144" y="428625"/>
                </a:lnTo>
                <a:lnTo>
                  <a:pt x="7144" y="350044"/>
                </a:lnTo>
                <a:close/>
                <a:moveTo>
                  <a:pt x="86768" y="435769"/>
                </a:moveTo>
                <a:lnTo>
                  <a:pt x="86768" y="514350"/>
                </a:lnTo>
                <a:lnTo>
                  <a:pt x="7144" y="514350"/>
                </a:lnTo>
                <a:lnTo>
                  <a:pt x="7144" y="435769"/>
                </a:lnTo>
                <a:lnTo>
                  <a:pt x="86768" y="435769"/>
                </a:lnTo>
                <a:close/>
                <a:moveTo>
                  <a:pt x="7144" y="521494"/>
                </a:moveTo>
                <a:lnTo>
                  <a:pt x="86768" y="521494"/>
                </a:lnTo>
                <a:lnTo>
                  <a:pt x="86768" y="600075"/>
                </a:lnTo>
                <a:lnTo>
                  <a:pt x="7144" y="600075"/>
                </a:lnTo>
                <a:lnTo>
                  <a:pt x="7144" y="521494"/>
                </a:lnTo>
                <a:close/>
                <a:moveTo>
                  <a:pt x="86768" y="607219"/>
                </a:moveTo>
                <a:lnTo>
                  <a:pt x="86768" y="685800"/>
                </a:lnTo>
                <a:lnTo>
                  <a:pt x="7144" y="685800"/>
                </a:lnTo>
                <a:lnTo>
                  <a:pt x="7144" y="607219"/>
                </a:lnTo>
                <a:lnTo>
                  <a:pt x="86768" y="607219"/>
                </a:lnTo>
                <a:close/>
                <a:moveTo>
                  <a:pt x="7144" y="692951"/>
                </a:moveTo>
                <a:lnTo>
                  <a:pt x="86768" y="692951"/>
                </a:lnTo>
                <a:lnTo>
                  <a:pt x="86768" y="771532"/>
                </a:lnTo>
                <a:lnTo>
                  <a:pt x="7144" y="771532"/>
                </a:lnTo>
                <a:lnTo>
                  <a:pt x="7144" y="692951"/>
                </a:lnTo>
                <a:close/>
                <a:moveTo>
                  <a:pt x="86768" y="778676"/>
                </a:moveTo>
                <a:lnTo>
                  <a:pt x="86768" y="857257"/>
                </a:lnTo>
                <a:lnTo>
                  <a:pt x="7144" y="857257"/>
                </a:lnTo>
                <a:lnTo>
                  <a:pt x="7144" y="778676"/>
                </a:lnTo>
                <a:lnTo>
                  <a:pt x="86768" y="778676"/>
                </a:lnTo>
                <a:close/>
                <a:moveTo>
                  <a:pt x="7144" y="864401"/>
                </a:moveTo>
                <a:lnTo>
                  <a:pt x="86768" y="864401"/>
                </a:lnTo>
                <a:lnTo>
                  <a:pt x="86768" y="942982"/>
                </a:lnTo>
                <a:lnTo>
                  <a:pt x="7144" y="942982"/>
                </a:lnTo>
                <a:lnTo>
                  <a:pt x="7144" y="864401"/>
                </a:lnTo>
                <a:close/>
                <a:moveTo>
                  <a:pt x="86768" y="950126"/>
                </a:moveTo>
                <a:lnTo>
                  <a:pt x="86768" y="1028707"/>
                </a:lnTo>
                <a:lnTo>
                  <a:pt x="7144" y="1028707"/>
                </a:lnTo>
                <a:lnTo>
                  <a:pt x="7144" y="950126"/>
                </a:lnTo>
                <a:lnTo>
                  <a:pt x="86768" y="950126"/>
                </a:lnTo>
                <a:close/>
                <a:moveTo>
                  <a:pt x="7144" y="1035851"/>
                </a:moveTo>
                <a:lnTo>
                  <a:pt x="86768" y="1035851"/>
                </a:lnTo>
                <a:lnTo>
                  <a:pt x="86768" y="1114432"/>
                </a:lnTo>
                <a:lnTo>
                  <a:pt x="7144" y="1114432"/>
                </a:lnTo>
                <a:lnTo>
                  <a:pt x="7144" y="1035851"/>
                </a:lnTo>
                <a:close/>
                <a:moveTo>
                  <a:pt x="86768" y="1121576"/>
                </a:moveTo>
                <a:lnTo>
                  <a:pt x="86768" y="1200157"/>
                </a:lnTo>
                <a:lnTo>
                  <a:pt x="7144" y="1200157"/>
                </a:lnTo>
                <a:lnTo>
                  <a:pt x="7144" y="1121576"/>
                </a:lnTo>
                <a:lnTo>
                  <a:pt x="86768" y="1121576"/>
                </a:lnTo>
                <a:close/>
                <a:moveTo>
                  <a:pt x="7144" y="1207301"/>
                </a:moveTo>
                <a:lnTo>
                  <a:pt x="86768" y="1207301"/>
                </a:lnTo>
                <a:lnTo>
                  <a:pt x="86768" y="1285882"/>
                </a:lnTo>
                <a:lnTo>
                  <a:pt x="7144" y="1285882"/>
                </a:lnTo>
                <a:lnTo>
                  <a:pt x="7144" y="1207301"/>
                </a:lnTo>
                <a:close/>
                <a:moveTo>
                  <a:pt x="86768" y="1293026"/>
                </a:moveTo>
                <a:lnTo>
                  <a:pt x="86768" y="1371607"/>
                </a:lnTo>
                <a:lnTo>
                  <a:pt x="7144" y="1371607"/>
                </a:lnTo>
                <a:lnTo>
                  <a:pt x="7144" y="1293026"/>
                </a:lnTo>
                <a:lnTo>
                  <a:pt x="86768" y="1293026"/>
                </a:lnTo>
                <a:close/>
                <a:moveTo>
                  <a:pt x="7144" y="1378751"/>
                </a:moveTo>
                <a:lnTo>
                  <a:pt x="86768" y="1378751"/>
                </a:lnTo>
                <a:lnTo>
                  <a:pt x="86768" y="1457332"/>
                </a:lnTo>
                <a:lnTo>
                  <a:pt x="7144" y="1457332"/>
                </a:lnTo>
                <a:lnTo>
                  <a:pt x="7144" y="1378751"/>
                </a:lnTo>
                <a:close/>
                <a:moveTo>
                  <a:pt x="86768" y="1464476"/>
                </a:moveTo>
                <a:lnTo>
                  <a:pt x="86768" y="1543057"/>
                </a:lnTo>
                <a:lnTo>
                  <a:pt x="7144" y="1543057"/>
                </a:lnTo>
                <a:lnTo>
                  <a:pt x="7144" y="1464476"/>
                </a:lnTo>
                <a:lnTo>
                  <a:pt x="86768" y="1464476"/>
                </a:lnTo>
                <a:close/>
                <a:moveTo>
                  <a:pt x="7144" y="1550201"/>
                </a:moveTo>
                <a:lnTo>
                  <a:pt x="86768" y="1550201"/>
                </a:lnTo>
                <a:lnTo>
                  <a:pt x="86768" y="1628782"/>
                </a:lnTo>
                <a:lnTo>
                  <a:pt x="7144" y="1628782"/>
                </a:lnTo>
                <a:lnTo>
                  <a:pt x="7144" y="1550201"/>
                </a:lnTo>
                <a:close/>
                <a:moveTo>
                  <a:pt x="86768" y="1635926"/>
                </a:moveTo>
                <a:lnTo>
                  <a:pt x="86768" y="1714507"/>
                </a:lnTo>
                <a:lnTo>
                  <a:pt x="7144" y="1714507"/>
                </a:lnTo>
                <a:lnTo>
                  <a:pt x="7144" y="1635926"/>
                </a:lnTo>
                <a:lnTo>
                  <a:pt x="86768" y="1635926"/>
                </a:lnTo>
                <a:close/>
                <a:moveTo>
                  <a:pt x="7144" y="1721651"/>
                </a:moveTo>
                <a:lnTo>
                  <a:pt x="86768" y="1721651"/>
                </a:lnTo>
                <a:lnTo>
                  <a:pt x="86768" y="1800232"/>
                </a:lnTo>
                <a:lnTo>
                  <a:pt x="7144" y="1800232"/>
                </a:lnTo>
                <a:lnTo>
                  <a:pt x="7144" y="1721651"/>
                </a:lnTo>
                <a:close/>
                <a:moveTo>
                  <a:pt x="93912" y="1721651"/>
                </a:moveTo>
                <a:lnTo>
                  <a:pt x="172493" y="1721651"/>
                </a:lnTo>
                <a:lnTo>
                  <a:pt x="172493" y="1800232"/>
                </a:lnTo>
                <a:lnTo>
                  <a:pt x="93912" y="1800232"/>
                </a:lnTo>
                <a:lnTo>
                  <a:pt x="93912" y="1721651"/>
                </a:lnTo>
                <a:close/>
                <a:moveTo>
                  <a:pt x="172493" y="1807376"/>
                </a:moveTo>
                <a:lnTo>
                  <a:pt x="172493" y="1885950"/>
                </a:lnTo>
                <a:lnTo>
                  <a:pt x="93912" y="1885950"/>
                </a:lnTo>
                <a:lnTo>
                  <a:pt x="93912" y="1807376"/>
                </a:lnTo>
                <a:lnTo>
                  <a:pt x="172493" y="1807376"/>
                </a:lnTo>
                <a:close/>
                <a:moveTo>
                  <a:pt x="179637" y="1807376"/>
                </a:moveTo>
                <a:lnTo>
                  <a:pt x="258218" y="1807376"/>
                </a:lnTo>
                <a:lnTo>
                  <a:pt x="258218" y="1885950"/>
                </a:lnTo>
                <a:lnTo>
                  <a:pt x="179637" y="1885950"/>
                </a:lnTo>
                <a:lnTo>
                  <a:pt x="179637" y="1807376"/>
                </a:lnTo>
                <a:close/>
                <a:moveTo>
                  <a:pt x="265362" y="1807376"/>
                </a:moveTo>
                <a:lnTo>
                  <a:pt x="343943" y="1807376"/>
                </a:lnTo>
                <a:lnTo>
                  <a:pt x="343943" y="1885950"/>
                </a:lnTo>
                <a:lnTo>
                  <a:pt x="265362" y="1885950"/>
                </a:lnTo>
                <a:lnTo>
                  <a:pt x="265362" y="1807376"/>
                </a:lnTo>
                <a:close/>
                <a:moveTo>
                  <a:pt x="351087" y="1807376"/>
                </a:moveTo>
                <a:lnTo>
                  <a:pt x="429668" y="1807376"/>
                </a:lnTo>
                <a:lnTo>
                  <a:pt x="429668" y="1885950"/>
                </a:lnTo>
                <a:lnTo>
                  <a:pt x="351087" y="1885950"/>
                </a:lnTo>
                <a:lnTo>
                  <a:pt x="351087" y="1807376"/>
                </a:lnTo>
                <a:close/>
                <a:moveTo>
                  <a:pt x="436812" y="1807376"/>
                </a:moveTo>
                <a:lnTo>
                  <a:pt x="515393" y="1807376"/>
                </a:lnTo>
                <a:lnTo>
                  <a:pt x="515393" y="1885950"/>
                </a:lnTo>
                <a:lnTo>
                  <a:pt x="436812" y="1885950"/>
                </a:lnTo>
                <a:lnTo>
                  <a:pt x="436812" y="1807376"/>
                </a:lnTo>
                <a:close/>
                <a:moveTo>
                  <a:pt x="522537" y="1807376"/>
                </a:moveTo>
                <a:lnTo>
                  <a:pt x="601118" y="1807376"/>
                </a:lnTo>
                <a:lnTo>
                  <a:pt x="601118" y="1885950"/>
                </a:lnTo>
                <a:lnTo>
                  <a:pt x="522537" y="1885950"/>
                </a:lnTo>
                <a:lnTo>
                  <a:pt x="522537" y="1807376"/>
                </a:lnTo>
                <a:close/>
                <a:moveTo>
                  <a:pt x="608262" y="1807376"/>
                </a:moveTo>
                <a:lnTo>
                  <a:pt x="686843" y="1807376"/>
                </a:lnTo>
                <a:lnTo>
                  <a:pt x="686843" y="1885950"/>
                </a:lnTo>
                <a:lnTo>
                  <a:pt x="608262" y="1885950"/>
                </a:lnTo>
                <a:lnTo>
                  <a:pt x="608262" y="1807376"/>
                </a:lnTo>
                <a:close/>
                <a:moveTo>
                  <a:pt x="693987" y="1807376"/>
                </a:moveTo>
                <a:lnTo>
                  <a:pt x="772568" y="1807376"/>
                </a:lnTo>
                <a:lnTo>
                  <a:pt x="772568" y="1885950"/>
                </a:lnTo>
                <a:lnTo>
                  <a:pt x="693987" y="1885950"/>
                </a:lnTo>
                <a:lnTo>
                  <a:pt x="693987" y="1807376"/>
                </a:lnTo>
                <a:close/>
                <a:moveTo>
                  <a:pt x="779712" y="1807376"/>
                </a:moveTo>
                <a:lnTo>
                  <a:pt x="858293" y="1807376"/>
                </a:lnTo>
                <a:lnTo>
                  <a:pt x="858293" y="1885950"/>
                </a:lnTo>
                <a:lnTo>
                  <a:pt x="779712" y="1885950"/>
                </a:lnTo>
                <a:lnTo>
                  <a:pt x="779712" y="1807376"/>
                </a:lnTo>
                <a:close/>
                <a:moveTo>
                  <a:pt x="865437" y="1807376"/>
                </a:moveTo>
                <a:lnTo>
                  <a:pt x="944018" y="1807376"/>
                </a:lnTo>
                <a:lnTo>
                  <a:pt x="944018" y="1885950"/>
                </a:lnTo>
                <a:lnTo>
                  <a:pt x="865437" y="1885950"/>
                </a:lnTo>
                <a:lnTo>
                  <a:pt x="865437" y="1807376"/>
                </a:lnTo>
                <a:close/>
                <a:moveTo>
                  <a:pt x="951162" y="1807376"/>
                </a:moveTo>
                <a:lnTo>
                  <a:pt x="1029743" y="1807376"/>
                </a:lnTo>
                <a:lnTo>
                  <a:pt x="1029743" y="1885950"/>
                </a:lnTo>
                <a:lnTo>
                  <a:pt x="951162" y="1885950"/>
                </a:lnTo>
                <a:lnTo>
                  <a:pt x="951162" y="1807376"/>
                </a:lnTo>
                <a:close/>
                <a:moveTo>
                  <a:pt x="1036887" y="1807376"/>
                </a:moveTo>
                <a:lnTo>
                  <a:pt x="1115468" y="1807376"/>
                </a:lnTo>
                <a:lnTo>
                  <a:pt x="1115468" y="1885950"/>
                </a:lnTo>
                <a:lnTo>
                  <a:pt x="1036887" y="1885950"/>
                </a:lnTo>
                <a:lnTo>
                  <a:pt x="1036887" y="1807376"/>
                </a:lnTo>
                <a:close/>
                <a:moveTo>
                  <a:pt x="1122612" y="1807376"/>
                </a:moveTo>
                <a:lnTo>
                  <a:pt x="1201193" y="1807376"/>
                </a:lnTo>
                <a:lnTo>
                  <a:pt x="1201193" y="1885950"/>
                </a:lnTo>
                <a:lnTo>
                  <a:pt x="1122612" y="1885950"/>
                </a:lnTo>
                <a:lnTo>
                  <a:pt x="1122612" y="1807376"/>
                </a:lnTo>
                <a:close/>
                <a:moveTo>
                  <a:pt x="1208337" y="1807376"/>
                </a:moveTo>
                <a:lnTo>
                  <a:pt x="1286918" y="1807376"/>
                </a:lnTo>
                <a:lnTo>
                  <a:pt x="1286918" y="1885950"/>
                </a:lnTo>
                <a:lnTo>
                  <a:pt x="1208337" y="1885950"/>
                </a:lnTo>
                <a:lnTo>
                  <a:pt x="1208337" y="1807376"/>
                </a:lnTo>
                <a:close/>
                <a:moveTo>
                  <a:pt x="1294062" y="1807376"/>
                </a:moveTo>
                <a:lnTo>
                  <a:pt x="1372643" y="1807376"/>
                </a:lnTo>
                <a:lnTo>
                  <a:pt x="1372643" y="1885950"/>
                </a:lnTo>
                <a:lnTo>
                  <a:pt x="1294062" y="1885950"/>
                </a:lnTo>
                <a:lnTo>
                  <a:pt x="1294062" y="1807376"/>
                </a:lnTo>
                <a:close/>
                <a:moveTo>
                  <a:pt x="1294062" y="1800232"/>
                </a:moveTo>
                <a:lnTo>
                  <a:pt x="1294062" y="1721651"/>
                </a:lnTo>
                <a:lnTo>
                  <a:pt x="1372643" y="1721651"/>
                </a:lnTo>
                <a:lnTo>
                  <a:pt x="1372643" y="1800232"/>
                </a:lnTo>
                <a:lnTo>
                  <a:pt x="1294062" y="1800232"/>
                </a:lnTo>
                <a:close/>
                <a:moveTo>
                  <a:pt x="1379787" y="1721651"/>
                </a:moveTo>
                <a:lnTo>
                  <a:pt x="1457325" y="1721651"/>
                </a:lnTo>
                <a:lnTo>
                  <a:pt x="1457325" y="1800232"/>
                </a:lnTo>
                <a:lnTo>
                  <a:pt x="1379787" y="1800232"/>
                </a:lnTo>
                <a:lnTo>
                  <a:pt x="1379787" y="1721651"/>
                </a:lnTo>
                <a:close/>
                <a:moveTo>
                  <a:pt x="1379787" y="1714507"/>
                </a:moveTo>
                <a:lnTo>
                  <a:pt x="1379787" y="1635926"/>
                </a:lnTo>
                <a:lnTo>
                  <a:pt x="1457325" y="1635926"/>
                </a:lnTo>
                <a:lnTo>
                  <a:pt x="1457325" y="1714507"/>
                </a:lnTo>
                <a:lnTo>
                  <a:pt x="1379787" y="1714507"/>
                </a:lnTo>
                <a:close/>
                <a:moveTo>
                  <a:pt x="1457325" y="1628782"/>
                </a:moveTo>
                <a:lnTo>
                  <a:pt x="1379787" y="1628782"/>
                </a:lnTo>
                <a:lnTo>
                  <a:pt x="1379787" y="1550201"/>
                </a:lnTo>
                <a:lnTo>
                  <a:pt x="1457325" y="1550201"/>
                </a:lnTo>
                <a:lnTo>
                  <a:pt x="1457325" y="1628782"/>
                </a:lnTo>
                <a:close/>
                <a:moveTo>
                  <a:pt x="1379787" y="1543057"/>
                </a:moveTo>
                <a:lnTo>
                  <a:pt x="1379787" y="1464476"/>
                </a:lnTo>
                <a:lnTo>
                  <a:pt x="1457325" y="1464476"/>
                </a:lnTo>
                <a:lnTo>
                  <a:pt x="1457325" y="1543057"/>
                </a:lnTo>
                <a:lnTo>
                  <a:pt x="1379787" y="1543057"/>
                </a:lnTo>
                <a:close/>
                <a:moveTo>
                  <a:pt x="1457325" y="1457332"/>
                </a:moveTo>
                <a:lnTo>
                  <a:pt x="1379787" y="1457332"/>
                </a:lnTo>
                <a:lnTo>
                  <a:pt x="1379787" y="1378751"/>
                </a:lnTo>
                <a:lnTo>
                  <a:pt x="1457325" y="1378751"/>
                </a:lnTo>
                <a:lnTo>
                  <a:pt x="1457325" y="1457332"/>
                </a:lnTo>
                <a:close/>
                <a:moveTo>
                  <a:pt x="1379787" y="1371607"/>
                </a:moveTo>
                <a:lnTo>
                  <a:pt x="1379787" y="1293026"/>
                </a:lnTo>
                <a:lnTo>
                  <a:pt x="1457325" y="1293026"/>
                </a:lnTo>
                <a:lnTo>
                  <a:pt x="1457325" y="1371607"/>
                </a:lnTo>
                <a:lnTo>
                  <a:pt x="1379787" y="1371607"/>
                </a:lnTo>
                <a:close/>
                <a:moveTo>
                  <a:pt x="1457325" y="1285882"/>
                </a:moveTo>
                <a:lnTo>
                  <a:pt x="1379787" y="1285882"/>
                </a:lnTo>
                <a:lnTo>
                  <a:pt x="1379787" y="1207301"/>
                </a:lnTo>
                <a:lnTo>
                  <a:pt x="1457325" y="1207301"/>
                </a:lnTo>
                <a:lnTo>
                  <a:pt x="1457325" y="1285882"/>
                </a:lnTo>
                <a:close/>
                <a:moveTo>
                  <a:pt x="1379787" y="1200157"/>
                </a:moveTo>
                <a:lnTo>
                  <a:pt x="1379787" y="1121576"/>
                </a:lnTo>
                <a:lnTo>
                  <a:pt x="1457325" y="1121576"/>
                </a:lnTo>
                <a:lnTo>
                  <a:pt x="1457325" y="1200157"/>
                </a:lnTo>
                <a:lnTo>
                  <a:pt x="1379787" y="1200157"/>
                </a:lnTo>
                <a:close/>
                <a:moveTo>
                  <a:pt x="1457325" y="1114432"/>
                </a:moveTo>
                <a:lnTo>
                  <a:pt x="1379787" y="1114432"/>
                </a:lnTo>
                <a:lnTo>
                  <a:pt x="1379787" y="1035851"/>
                </a:lnTo>
                <a:lnTo>
                  <a:pt x="1457325" y="1035851"/>
                </a:lnTo>
                <a:lnTo>
                  <a:pt x="1457325" y="1114432"/>
                </a:lnTo>
                <a:close/>
                <a:moveTo>
                  <a:pt x="1379787" y="1028707"/>
                </a:moveTo>
                <a:lnTo>
                  <a:pt x="1379787" y="950126"/>
                </a:lnTo>
                <a:lnTo>
                  <a:pt x="1457325" y="950126"/>
                </a:lnTo>
                <a:lnTo>
                  <a:pt x="1457325" y="1028707"/>
                </a:lnTo>
                <a:lnTo>
                  <a:pt x="1379787" y="1028707"/>
                </a:lnTo>
                <a:close/>
                <a:moveTo>
                  <a:pt x="1457325" y="942982"/>
                </a:moveTo>
                <a:lnTo>
                  <a:pt x="1379787" y="942982"/>
                </a:lnTo>
                <a:lnTo>
                  <a:pt x="1379787" y="864401"/>
                </a:lnTo>
                <a:lnTo>
                  <a:pt x="1457325" y="864401"/>
                </a:lnTo>
                <a:lnTo>
                  <a:pt x="1457325" y="942982"/>
                </a:lnTo>
                <a:close/>
                <a:moveTo>
                  <a:pt x="1379787" y="857257"/>
                </a:moveTo>
                <a:lnTo>
                  <a:pt x="1379787" y="778676"/>
                </a:lnTo>
                <a:lnTo>
                  <a:pt x="1457325" y="778676"/>
                </a:lnTo>
                <a:lnTo>
                  <a:pt x="1457325" y="857257"/>
                </a:lnTo>
                <a:lnTo>
                  <a:pt x="1379787" y="857257"/>
                </a:lnTo>
                <a:close/>
                <a:moveTo>
                  <a:pt x="1457325" y="771532"/>
                </a:moveTo>
                <a:lnTo>
                  <a:pt x="1379787" y="771532"/>
                </a:lnTo>
                <a:lnTo>
                  <a:pt x="1379787" y="692951"/>
                </a:lnTo>
                <a:lnTo>
                  <a:pt x="1457325" y="692951"/>
                </a:lnTo>
                <a:lnTo>
                  <a:pt x="1457325" y="771532"/>
                </a:lnTo>
                <a:close/>
                <a:moveTo>
                  <a:pt x="1379787" y="685807"/>
                </a:moveTo>
                <a:lnTo>
                  <a:pt x="1379787" y="607226"/>
                </a:lnTo>
                <a:lnTo>
                  <a:pt x="1457325" y="607226"/>
                </a:lnTo>
                <a:lnTo>
                  <a:pt x="1457325" y="685807"/>
                </a:lnTo>
                <a:lnTo>
                  <a:pt x="1379787" y="685807"/>
                </a:lnTo>
                <a:close/>
                <a:moveTo>
                  <a:pt x="1457325" y="600075"/>
                </a:moveTo>
                <a:lnTo>
                  <a:pt x="1379787" y="600075"/>
                </a:lnTo>
                <a:lnTo>
                  <a:pt x="1379787" y="521494"/>
                </a:lnTo>
                <a:lnTo>
                  <a:pt x="1457325" y="521494"/>
                </a:lnTo>
                <a:lnTo>
                  <a:pt x="1457325" y="600075"/>
                </a:lnTo>
                <a:close/>
                <a:moveTo>
                  <a:pt x="1379787" y="514350"/>
                </a:moveTo>
                <a:lnTo>
                  <a:pt x="1379787" y="435769"/>
                </a:lnTo>
                <a:lnTo>
                  <a:pt x="1457325" y="435769"/>
                </a:lnTo>
                <a:lnTo>
                  <a:pt x="1457325" y="514350"/>
                </a:lnTo>
                <a:lnTo>
                  <a:pt x="1379787" y="514350"/>
                </a:lnTo>
                <a:close/>
                <a:moveTo>
                  <a:pt x="1457325" y="428625"/>
                </a:moveTo>
                <a:lnTo>
                  <a:pt x="1379787" y="428625"/>
                </a:lnTo>
                <a:lnTo>
                  <a:pt x="1379787" y="350044"/>
                </a:lnTo>
                <a:lnTo>
                  <a:pt x="1457325" y="350044"/>
                </a:lnTo>
                <a:lnTo>
                  <a:pt x="1457325" y="428625"/>
                </a:lnTo>
                <a:close/>
                <a:moveTo>
                  <a:pt x="1379787" y="342900"/>
                </a:moveTo>
                <a:lnTo>
                  <a:pt x="1379787" y="264319"/>
                </a:lnTo>
                <a:lnTo>
                  <a:pt x="1457325" y="264319"/>
                </a:lnTo>
                <a:lnTo>
                  <a:pt x="1457325" y="342900"/>
                </a:lnTo>
                <a:lnTo>
                  <a:pt x="1379787" y="342900"/>
                </a:lnTo>
                <a:close/>
                <a:moveTo>
                  <a:pt x="1457325" y="257175"/>
                </a:moveTo>
                <a:lnTo>
                  <a:pt x="1379787" y="257175"/>
                </a:lnTo>
                <a:lnTo>
                  <a:pt x="1379787" y="178594"/>
                </a:lnTo>
                <a:lnTo>
                  <a:pt x="1457325" y="178594"/>
                </a:lnTo>
                <a:lnTo>
                  <a:pt x="1457325" y="257175"/>
                </a:lnTo>
                <a:close/>
                <a:moveTo>
                  <a:pt x="1379787" y="171450"/>
                </a:moveTo>
                <a:lnTo>
                  <a:pt x="1379787" y="92869"/>
                </a:lnTo>
                <a:lnTo>
                  <a:pt x="1457325" y="92869"/>
                </a:lnTo>
                <a:lnTo>
                  <a:pt x="1457325" y="171450"/>
                </a:lnTo>
                <a:lnTo>
                  <a:pt x="1379787" y="171450"/>
                </a:lnTo>
                <a:close/>
                <a:moveTo>
                  <a:pt x="1457325" y="85725"/>
                </a:moveTo>
                <a:lnTo>
                  <a:pt x="1379787" y="85725"/>
                </a:lnTo>
                <a:lnTo>
                  <a:pt x="1379787" y="7144"/>
                </a:lnTo>
                <a:lnTo>
                  <a:pt x="1457325" y="7144"/>
                </a:lnTo>
                <a:lnTo>
                  <a:pt x="1457325" y="85725"/>
                </a:lnTo>
                <a:close/>
                <a:moveTo>
                  <a:pt x="86768" y="7144"/>
                </a:moveTo>
                <a:lnTo>
                  <a:pt x="86768" y="85725"/>
                </a:lnTo>
                <a:lnTo>
                  <a:pt x="7144" y="85725"/>
                </a:lnTo>
                <a:lnTo>
                  <a:pt x="7144" y="7144"/>
                </a:lnTo>
                <a:lnTo>
                  <a:pt x="86768" y="7144"/>
                </a:lnTo>
                <a:close/>
                <a:moveTo>
                  <a:pt x="7144" y="1807376"/>
                </a:moveTo>
                <a:lnTo>
                  <a:pt x="86768" y="1807376"/>
                </a:lnTo>
                <a:lnTo>
                  <a:pt x="86768" y="1885950"/>
                </a:lnTo>
                <a:lnTo>
                  <a:pt x="7144" y="1885950"/>
                </a:lnTo>
                <a:lnTo>
                  <a:pt x="7144" y="1807376"/>
                </a:lnTo>
                <a:close/>
                <a:moveTo>
                  <a:pt x="1379787" y="1885950"/>
                </a:moveTo>
                <a:lnTo>
                  <a:pt x="1379787" y="1807376"/>
                </a:lnTo>
                <a:lnTo>
                  <a:pt x="1457325" y="1807376"/>
                </a:lnTo>
                <a:lnTo>
                  <a:pt x="1457325" y="1885950"/>
                </a:lnTo>
                <a:lnTo>
                  <a:pt x="1379787" y="1885950"/>
                </a:lnTo>
                <a:close/>
              </a:path>
            </a:pathLst>
          </a:custGeom>
          <a:solidFill>
            <a:srgbClr val="F2F2F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7" name="Freeform: Shape 486">
            <a:extLst>
              <a:ext uri="{FF2B5EF4-FFF2-40B4-BE49-F238E27FC236}">
                <a16:creationId xmlns:a16="http://schemas.microsoft.com/office/drawing/2014/main" id="{BBF8B5E5-FC54-ACCD-C58A-2664CCC1D3DD}"/>
              </a:ext>
            </a:extLst>
          </p:cNvPr>
          <p:cNvSpPr/>
          <p:nvPr/>
        </p:nvSpPr>
        <p:spPr>
          <a:xfrm>
            <a:off x="11715144" y="-738780"/>
            <a:ext cx="98651" cy="98651"/>
          </a:xfrm>
          <a:custGeom>
            <a:avLst/>
            <a:gdLst>
              <a:gd name="connsiteX0" fmla="*/ 85725 w 85725"/>
              <a:gd name="connsiteY0" fmla="*/ 42863 h 85725"/>
              <a:gd name="connsiteX1" fmla="*/ 42863 w 85725"/>
              <a:gd name="connsiteY1" fmla="*/ 85725 h 85725"/>
              <a:gd name="connsiteX2" fmla="*/ 0 w 85725"/>
              <a:gd name="connsiteY2" fmla="*/ 42863 h 85725"/>
              <a:gd name="connsiteX3" fmla="*/ 42863 w 85725"/>
              <a:gd name="connsiteY3" fmla="*/ 0 h 85725"/>
              <a:gd name="connsiteX4" fmla="*/ 85725 w 85725"/>
              <a:gd name="connsiteY4" fmla="*/ 42863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" h="85725">
                <a:moveTo>
                  <a:pt x="85725" y="42863"/>
                </a:moveTo>
                <a:cubicBezTo>
                  <a:pt x="85725" y="66537"/>
                  <a:pt x="66537" y="85725"/>
                  <a:pt x="42863" y="85725"/>
                </a:cubicBezTo>
                <a:cubicBezTo>
                  <a:pt x="19188" y="85725"/>
                  <a:pt x="0" y="66537"/>
                  <a:pt x="0" y="42863"/>
                </a:cubicBezTo>
                <a:cubicBezTo>
                  <a:pt x="0" y="19188"/>
                  <a:pt x="19188" y="0"/>
                  <a:pt x="42863" y="0"/>
                </a:cubicBezTo>
                <a:cubicBezTo>
                  <a:pt x="66537" y="0"/>
                  <a:pt x="85725" y="19188"/>
                  <a:pt x="85725" y="42863"/>
                </a:cubicBezTo>
              </a:path>
            </a:pathLst>
          </a:custGeom>
          <a:solidFill>
            <a:srgbClr val="FFFFFF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8" name="Freeform: Shape 487">
            <a:extLst>
              <a:ext uri="{FF2B5EF4-FFF2-40B4-BE49-F238E27FC236}">
                <a16:creationId xmlns:a16="http://schemas.microsoft.com/office/drawing/2014/main" id="{D5A35441-0184-CD31-0073-34ACE587FCAE}"/>
              </a:ext>
            </a:extLst>
          </p:cNvPr>
          <p:cNvSpPr/>
          <p:nvPr/>
        </p:nvSpPr>
        <p:spPr>
          <a:xfrm>
            <a:off x="13096255" y="-738780"/>
            <a:ext cx="98651" cy="98651"/>
          </a:xfrm>
          <a:custGeom>
            <a:avLst/>
            <a:gdLst>
              <a:gd name="connsiteX0" fmla="*/ 85725 w 85725"/>
              <a:gd name="connsiteY0" fmla="*/ 42863 h 85725"/>
              <a:gd name="connsiteX1" fmla="*/ 42863 w 85725"/>
              <a:gd name="connsiteY1" fmla="*/ 85725 h 85725"/>
              <a:gd name="connsiteX2" fmla="*/ 0 w 85725"/>
              <a:gd name="connsiteY2" fmla="*/ 42863 h 85725"/>
              <a:gd name="connsiteX3" fmla="*/ 42863 w 85725"/>
              <a:gd name="connsiteY3" fmla="*/ 0 h 85725"/>
              <a:gd name="connsiteX4" fmla="*/ 85725 w 85725"/>
              <a:gd name="connsiteY4" fmla="*/ 42863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" h="85725">
                <a:moveTo>
                  <a:pt x="85725" y="42863"/>
                </a:moveTo>
                <a:cubicBezTo>
                  <a:pt x="85725" y="66537"/>
                  <a:pt x="66537" y="85725"/>
                  <a:pt x="42863" y="85725"/>
                </a:cubicBezTo>
                <a:cubicBezTo>
                  <a:pt x="19188" y="85725"/>
                  <a:pt x="0" y="66537"/>
                  <a:pt x="0" y="42863"/>
                </a:cubicBezTo>
                <a:cubicBezTo>
                  <a:pt x="0" y="19188"/>
                  <a:pt x="19188" y="0"/>
                  <a:pt x="42863" y="0"/>
                </a:cubicBezTo>
                <a:cubicBezTo>
                  <a:pt x="66537" y="0"/>
                  <a:pt x="85725" y="19188"/>
                  <a:pt x="85725" y="42863"/>
                </a:cubicBezTo>
              </a:path>
            </a:pathLst>
          </a:custGeom>
          <a:solidFill>
            <a:srgbClr val="FFFFFF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9" name="Freeform: Shape 488">
            <a:extLst>
              <a:ext uri="{FF2B5EF4-FFF2-40B4-BE49-F238E27FC236}">
                <a16:creationId xmlns:a16="http://schemas.microsoft.com/office/drawing/2014/main" id="{7341DAFF-E335-FE73-A5AF-3579047C46E7}"/>
              </a:ext>
            </a:extLst>
          </p:cNvPr>
          <p:cNvSpPr/>
          <p:nvPr/>
        </p:nvSpPr>
        <p:spPr>
          <a:xfrm>
            <a:off x="8237701" y="376674"/>
            <a:ext cx="1985347" cy="1985348"/>
          </a:xfrm>
          <a:custGeom>
            <a:avLst/>
            <a:gdLst>
              <a:gd name="connsiteX0" fmla="*/ 0 w 1725215"/>
              <a:gd name="connsiteY0" fmla="*/ 1725216 h 1725215"/>
              <a:gd name="connsiteX1" fmla="*/ 1725216 w 1725215"/>
              <a:gd name="connsiteY1" fmla="*/ 1725216 h 1725215"/>
              <a:gd name="connsiteX2" fmla="*/ 1725216 w 1725215"/>
              <a:gd name="connsiteY2" fmla="*/ 0 h 1725215"/>
              <a:gd name="connsiteX3" fmla="*/ 0 w 1725215"/>
              <a:gd name="connsiteY3" fmla="*/ 1725216 h 1725215"/>
              <a:gd name="connsiteX4" fmla="*/ 1391645 w 1725215"/>
              <a:gd name="connsiteY4" fmla="*/ 1407319 h 1725215"/>
              <a:gd name="connsiteX5" fmla="*/ 768017 w 1725215"/>
              <a:gd name="connsiteY5" fmla="*/ 1407319 h 1725215"/>
              <a:gd name="connsiteX6" fmla="*/ 1391645 w 1725215"/>
              <a:gd name="connsiteY6" fmla="*/ 821531 h 1725215"/>
              <a:gd name="connsiteX7" fmla="*/ 1391645 w 1725215"/>
              <a:gd name="connsiteY7" fmla="*/ 1407319 h 172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5215" h="1725215">
                <a:moveTo>
                  <a:pt x="0" y="1725216"/>
                </a:moveTo>
                <a:lnTo>
                  <a:pt x="1725216" y="1725216"/>
                </a:lnTo>
                <a:lnTo>
                  <a:pt x="1725216" y="0"/>
                </a:lnTo>
                <a:lnTo>
                  <a:pt x="0" y="1725216"/>
                </a:lnTo>
                <a:close/>
                <a:moveTo>
                  <a:pt x="1391645" y="1407319"/>
                </a:moveTo>
                <a:lnTo>
                  <a:pt x="768017" y="1407319"/>
                </a:lnTo>
                <a:lnTo>
                  <a:pt x="1391645" y="821531"/>
                </a:lnTo>
                <a:lnTo>
                  <a:pt x="1391645" y="1407319"/>
                </a:lnTo>
                <a:close/>
              </a:path>
            </a:pathLst>
          </a:custGeom>
          <a:solidFill>
            <a:srgbClr val="3E4B6D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0" name="Freeform: Shape 489">
            <a:extLst>
              <a:ext uri="{FF2B5EF4-FFF2-40B4-BE49-F238E27FC236}">
                <a16:creationId xmlns:a16="http://schemas.microsoft.com/office/drawing/2014/main" id="{28794C9C-6FAD-348D-9525-4ED465C3746B}"/>
              </a:ext>
            </a:extLst>
          </p:cNvPr>
          <p:cNvSpPr/>
          <p:nvPr/>
        </p:nvSpPr>
        <p:spPr>
          <a:xfrm>
            <a:off x="10149094" y="1178187"/>
            <a:ext cx="73987" cy="8220"/>
          </a:xfrm>
          <a:custGeom>
            <a:avLst/>
            <a:gdLst>
              <a:gd name="connsiteX0" fmla="*/ 0 w 64293"/>
              <a:gd name="connsiteY0" fmla="*/ 0 h 7143"/>
              <a:gd name="connsiteX1" fmla="*/ 64294 w 64293"/>
              <a:gd name="connsiteY1" fmla="*/ 0 h 7143"/>
              <a:gd name="connsiteX2" fmla="*/ 64294 w 64293"/>
              <a:gd name="connsiteY2" fmla="*/ 7144 h 7143"/>
              <a:gd name="connsiteX3" fmla="*/ 0 w 64293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7143">
                <a:moveTo>
                  <a:pt x="0" y="0"/>
                </a:moveTo>
                <a:lnTo>
                  <a:pt x="64294" y="0"/>
                </a:lnTo>
                <a:lnTo>
                  <a:pt x="64294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1" name="Freeform: Shape 490">
            <a:extLst>
              <a:ext uri="{FF2B5EF4-FFF2-40B4-BE49-F238E27FC236}">
                <a16:creationId xmlns:a16="http://schemas.microsoft.com/office/drawing/2014/main" id="{8CFDC5A1-5813-60F4-BF59-312AB78EA46D}"/>
              </a:ext>
            </a:extLst>
          </p:cNvPr>
          <p:cNvSpPr/>
          <p:nvPr/>
        </p:nvSpPr>
        <p:spPr>
          <a:xfrm>
            <a:off x="10149094" y="1219292"/>
            <a:ext cx="73987" cy="8220"/>
          </a:xfrm>
          <a:custGeom>
            <a:avLst/>
            <a:gdLst>
              <a:gd name="connsiteX0" fmla="*/ 0 w 64293"/>
              <a:gd name="connsiteY0" fmla="*/ 0 h 7143"/>
              <a:gd name="connsiteX1" fmla="*/ 64294 w 64293"/>
              <a:gd name="connsiteY1" fmla="*/ 0 h 7143"/>
              <a:gd name="connsiteX2" fmla="*/ 64294 w 64293"/>
              <a:gd name="connsiteY2" fmla="*/ 7144 h 7143"/>
              <a:gd name="connsiteX3" fmla="*/ 0 w 64293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7143">
                <a:moveTo>
                  <a:pt x="0" y="0"/>
                </a:moveTo>
                <a:lnTo>
                  <a:pt x="64294" y="0"/>
                </a:lnTo>
                <a:lnTo>
                  <a:pt x="64294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2" name="Freeform: Shape 491">
            <a:extLst>
              <a:ext uri="{FF2B5EF4-FFF2-40B4-BE49-F238E27FC236}">
                <a16:creationId xmlns:a16="http://schemas.microsoft.com/office/drawing/2014/main" id="{858DB27C-1AF4-21D6-2E74-D51F585C63ED}"/>
              </a:ext>
            </a:extLst>
          </p:cNvPr>
          <p:cNvSpPr/>
          <p:nvPr/>
        </p:nvSpPr>
        <p:spPr>
          <a:xfrm>
            <a:off x="10149094" y="1260395"/>
            <a:ext cx="73987" cy="8220"/>
          </a:xfrm>
          <a:custGeom>
            <a:avLst/>
            <a:gdLst>
              <a:gd name="connsiteX0" fmla="*/ 0 w 64293"/>
              <a:gd name="connsiteY0" fmla="*/ 0 h 7143"/>
              <a:gd name="connsiteX1" fmla="*/ 64294 w 64293"/>
              <a:gd name="connsiteY1" fmla="*/ 0 h 7143"/>
              <a:gd name="connsiteX2" fmla="*/ 64294 w 64293"/>
              <a:gd name="connsiteY2" fmla="*/ 7144 h 7143"/>
              <a:gd name="connsiteX3" fmla="*/ 0 w 64293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7143">
                <a:moveTo>
                  <a:pt x="0" y="0"/>
                </a:moveTo>
                <a:lnTo>
                  <a:pt x="64294" y="0"/>
                </a:lnTo>
                <a:lnTo>
                  <a:pt x="64294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3" name="Freeform: Shape 492">
            <a:extLst>
              <a:ext uri="{FF2B5EF4-FFF2-40B4-BE49-F238E27FC236}">
                <a16:creationId xmlns:a16="http://schemas.microsoft.com/office/drawing/2014/main" id="{49D93BAE-4100-FAD6-6C13-50C4B475E8E1}"/>
              </a:ext>
            </a:extLst>
          </p:cNvPr>
          <p:cNvSpPr/>
          <p:nvPr/>
        </p:nvSpPr>
        <p:spPr>
          <a:xfrm>
            <a:off x="10091547" y="1301500"/>
            <a:ext cx="131534" cy="8220"/>
          </a:xfrm>
          <a:custGeom>
            <a:avLst/>
            <a:gdLst>
              <a:gd name="connsiteX0" fmla="*/ 0 w 114300"/>
              <a:gd name="connsiteY0" fmla="*/ 0 h 7143"/>
              <a:gd name="connsiteX1" fmla="*/ 114300 w 114300"/>
              <a:gd name="connsiteY1" fmla="*/ 0 h 7143"/>
              <a:gd name="connsiteX2" fmla="*/ 114300 w 114300"/>
              <a:gd name="connsiteY2" fmla="*/ 7144 h 7143"/>
              <a:gd name="connsiteX3" fmla="*/ 0 w 114300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" h="7143">
                <a:moveTo>
                  <a:pt x="0" y="0"/>
                </a:moveTo>
                <a:lnTo>
                  <a:pt x="114300" y="0"/>
                </a:lnTo>
                <a:lnTo>
                  <a:pt x="114300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4" name="Freeform: Shape 493">
            <a:extLst>
              <a:ext uri="{FF2B5EF4-FFF2-40B4-BE49-F238E27FC236}">
                <a16:creationId xmlns:a16="http://schemas.microsoft.com/office/drawing/2014/main" id="{779BC889-DA77-E355-E1CB-566215A3BCBD}"/>
              </a:ext>
            </a:extLst>
          </p:cNvPr>
          <p:cNvSpPr/>
          <p:nvPr/>
        </p:nvSpPr>
        <p:spPr>
          <a:xfrm>
            <a:off x="10149086" y="1342597"/>
            <a:ext cx="73987" cy="8220"/>
          </a:xfrm>
          <a:custGeom>
            <a:avLst/>
            <a:gdLst>
              <a:gd name="connsiteX0" fmla="*/ 0 w 64293"/>
              <a:gd name="connsiteY0" fmla="*/ 0 h 7143"/>
              <a:gd name="connsiteX1" fmla="*/ 64294 w 64293"/>
              <a:gd name="connsiteY1" fmla="*/ 0 h 7143"/>
              <a:gd name="connsiteX2" fmla="*/ 64294 w 64293"/>
              <a:gd name="connsiteY2" fmla="*/ 7144 h 7143"/>
              <a:gd name="connsiteX3" fmla="*/ 0 w 64293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7143">
                <a:moveTo>
                  <a:pt x="0" y="0"/>
                </a:moveTo>
                <a:lnTo>
                  <a:pt x="64294" y="0"/>
                </a:lnTo>
                <a:lnTo>
                  <a:pt x="64294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5" name="Freeform: Shape 494">
            <a:extLst>
              <a:ext uri="{FF2B5EF4-FFF2-40B4-BE49-F238E27FC236}">
                <a16:creationId xmlns:a16="http://schemas.microsoft.com/office/drawing/2014/main" id="{4630AD9A-A516-F733-6681-71F819376722}"/>
              </a:ext>
            </a:extLst>
          </p:cNvPr>
          <p:cNvSpPr/>
          <p:nvPr/>
        </p:nvSpPr>
        <p:spPr>
          <a:xfrm>
            <a:off x="10149086" y="1383701"/>
            <a:ext cx="73987" cy="8220"/>
          </a:xfrm>
          <a:custGeom>
            <a:avLst/>
            <a:gdLst>
              <a:gd name="connsiteX0" fmla="*/ 0 w 64293"/>
              <a:gd name="connsiteY0" fmla="*/ 0 h 7143"/>
              <a:gd name="connsiteX1" fmla="*/ 64294 w 64293"/>
              <a:gd name="connsiteY1" fmla="*/ 0 h 7143"/>
              <a:gd name="connsiteX2" fmla="*/ 64294 w 64293"/>
              <a:gd name="connsiteY2" fmla="*/ 7144 h 7143"/>
              <a:gd name="connsiteX3" fmla="*/ 0 w 64293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7143">
                <a:moveTo>
                  <a:pt x="0" y="0"/>
                </a:moveTo>
                <a:lnTo>
                  <a:pt x="64294" y="0"/>
                </a:lnTo>
                <a:lnTo>
                  <a:pt x="64294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6" name="Freeform: Shape 495">
            <a:extLst>
              <a:ext uri="{FF2B5EF4-FFF2-40B4-BE49-F238E27FC236}">
                <a16:creationId xmlns:a16="http://schemas.microsoft.com/office/drawing/2014/main" id="{2D536AB4-CEF2-2C3B-BAC3-EEE2B7C1715A}"/>
              </a:ext>
            </a:extLst>
          </p:cNvPr>
          <p:cNvSpPr/>
          <p:nvPr/>
        </p:nvSpPr>
        <p:spPr>
          <a:xfrm>
            <a:off x="10149086" y="1424805"/>
            <a:ext cx="73987" cy="8220"/>
          </a:xfrm>
          <a:custGeom>
            <a:avLst/>
            <a:gdLst>
              <a:gd name="connsiteX0" fmla="*/ 0 w 64293"/>
              <a:gd name="connsiteY0" fmla="*/ 0 h 7143"/>
              <a:gd name="connsiteX1" fmla="*/ 64294 w 64293"/>
              <a:gd name="connsiteY1" fmla="*/ 0 h 7143"/>
              <a:gd name="connsiteX2" fmla="*/ 64294 w 64293"/>
              <a:gd name="connsiteY2" fmla="*/ 7144 h 7143"/>
              <a:gd name="connsiteX3" fmla="*/ 0 w 64293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7143">
                <a:moveTo>
                  <a:pt x="0" y="0"/>
                </a:moveTo>
                <a:lnTo>
                  <a:pt x="64294" y="0"/>
                </a:lnTo>
                <a:lnTo>
                  <a:pt x="64294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7" name="Freeform: Shape 496">
            <a:extLst>
              <a:ext uri="{FF2B5EF4-FFF2-40B4-BE49-F238E27FC236}">
                <a16:creationId xmlns:a16="http://schemas.microsoft.com/office/drawing/2014/main" id="{F6535669-6F02-4DFC-274B-EF302AFF9A26}"/>
              </a:ext>
            </a:extLst>
          </p:cNvPr>
          <p:cNvSpPr/>
          <p:nvPr/>
        </p:nvSpPr>
        <p:spPr>
          <a:xfrm>
            <a:off x="10091539" y="1465910"/>
            <a:ext cx="131534" cy="8220"/>
          </a:xfrm>
          <a:custGeom>
            <a:avLst/>
            <a:gdLst>
              <a:gd name="connsiteX0" fmla="*/ 0 w 114300"/>
              <a:gd name="connsiteY0" fmla="*/ 0 h 7143"/>
              <a:gd name="connsiteX1" fmla="*/ 114300 w 114300"/>
              <a:gd name="connsiteY1" fmla="*/ 0 h 7143"/>
              <a:gd name="connsiteX2" fmla="*/ 114300 w 114300"/>
              <a:gd name="connsiteY2" fmla="*/ 7144 h 7143"/>
              <a:gd name="connsiteX3" fmla="*/ 0 w 114300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" h="7143">
                <a:moveTo>
                  <a:pt x="0" y="0"/>
                </a:moveTo>
                <a:lnTo>
                  <a:pt x="114300" y="0"/>
                </a:lnTo>
                <a:lnTo>
                  <a:pt x="114300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8" name="Freeform: Shape 497">
            <a:extLst>
              <a:ext uri="{FF2B5EF4-FFF2-40B4-BE49-F238E27FC236}">
                <a16:creationId xmlns:a16="http://schemas.microsoft.com/office/drawing/2014/main" id="{E2023624-656F-5D29-843B-CE97D81878B0}"/>
              </a:ext>
            </a:extLst>
          </p:cNvPr>
          <p:cNvSpPr/>
          <p:nvPr/>
        </p:nvSpPr>
        <p:spPr>
          <a:xfrm>
            <a:off x="10149086" y="1507015"/>
            <a:ext cx="73987" cy="8220"/>
          </a:xfrm>
          <a:custGeom>
            <a:avLst/>
            <a:gdLst>
              <a:gd name="connsiteX0" fmla="*/ 0 w 64293"/>
              <a:gd name="connsiteY0" fmla="*/ 0 h 7143"/>
              <a:gd name="connsiteX1" fmla="*/ 64294 w 64293"/>
              <a:gd name="connsiteY1" fmla="*/ 0 h 7143"/>
              <a:gd name="connsiteX2" fmla="*/ 64294 w 64293"/>
              <a:gd name="connsiteY2" fmla="*/ 7144 h 7143"/>
              <a:gd name="connsiteX3" fmla="*/ 0 w 64293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7143">
                <a:moveTo>
                  <a:pt x="0" y="0"/>
                </a:moveTo>
                <a:lnTo>
                  <a:pt x="64294" y="0"/>
                </a:lnTo>
                <a:lnTo>
                  <a:pt x="64294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9" name="Freeform: Shape 498">
            <a:extLst>
              <a:ext uri="{FF2B5EF4-FFF2-40B4-BE49-F238E27FC236}">
                <a16:creationId xmlns:a16="http://schemas.microsoft.com/office/drawing/2014/main" id="{6A7078FE-522F-3909-C93C-6BAC8DCBE00A}"/>
              </a:ext>
            </a:extLst>
          </p:cNvPr>
          <p:cNvSpPr/>
          <p:nvPr/>
        </p:nvSpPr>
        <p:spPr>
          <a:xfrm>
            <a:off x="10149086" y="1548111"/>
            <a:ext cx="73987" cy="8220"/>
          </a:xfrm>
          <a:custGeom>
            <a:avLst/>
            <a:gdLst>
              <a:gd name="connsiteX0" fmla="*/ 0 w 64293"/>
              <a:gd name="connsiteY0" fmla="*/ 0 h 7143"/>
              <a:gd name="connsiteX1" fmla="*/ 64294 w 64293"/>
              <a:gd name="connsiteY1" fmla="*/ 0 h 7143"/>
              <a:gd name="connsiteX2" fmla="*/ 64294 w 64293"/>
              <a:gd name="connsiteY2" fmla="*/ 7144 h 7143"/>
              <a:gd name="connsiteX3" fmla="*/ 0 w 64293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7143">
                <a:moveTo>
                  <a:pt x="0" y="0"/>
                </a:moveTo>
                <a:lnTo>
                  <a:pt x="64294" y="0"/>
                </a:lnTo>
                <a:lnTo>
                  <a:pt x="64294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0" name="Freeform: Shape 499">
            <a:extLst>
              <a:ext uri="{FF2B5EF4-FFF2-40B4-BE49-F238E27FC236}">
                <a16:creationId xmlns:a16="http://schemas.microsoft.com/office/drawing/2014/main" id="{86E5EACB-3721-C6E2-C991-834CF8C19413}"/>
              </a:ext>
            </a:extLst>
          </p:cNvPr>
          <p:cNvSpPr/>
          <p:nvPr/>
        </p:nvSpPr>
        <p:spPr>
          <a:xfrm>
            <a:off x="10149086" y="1589215"/>
            <a:ext cx="73987" cy="8220"/>
          </a:xfrm>
          <a:custGeom>
            <a:avLst/>
            <a:gdLst>
              <a:gd name="connsiteX0" fmla="*/ 0 w 64293"/>
              <a:gd name="connsiteY0" fmla="*/ 0 h 7143"/>
              <a:gd name="connsiteX1" fmla="*/ 64294 w 64293"/>
              <a:gd name="connsiteY1" fmla="*/ 0 h 7143"/>
              <a:gd name="connsiteX2" fmla="*/ 64294 w 64293"/>
              <a:gd name="connsiteY2" fmla="*/ 7144 h 7143"/>
              <a:gd name="connsiteX3" fmla="*/ 0 w 64293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7143">
                <a:moveTo>
                  <a:pt x="0" y="0"/>
                </a:moveTo>
                <a:lnTo>
                  <a:pt x="64294" y="0"/>
                </a:lnTo>
                <a:lnTo>
                  <a:pt x="64294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1" name="Freeform: Shape 500">
            <a:extLst>
              <a:ext uri="{FF2B5EF4-FFF2-40B4-BE49-F238E27FC236}">
                <a16:creationId xmlns:a16="http://schemas.microsoft.com/office/drawing/2014/main" id="{37C03C83-FCAF-1E5C-6D61-80A60B5CDA10}"/>
              </a:ext>
            </a:extLst>
          </p:cNvPr>
          <p:cNvSpPr/>
          <p:nvPr/>
        </p:nvSpPr>
        <p:spPr>
          <a:xfrm>
            <a:off x="10091539" y="1630320"/>
            <a:ext cx="131534" cy="8220"/>
          </a:xfrm>
          <a:custGeom>
            <a:avLst/>
            <a:gdLst>
              <a:gd name="connsiteX0" fmla="*/ 0 w 114300"/>
              <a:gd name="connsiteY0" fmla="*/ 0 h 7143"/>
              <a:gd name="connsiteX1" fmla="*/ 114300 w 114300"/>
              <a:gd name="connsiteY1" fmla="*/ 0 h 7143"/>
              <a:gd name="connsiteX2" fmla="*/ 114300 w 114300"/>
              <a:gd name="connsiteY2" fmla="*/ 7144 h 7143"/>
              <a:gd name="connsiteX3" fmla="*/ 0 w 114300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" h="7143">
                <a:moveTo>
                  <a:pt x="0" y="0"/>
                </a:moveTo>
                <a:lnTo>
                  <a:pt x="114300" y="0"/>
                </a:lnTo>
                <a:lnTo>
                  <a:pt x="114300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2" name="Freeform: Shape 501">
            <a:extLst>
              <a:ext uri="{FF2B5EF4-FFF2-40B4-BE49-F238E27FC236}">
                <a16:creationId xmlns:a16="http://schemas.microsoft.com/office/drawing/2014/main" id="{AF474796-DE81-318F-E9F1-6C8B5A5C4520}"/>
              </a:ext>
            </a:extLst>
          </p:cNvPr>
          <p:cNvSpPr/>
          <p:nvPr/>
        </p:nvSpPr>
        <p:spPr>
          <a:xfrm>
            <a:off x="10149086" y="1671425"/>
            <a:ext cx="73987" cy="8220"/>
          </a:xfrm>
          <a:custGeom>
            <a:avLst/>
            <a:gdLst>
              <a:gd name="connsiteX0" fmla="*/ 0 w 64293"/>
              <a:gd name="connsiteY0" fmla="*/ 0 h 7143"/>
              <a:gd name="connsiteX1" fmla="*/ 64294 w 64293"/>
              <a:gd name="connsiteY1" fmla="*/ 0 h 7143"/>
              <a:gd name="connsiteX2" fmla="*/ 64294 w 64293"/>
              <a:gd name="connsiteY2" fmla="*/ 7144 h 7143"/>
              <a:gd name="connsiteX3" fmla="*/ 0 w 64293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7143">
                <a:moveTo>
                  <a:pt x="0" y="0"/>
                </a:moveTo>
                <a:lnTo>
                  <a:pt x="64294" y="0"/>
                </a:lnTo>
                <a:lnTo>
                  <a:pt x="64294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3" name="Freeform: Shape 502">
            <a:extLst>
              <a:ext uri="{FF2B5EF4-FFF2-40B4-BE49-F238E27FC236}">
                <a16:creationId xmlns:a16="http://schemas.microsoft.com/office/drawing/2014/main" id="{9148A515-559A-94B6-838A-9E43B8D09E5B}"/>
              </a:ext>
            </a:extLst>
          </p:cNvPr>
          <p:cNvSpPr/>
          <p:nvPr/>
        </p:nvSpPr>
        <p:spPr>
          <a:xfrm>
            <a:off x="10149086" y="1712529"/>
            <a:ext cx="73987" cy="8220"/>
          </a:xfrm>
          <a:custGeom>
            <a:avLst/>
            <a:gdLst>
              <a:gd name="connsiteX0" fmla="*/ 0 w 64293"/>
              <a:gd name="connsiteY0" fmla="*/ 0 h 7143"/>
              <a:gd name="connsiteX1" fmla="*/ 64294 w 64293"/>
              <a:gd name="connsiteY1" fmla="*/ 0 h 7143"/>
              <a:gd name="connsiteX2" fmla="*/ 64294 w 64293"/>
              <a:gd name="connsiteY2" fmla="*/ 7144 h 7143"/>
              <a:gd name="connsiteX3" fmla="*/ 0 w 64293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7143">
                <a:moveTo>
                  <a:pt x="0" y="0"/>
                </a:moveTo>
                <a:lnTo>
                  <a:pt x="64294" y="0"/>
                </a:lnTo>
                <a:lnTo>
                  <a:pt x="64294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4" name="Freeform: Shape 503">
            <a:extLst>
              <a:ext uri="{FF2B5EF4-FFF2-40B4-BE49-F238E27FC236}">
                <a16:creationId xmlns:a16="http://schemas.microsoft.com/office/drawing/2014/main" id="{8C047E24-52CB-C6A8-746C-9E99A30DC173}"/>
              </a:ext>
            </a:extLst>
          </p:cNvPr>
          <p:cNvSpPr/>
          <p:nvPr/>
        </p:nvSpPr>
        <p:spPr>
          <a:xfrm>
            <a:off x="10149077" y="1753625"/>
            <a:ext cx="73987" cy="8220"/>
          </a:xfrm>
          <a:custGeom>
            <a:avLst/>
            <a:gdLst>
              <a:gd name="connsiteX0" fmla="*/ 0 w 64293"/>
              <a:gd name="connsiteY0" fmla="*/ 0 h 7143"/>
              <a:gd name="connsiteX1" fmla="*/ 64294 w 64293"/>
              <a:gd name="connsiteY1" fmla="*/ 0 h 7143"/>
              <a:gd name="connsiteX2" fmla="*/ 64294 w 64293"/>
              <a:gd name="connsiteY2" fmla="*/ 7144 h 7143"/>
              <a:gd name="connsiteX3" fmla="*/ 0 w 64293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7143">
                <a:moveTo>
                  <a:pt x="0" y="0"/>
                </a:moveTo>
                <a:lnTo>
                  <a:pt x="64294" y="0"/>
                </a:lnTo>
                <a:lnTo>
                  <a:pt x="64294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5" name="Freeform: Shape 504">
            <a:extLst>
              <a:ext uri="{FF2B5EF4-FFF2-40B4-BE49-F238E27FC236}">
                <a16:creationId xmlns:a16="http://schemas.microsoft.com/office/drawing/2014/main" id="{23D06C2A-3F80-61EF-0E2D-E36F40EAD041}"/>
              </a:ext>
            </a:extLst>
          </p:cNvPr>
          <p:cNvSpPr/>
          <p:nvPr/>
        </p:nvSpPr>
        <p:spPr>
          <a:xfrm>
            <a:off x="10091531" y="1794730"/>
            <a:ext cx="131534" cy="8220"/>
          </a:xfrm>
          <a:custGeom>
            <a:avLst/>
            <a:gdLst>
              <a:gd name="connsiteX0" fmla="*/ 0 w 114300"/>
              <a:gd name="connsiteY0" fmla="*/ 0 h 7143"/>
              <a:gd name="connsiteX1" fmla="*/ 114300 w 114300"/>
              <a:gd name="connsiteY1" fmla="*/ 0 h 7143"/>
              <a:gd name="connsiteX2" fmla="*/ 114300 w 114300"/>
              <a:gd name="connsiteY2" fmla="*/ 7144 h 7143"/>
              <a:gd name="connsiteX3" fmla="*/ 0 w 114300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" h="7143">
                <a:moveTo>
                  <a:pt x="0" y="0"/>
                </a:moveTo>
                <a:lnTo>
                  <a:pt x="114300" y="0"/>
                </a:lnTo>
                <a:lnTo>
                  <a:pt x="114300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6" name="Freeform: Shape 505">
            <a:extLst>
              <a:ext uri="{FF2B5EF4-FFF2-40B4-BE49-F238E27FC236}">
                <a16:creationId xmlns:a16="http://schemas.microsoft.com/office/drawing/2014/main" id="{BFCB3345-B52C-FED6-0E8B-AD40BD9D1CD1}"/>
              </a:ext>
            </a:extLst>
          </p:cNvPr>
          <p:cNvSpPr/>
          <p:nvPr/>
        </p:nvSpPr>
        <p:spPr>
          <a:xfrm>
            <a:off x="10149077" y="1835834"/>
            <a:ext cx="73987" cy="8220"/>
          </a:xfrm>
          <a:custGeom>
            <a:avLst/>
            <a:gdLst>
              <a:gd name="connsiteX0" fmla="*/ 0 w 64293"/>
              <a:gd name="connsiteY0" fmla="*/ 0 h 7143"/>
              <a:gd name="connsiteX1" fmla="*/ 64294 w 64293"/>
              <a:gd name="connsiteY1" fmla="*/ 0 h 7143"/>
              <a:gd name="connsiteX2" fmla="*/ 64294 w 64293"/>
              <a:gd name="connsiteY2" fmla="*/ 7144 h 7143"/>
              <a:gd name="connsiteX3" fmla="*/ 0 w 64293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7143">
                <a:moveTo>
                  <a:pt x="0" y="0"/>
                </a:moveTo>
                <a:lnTo>
                  <a:pt x="64294" y="0"/>
                </a:lnTo>
                <a:lnTo>
                  <a:pt x="64294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7" name="Freeform: Shape 506">
            <a:extLst>
              <a:ext uri="{FF2B5EF4-FFF2-40B4-BE49-F238E27FC236}">
                <a16:creationId xmlns:a16="http://schemas.microsoft.com/office/drawing/2014/main" id="{9636F80B-1F98-90C7-E8EF-E14E0D612EA5}"/>
              </a:ext>
            </a:extLst>
          </p:cNvPr>
          <p:cNvSpPr/>
          <p:nvPr/>
        </p:nvSpPr>
        <p:spPr>
          <a:xfrm>
            <a:off x="10149077" y="1876939"/>
            <a:ext cx="73987" cy="8220"/>
          </a:xfrm>
          <a:custGeom>
            <a:avLst/>
            <a:gdLst>
              <a:gd name="connsiteX0" fmla="*/ 0 w 64293"/>
              <a:gd name="connsiteY0" fmla="*/ 0 h 7143"/>
              <a:gd name="connsiteX1" fmla="*/ 64294 w 64293"/>
              <a:gd name="connsiteY1" fmla="*/ 0 h 7143"/>
              <a:gd name="connsiteX2" fmla="*/ 64294 w 64293"/>
              <a:gd name="connsiteY2" fmla="*/ 7144 h 7143"/>
              <a:gd name="connsiteX3" fmla="*/ 0 w 64293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7143">
                <a:moveTo>
                  <a:pt x="0" y="0"/>
                </a:moveTo>
                <a:lnTo>
                  <a:pt x="64294" y="0"/>
                </a:lnTo>
                <a:lnTo>
                  <a:pt x="64294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8" name="Freeform: Shape 507">
            <a:extLst>
              <a:ext uri="{FF2B5EF4-FFF2-40B4-BE49-F238E27FC236}">
                <a16:creationId xmlns:a16="http://schemas.microsoft.com/office/drawing/2014/main" id="{EC6BBF8D-1CCD-DEF1-4F9F-A098FF5CA95E}"/>
              </a:ext>
            </a:extLst>
          </p:cNvPr>
          <p:cNvSpPr/>
          <p:nvPr/>
        </p:nvSpPr>
        <p:spPr>
          <a:xfrm>
            <a:off x="10149077" y="1918035"/>
            <a:ext cx="73987" cy="8220"/>
          </a:xfrm>
          <a:custGeom>
            <a:avLst/>
            <a:gdLst>
              <a:gd name="connsiteX0" fmla="*/ 0 w 64293"/>
              <a:gd name="connsiteY0" fmla="*/ 0 h 7143"/>
              <a:gd name="connsiteX1" fmla="*/ 64294 w 64293"/>
              <a:gd name="connsiteY1" fmla="*/ 0 h 7143"/>
              <a:gd name="connsiteX2" fmla="*/ 64294 w 64293"/>
              <a:gd name="connsiteY2" fmla="*/ 7144 h 7143"/>
              <a:gd name="connsiteX3" fmla="*/ 0 w 64293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7143">
                <a:moveTo>
                  <a:pt x="0" y="0"/>
                </a:moveTo>
                <a:lnTo>
                  <a:pt x="64294" y="0"/>
                </a:lnTo>
                <a:lnTo>
                  <a:pt x="64294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9" name="Freeform: Shape 508">
            <a:extLst>
              <a:ext uri="{FF2B5EF4-FFF2-40B4-BE49-F238E27FC236}">
                <a16:creationId xmlns:a16="http://schemas.microsoft.com/office/drawing/2014/main" id="{BF8EE278-80FF-01B0-46B3-9FEBFA6BB1AB}"/>
              </a:ext>
            </a:extLst>
          </p:cNvPr>
          <p:cNvSpPr/>
          <p:nvPr/>
        </p:nvSpPr>
        <p:spPr>
          <a:xfrm>
            <a:off x="10091531" y="1959139"/>
            <a:ext cx="131534" cy="8220"/>
          </a:xfrm>
          <a:custGeom>
            <a:avLst/>
            <a:gdLst>
              <a:gd name="connsiteX0" fmla="*/ 0 w 114300"/>
              <a:gd name="connsiteY0" fmla="*/ 0 h 7143"/>
              <a:gd name="connsiteX1" fmla="*/ 114300 w 114300"/>
              <a:gd name="connsiteY1" fmla="*/ 0 h 7143"/>
              <a:gd name="connsiteX2" fmla="*/ 114300 w 114300"/>
              <a:gd name="connsiteY2" fmla="*/ 7144 h 7143"/>
              <a:gd name="connsiteX3" fmla="*/ 0 w 114300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" h="7143">
                <a:moveTo>
                  <a:pt x="0" y="0"/>
                </a:moveTo>
                <a:lnTo>
                  <a:pt x="114300" y="0"/>
                </a:lnTo>
                <a:lnTo>
                  <a:pt x="114300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0" name="Freeform: Shape 509">
            <a:extLst>
              <a:ext uri="{FF2B5EF4-FFF2-40B4-BE49-F238E27FC236}">
                <a16:creationId xmlns:a16="http://schemas.microsoft.com/office/drawing/2014/main" id="{0C4EB0E8-F742-4B98-0DCA-00D87046017F}"/>
              </a:ext>
            </a:extLst>
          </p:cNvPr>
          <p:cNvSpPr/>
          <p:nvPr/>
        </p:nvSpPr>
        <p:spPr>
          <a:xfrm>
            <a:off x="10149077" y="2000244"/>
            <a:ext cx="73987" cy="8220"/>
          </a:xfrm>
          <a:custGeom>
            <a:avLst/>
            <a:gdLst>
              <a:gd name="connsiteX0" fmla="*/ 0 w 64293"/>
              <a:gd name="connsiteY0" fmla="*/ 0 h 7143"/>
              <a:gd name="connsiteX1" fmla="*/ 64294 w 64293"/>
              <a:gd name="connsiteY1" fmla="*/ 0 h 7143"/>
              <a:gd name="connsiteX2" fmla="*/ 64294 w 64293"/>
              <a:gd name="connsiteY2" fmla="*/ 7144 h 7143"/>
              <a:gd name="connsiteX3" fmla="*/ 0 w 64293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7143">
                <a:moveTo>
                  <a:pt x="0" y="0"/>
                </a:moveTo>
                <a:lnTo>
                  <a:pt x="64294" y="0"/>
                </a:lnTo>
                <a:lnTo>
                  <a:pt x="64294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1" name="Freeform: Shape 510">
            <a:extLst>
              <a:ext uri="{FF2B5EF4-FFF2-40B4-BE49-F238E27FC236}">
                <a16:creationId xmlns:a16="http://schemas.microsoft.com/office/drawing/2014/main" id="{86F34F8A-2C2F-DFC4-5E97-282E8858DF27}"/>
              </a:ext>
            </a:extLst>
          </p:cNvPr>
          <p:cNvSpPr/>
          <p:nvPr/>
        </p:nvSpPr>
        <p:spPr>
          <a:xfrm>
            <a:off x="10149077" y="2041349"/>
            <a:ext cx="73987" cy="8220"/>
          </a:xfrm>
          <a:custGeom>
            <a:avLst/>
            <a:gdLst>
              <a:gd name="connsiteX0" fmla="*/ 0 w 64293"/>
              <a:gd name="connsiteY0" fmla="*/ 0 h 7143"/>
              <a:gd name="connsiteX1" fmla="*/ 64294 w 64293"/>
              <a:gd name="connsiteY1" fmla="*/ 0 h 7143"/>
              <a:gd name="connsiteX2" fmla="*/ 64294 w 64293"/>
              <a:gd name="connsiteY2" fmla="*/ 7144 h 7143"/>
              <a:gd name="connsiteX3" fmla="*/ 0 w 64293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7143">
                <a:moveTo>
                  <a:pt x="0" y="0"/>
                </a:moveTo>
                <a:lnTo>
                  <a:pt x="64294" y="0"/>
                </a:lnTo>
                <a:lnTo>
                  <a:pt x="64294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C53E4DE0-0B7D-403D-F75D-D40043EBF58E}"/>
              </a:ext>
            </a:extLst>
          </p:cNvPr>
          <p:cNvSpPr/>
          <p:nvPr/>
        </p:nvSpPr>
        <p:spPr>
          <a:xfrm>
            <a:off x="10149077" y="2082454"/>
            <a:ext cx="73987" cy="8220"/>
          </a:xfrm>
          <a:custGeom>
            <a:avLst/>
            <a:gdLst>
              <a:gd name="connsiteX0" fmla="*/ 0 w 64293"/>
              <a:gd name="connsiteY0" fmla="*/ 0 h 7143"/>
              <a:gd name="connsiteX1" fmla="*/ 64294 w 64293"/>
              <a:gd name="connsiteY1" fmla="*/ 0 h 7143"/>
              <a:gd name="connsiteX2" fmla="*/ 64294 w 64293"/>
              <a:gd name="connsiteY2" fmla="*/ 7144 h 7143"/>
              <a:gd name="connsiteX3" fmla="*/ 0 w 64293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7143">
                <a:moveTo>
                  <a:pt x="0" y="0"/>
                </a:moveTo>
                <a:lnTo>
                  <a:pt x="64294" y="0"/>
                </a:lnTo>
                <a:lnTo>
                  <a:pt x="64294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F6E5467F-520C-3F00-91FE-0F95366C3F2F}"/>
              </a:ext>
            </a:extLst>
          </p:cNvPr>
          <p:cNvSpPr/>
          <p:nvPr/>
        </p:nvSpPr>
        <p:spPr>
          <a:xfrm>
            <a:off x="10091531" y="2123549"/>
            <a:ext cx="131534" cy="8220"/>
          </a:xfrm>
          <a:custGeom>
            <a:avLst/>
            <a:gdLst>
              <a:gd name="connsiteX0" fmla="*/ 0 w 114300"/>
              <a:gd name="connsiteY0" fmla="*/ 0 h 7143"/>
              <a:gd name="connsiteX1" fmla="*/ 114300 w 114300"/>
              <a:gd name="connsiteY1" fmla="*/ 0 h 7143"/>
              <a:gd name="connsiteX2" fmla="*/ 114300 w 114300"/>
              <a:gd name="connsiteY2" fmla="*/ 7144 h 7143"/>
              <a:gd name="connsiteX3" fmla="*/ 0 w 114300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" h="7143">
                <a:moveTo>
                  <a:pt x="0" y="0"/>
                </a:moveTo>
                <a:lnTo>
                  <a:pt x="114300" y="0"/>
                </a:lnTo>
                <a:lnTo>
                  <a:pt x="114300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D3F30144-5B73-5CC6-82D7-9F951B3ECA49}"/>
              </a:ext>
            </a:extLst>
          </p:cNvPr>
          <p:cNvSpPr/>
          <p:nvPr/>
        </p:nvSpPr>
        <p:spPr>
          <a:xfrm>
            <a:off x="10149069" y="2164654"/>
            <a:ext cx="73987" cy="8220"/>
          </a:xfrm>
          <a:custGeom>
            <a:avLst/>
            <a:gdLst>
              <a:gd name="connsiteX0" fmla="*/ 0 w 64293"/>
              <a:gd name="connsiteY0" fmla="*/ 0 h 7143"/>
              <a:gd name="connsiteX1" fmla="*/ 64294 w 64293"/>
              <a:gd name="connsiteY1" fmla="*/ 0 h 7143"/>
              <a:gd name="connsiteX2" fmla="*/ 64294 w 64293"/>
              <a:gd name="connsiteY2" fmla="*/ 7144 h 7143"/>
              <a:gd name="connsiteX3" fmla="*/ 0 w 64293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7143">
                <a:moveTo>
                  <a:pt x="0" y="0"/>
                </a:moveTo>
                <a:lnTo>
                  <a:pt x="64294" y="0"/>
                </a:lnTo>
                <a:lnTo>
                  <a:pt x="64294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DFAC6C38-36CA-7A51-CF8C-37217DCD1146}"/>
              </a:ext>
            </a:extLst>
          </p:cNvPr>
          <p:cNvSpPr/>
          <p:nvPr/>
        </p:nvSpPr>
        <p:spPr>
          <a:xfrm>
            <a:off x="10149069" y="2205759"/>
            <a:ext cx="73987" cy="8220"/>
          </a:xfrm>
          <a:custGeom>
            <a:avLst/>
            <a:gdLst>
              <a:gd name="connsiteX0" fmla="*/ 0 w 64293"/>
              <a:gd name="connsiteY0" fmla="*/ 0 h 7143"/>
              <a:gd name="connsiteX1" fmla="*/ 64294 w 64293"/>
              <a:gd name="connsiteY1" fmla="*/ 0 h 7143"/>
              <a:gd name="connsiteX2" fmla="*/ 64294 w 64293"/>
              <a:gd name="connsiteY2" fmla="*/ 7144 h 7143"/>
              <a:gd name="connsiteX3" fmla="*/ 0 w 64293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7143">
                <a:moveTo>
                  <a:pt x="0" y="0"/>
                </a:moveTo>
                <a:lnTo>
                  <a:pt x="64294" y="0"/>
                </a:lnTo>
                <a:lnTo>
                  <a:pt x="64294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B6B1A3B3-DADE-9B65-84A3-680318C54527}"/>
              </a:ext>
            </a:extLst>
          </p:cNvPr>
          <p:cNvSpPr/>
          <p:nvPr/>
        </p:nvSpPr>
        <p:spPr>
          <a:xfrm>
            <a:off x="10149069" y="2246864"/>
            <a:ext cx="73987" cy="8220"/>
          </a:xfrm>
          <a:custGeom>
            <a:avLst/>
            <a:gdLst>
              <a:gd name="connsiteX0" fmla="*/ 0 w 64293"/>
              <a:gd name="connsiteY0" fmla="*/ 0 h 7143"/>
              <a:gd name="connsiteX1" fmla="*/ 64294 w 64293"/>
              <a:gd name="connsiteY1" fmla="*/ 0 h 7143"/>
              <a:gd name="connsiteX2" fmla="*/ 64294 w 64293"/>
              <a:gd name="connsiteY2" fmla="*/ 7144 h 7143"/>
              <a:gd name="connsiteX3" fmla="*/ 0 w 64293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7143">
                <a:moveTo>
                  <a:pt x="0" y="0"/>
                </a:moveTo>
                <a:lnTo>
                  <a:pt x="64294" y="0"/>
                </a:lnTo>
                <a:lnTo>
                  <a:pt x="64294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3" name="Freeform: Shape 132">
            <a:extLst>
              <a:ext uri="{FF2B5EF4-FFF2-40B4-BE49-F238E27FC236}">
                <a16:creationId xmlns:a16="http://schemas.microsoft.com/office/drawing/2014/main" id="{6B28CC22-8EE1-C325-F689-3690C75B7B28}"/>
              </a:ext>
            </a:extLst>
          </p:cNvPr>
          <p:cNvSpPr/>
          <p:nvPr/>
        </p:nvSpPr>
        <p:spPr>
          <a:xfrm>
            <a:off x="10091523" y="2287967"/>
            <a:ext cx="131534" cy="8220"/>
          </a:xfrm>
          <a:custGeom>
            <a:avLst/>
            <a:gdLst>
              <a:gd name="connsiteX0" fmla="*/ 0 w 114300"/>
              <a:gd name="connsiteY0" fmla="*/ 0 h 7143"/>
              <a:gd name="connsiteX1" fmla="*/ 114300 w 114300"/>
              <a:gd name="connsiteY1" fmla="*/ 0 h 7143"/>
              <a:gd name="connsiteX2" fmla="*/ 114300 w 114300"/>
              <a:gd name="connsiteY2" fmla="*/ 7144 h 7143"/>
              <a:gd name="connsiteX3" fmla="*/ 0 w 114300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" h="7143">
                <a:moveTo>
                  <a:pt x="0" y="0"/>
                </a:moveTo>
                <a:lnTo>
                  <a:pt x="114300" y="0"/>
                </a:lnTo>
                <a:lnTo>
                  <a:pt x="114300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4" name="Freeform: Shape 133">
            <a:extLst>
              <a:ext uri="{FF2B5EF4-FFF2-40B4-BE49-F238E27FC236}">
                <a16:creationId xmlns:a16="http://schemas.microsoft.com/office/drawing/2014/main" id="{4923506E-86EB-2892-CADD-74CD10072FAC}"/>
              </a:ext>
            </a:extLst>
          </p:cNvPr>
          <p:cNvSpPr/>
          <p:nvPr/>
        </p:nvSpPr>
        <p:spPr>
          <a:xfrm>
            <a:off x="10149110" y="520547"/>
            <a:ext cx="73987" cy="8220"/>
          </a:xfrm>
          <a:custGeom>
            <a:avLst/>
            <a:gdLst>
              <a:gd name="connsiteX0" fmla="*/ 0 w 64293"/>
              <a:gd name="connsiteY0" fmla="*/ 0 h 7143"/>
              <a:gd name="connsiteX1" fmla="*/ 64294 w 64293"/>
              <a:gd name="connsiteY1" fmla="*/ 0 h 7143"/>
              <a:gd name="connsiteX2" fmla="*/ 64294 w 64293"/>
              <a:gd name="connsiteY2" fmla="*/ 7144 h 7143"/>
              <a:gd name="connsiteX3" fmla="*/ 0 w 64293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7143">
                <a:moveTo>
                  <a:pt x="0" y="0"/>
                </a:moveTo>
                <a:lnTo>
                  <a:pt x="64294" y="0"/>
                </a:lnTo>
                <a:lnTo>
                  <a:pt x="64294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25231162-9E87-907C-CD14-2CBC03F8B08C}"/>
              </a:ext>
            </a:extLst>
          </p:cNvPr>
          <p:cNvSpPr/>
          <p:nvPr/>
        </p:nvSpPr>
        <p:spPr>
          <a:xfrm>
            <a:off x="10149102" y="561644"/>
            <a:ext cx="73987" cy="8220"/>
          </a:xfrm>
          <a:custGeom>
            <a:avLst/>
            <a:gdLst>
              <a:gd name="connsiteX0" fmla="*/ 0 w 64293"/>
              <a:gd name="connsiteY0" fmla="*/ 0 h 7143"/>
              <a:gd name="connsiteX1" fmla="*/ 64294 w 64293"/>
              <a:gd name="connsiteY1" fmla="*/ 0 h 7143"/>
              <a:gd name="connsiteX2" fmla="*/ 64294 w 64293"/>
              <a:gd name="connsiteY2" fmla="*/ 7144 h 7143"/>
              <a:gd name="connsiteX3" fmla="*/ 0 w 64293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7143">
                <a:moveTo>
                  <a:pt x="0" y="0"/>
                </a:moveTo>
                <a:lnTo>
                  <a:pt x="64294" y="0"/>
                </a:lnTo>
                <a:lnTo>
                  <a:pt x="64294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A7EF310B-64D4-D752-D9E7-D5E830298BD7}"/>
              </a:ext>
            </a:extLst>
          </p:cNvPr>
          <p:cNvSpPr/>
          <p:nvPr/>
        </p:nvSpPr>
        <p:spPr>
          <a:xfrm>
            <a:off x="10149102" y="602748"/>
            <a:ext cx="73987" cy="8220"/>
          </a:xfrm>
          <a:custGeom>
            <a:avLst/>
            <a:gdLst>
              <a:gd name="connsiteX0" fmla="*/ 0 w 64293"/>
              <a:gd name="connsiteY0" fmla="*/ 0 h 7143"/>
              <a:gd name="connsiteX1" fmla="*/ 64294 w 64293"/>
              <a:gd name="connsiteY1" fmla="*/ 0 h 7143"/>
              <a:gd name="connsiteX2" fmla="*/ 64294 w 64293"/>
              <a:gd name="connsiteY2" fmla="*/ 7144 h 7143"/>
              <a:gd name="connsiteX3" fmla="*/ 0 w 64293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7143">
                <a:moveTo>
                  <a:pt x="0" y="0"/>
                </a:moveTo>
                <a:lnTo>
                  <a:pt x="64294" y="0"/>
                </a:lnTo>
                <a:lnTo>
                  <a:pt x="64294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81B7ED90-01C8-8455-2BF6-830087E61409}"/>
              </a:ext>
            </a:extLst>
          </p:cNvPr>
          <p:cNvSpPr/>
          <p:nvPr/>
        </p:nvSpPr>
        <p:spPr>
          <a:xfrm>
            <a:off x="10091556" y="643852"/>
            <a:ext cx="131534" cy="8220"/>
          </a:xfrm>
          <a:custGeom>
            <a:avLst/>
            <a:gdLst>
              <a:gd name="connsiteX0" fmla="*/ 0 w 114300"/>
              <a:gd name="connsiteY0" fmla="*/ 0 h 7143"/>
              <a:gd name="connsiteX1" fmla="*/ 114300 w 114300"/>
              <a:gd name="connsiteY1" fmla="*/ 0 h 7143"/>
              <a:gd name="connsiteX2" fmla="*/ 114300 w 114300"/>
              <a:gd name="connsiteY2" fmla="*/ 7144 h 7143"/>
              <a:gd name="connsiteX3" fmla="*/ 0 w 114300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" h="7143">
                <a:moveTo>
                  <a:pt x="0" y="0"/>
                </a:moveTo>
                <a:lnTo>
                  <a:pt x="114300" y="0"/>
                </a:lnTo>
                <a:lnTo>
                  <a:pt x="114300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A4A0FFC8-083C-9903-48D1-355FA6EFF5F8}"/>
              </a:ext>
            </a:extLst>
          </p:cNvPr>
          <p:cNvSpPr/>
          <p:nvPr/>
        </p:nvSpPr>
        <p:spPr>
          <a:xfrm>
            <a:off x="10149102" y="684957"/>
            <a:ext cx="73987" cy="8220"/>
          </a:xfrm>
          <a:custGeom>
            <a:avLst/>
            <a:gdLst>
              <a:gd name="connsiteX0" fmla="*/ 0 w 64293"/>
              <a:gd name="connsiteY0" fmla="*/ 0 h 7143"/>
              <a:gd name="connsiteX1" fmla="*/ 64294 w 64293"/>
              <a:gd name="connsiteY1" fmla="*/ 0 h 7143"/>
              <a:gd name="connsiteX2" fmla="*/ 64294 w 64293"/>
              <a:gd name="connsiteY2" fmla="*/ 7144 h 7143"/>
              <a:gd name="connsiteX3" fmla="*/ 0 w 64293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7143">
                <a:moveTo>
                  <a:pt x="0" y="0"/>
                </a:moveTo>
                <a:lnTo>
                  <a:pt x="64294" y="0"/>
                </a:lnTo>
                <a:lnTo>
                  <a:pt x="64294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9" name="Freeform: Shape 138">
            <a:extLst>
              <a:ext uri="{FF2B5EF4-FFF2-40B4-BE49-F238E27FC236}">
                <a16:creationId xmlns:a16="http://schemas.microsoft.com/office/drawing/2014/main" id="{A25E2B9B-9E08-0810-9DD5-EEA6127E49B4}"/>
              </a:ext>
            </a:extLst>
          </p:cNvPr>
          <p:cNvSpPr/>
          <p:nvPr/>
        </p:nvSpPr>
        <p:spPr>
          <a:xfrm>
            <a:off x="10149102" y="726062"/>
            <a:ext cx="73987" cy="8220"/>
          </a:xfrm>
          <a:custGeom>
            <a:avLst/>
            <a:gdLst>
              <a:gd name="connsiteX0" fmla="*/ 0 w 64293"/>
              <a:gd name="connsiteY0" fmla="*/ 0 h 7143"/>
              <a:gd name="connsiteX1" fmla="*/ 64294 w 64293"/>
              <a:gd name="connsiteY1" fmla="*/ 0 h 7143"/>
              <a:gd name="connsiteX2" fmla="*/ 64294 w 64293"/>
              <a:gd name="connsiteY2" fmla="*/ 7144 h 7143"/>
              <a:gd name="connsiteX3" fmla="*/ 0 w 64293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7143">
                <a:moveTo>
                  <a:pt x="0" y="0"/>
                </a:moveTo>
                <a:lnTo>
                  <a:pt x="64294" y="0"/>
                </a:lnTo>
                <a:lnTo>
                  <a:pt x="64294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354ED652-69BD-3238-8ABC-7EA90A5FA527}"/>
              </a:ext>
            </a:extLst>
          </p:cNvPr>
          <p:cNvSpPr/>
          <p:nvPr/>
        </p:nvSpPr>
        <p:spPr>
          <a:xfrm>
            <a:off x="10149102" y="767158"/>
            <a:ext cx="73987" cy="8220"/>
          </a:xfrm>
          <a:custGeom>
            <a:avLst/>
            <a:gdLst>
              <a:gd name="connsiteX0" fmla="*/ 0 w 64293"/>
              <a:gd name="connsiteY0" fmla="*/ 0 h 7143"/>
              <a:gd name="connsiteX1" fmla="*/ 64294 w 64293"/>
              <a:gd name="connsiteY1" fmla="*/ 0 h 7143"/>
              <a:gd name="connsiteX2" fmla="*/ 64294 w 64293"/>
              <a:gd name="connsiteY2" fmla="*/ 7144 h 7143"/>
              <a:gd name="connsiteX3" fmla="*/ 0 w 64293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7143">
                <a:moveTo>
                  <a:pt x="0" y="0"/>
                </a:moveTo>
                <a:lnTo>
                  <a:pt x="64294" y="0"/>
                </a:lnTo>
                <a:lnTo>
                  <a:pt x="64294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1" name="Freeform: Shape 140">
            <a:extLst>
              <a:ext uri="{FF2B5EF4-FFF2-40B4-BE49-F238E27FC236}">
                <a16:creationId xmlns:a16="http://schemas.microsoft.com/office/drawing/2014/main" id="{B9479090-B90B-52D1-2A3F-AA8B770ED6AE}"/>
              </a:ext>
            </a:extLst>
          </p:cNvPr>
          <p:cNvSpPr/>
          <p:nvPr/>
        </p:nvSpPr>
        <p:spPr>
          <a:xfrm>
            <a:off x="10091556" y="808262"/>
            <a:ext cx="131534" cy="8220"/>
          </a:xfrm>
          <a:custGeom>
            <a:avLst/>
            <a:gdLst>
              <a:gd name="connsiteX0" fmla="*/ 0 w 114300"/>
              <a:gd name="connsiteY0" fmla="*/ 0 h 7143"/>
              <a:gd name="connsiteX1" fmla="*/ 114300 w 114300"/>
              <a:gd name="connsiteY1" fmla="*/ 0 h 7143"/>
              <a:gd name="connsiteX2" fmla="*/ 114300 w 114300"/>
              <a:gd name="connsiteY2" fmla="*/ 7144 h 7143"/>
              <a:gd name="connsiteX3" fmla="*/ 0 w 114300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" h="7143">
                <a:moveTo>
                  <a:pt x="0" y="0"/>
                </a:moveTo>
                <a:lnTo>
                  <a:pt x="114300" y="0"/>
                </a:lnTo>
                <a:lnTo>
                  <a:pt x="114300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2" name="Freeform: Shape 141">
            <a:extLst>
              <a:ext uri="{FF2B5EF4-FFF2-40B4-BE49-F238E27FC236}">
                <a16:creationId xmlns:a16="http://schemas.microsoft.com/office/drawing/2014/main" id="{74C71DC6-F559-FE11-F3A9-5A4754A3006A}"/>
              </a:ext>
            </a:extLst>
          </p:cNvPr>
          <p:cNvSpPr/>
          <p:nvPr/>
        </p:nvSpPr>
        <p:spPr>
          <a:xfrm>
            <a:off x="10149094" y="849367"/>
            <a:ext cx="73987" cy="8220"/>
          </a:xfrm>
          <a:custGeom>
            <a:avLst/>
            <a:gdLst>
              <a:gd name="connsiteX0" fmla="*/ 0 w 64293"/>
              <a:gd name="connsiteY0" fmla="*/ 0 h 7143"/>
              <a:gd name="connsiteX1" fmla="*/ 64294 w 64293"/>
              <a:gd name="connsiteY1" fmla="*/ 0 h 7143"/>
              <a:gd name="connsiteX2" fmla="*/ 64294 w 64293"/>
              <a:gd name="connsiteY2" fmla="*/ 7144 h 7143"/>
              <a:gd name="connsiteX3" fmla="*/ 0 w 64293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7143">
                <a:moveTo>
                  <a:pt x="0" y="0"/>
                </a:moveTo>
                <a:lnTo>
                  <a:pt x="64294" y="0"/>
                </a:lnTo>
                <a:lnTo>
                  <a:pt x="64294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3" name="Freeform: Shape 142">
            <a:extLst>
              <a:ext uri="{FF2B5EF4-FFF2-40B4-BE49-F238E27FC236}">
                <a16:creationId xmlns:a16="http://schemas.microsoft.com/office/drawing/2014/main" id="{72CA78D6-4BFC-E0F1-976D-DDACE44564A6}"/>
              </a:ext>
            </a:extLst>
          </p:cNvPr>
          <p:cNvSpPr/>
          <p:nvPr/>
        </p:nvSpPr>
        <p:spPr>
          <a:xfrm>
            <a:off x="10149094" y="890472"/>
            <a:ext cx="73987" cy="8220"/>
          </a:xfrm>
          <a:custGeom>
            <a:avLst/>
            <a:gdLst>
              <a:gd name="connsiteX0" fmla="*/ 0 w 64293"/>
              <a:gd name="connsiteY0" fmla="*/ 0 h 7143"/>
              <a:gd name="connsiteX1" fmla="*/ 64294 w 64293"/>
              <a:gd name="connsiteY1" fmla="*/ 0 h 7143"/>
              <a:gd name="connsiteX2" fmla="*/ 64294 w 64293"/>
              <a:gd name="connsiteY2" fmla="*/ 7144 h 7143"/>
              <a:gd name="connsiteX3" fmla="*/ 0 w 64293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7143">
                <a:moveTo>
                  <a:pt x="0" y="0"/>
                </a:moveTo>
                <a:lnTo>
                  <a:pt x="64294" y="0"/>
                </a:lnTo>
                <a:lnTo>
                  <a:pt x="64294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F13AEEAF-1863-C6A1-C8BB-637521C289F7}"/>
              </a:ext>
            </a:extLst>
          </p:cNvPr>
          <p:cNvSpPr/>
          <p:nvPr/>
        </p:nvSpPr>
        <p:spPr>
          <a:xfrm>
            <a:off x="10149094" y="931577"/>
            <a:ext cx="73987" cy="8220"/>
          </a:xfrm>
          <a:custGeom>
            <a:avLst/>
            <a:gdLst>
              <a:gd name="connsiteX0" fmla="*/ 0 w 64293"/>
              <a:gd name="connsiteY0" fmla="*/ 0 h 7143"/>
              <a:gd name="connsiteX1" fmla="*/ 64294 w 64293"/>
              <a:gd name="connsiteY1" fmla="*/ 0 h 7143"/>
              <a:gd name="connsiteX2" fmla="*/ 64294 w 64293"/>
              <a:gd name="connsiteY2" fmla="*/ 7144 h 7143"/>
              <a:gd name="connsiteX3" fmla="*/ 0 w 64293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7143">
                <a:moveTo>
                  <a:pt x="0" y="0"/>
                </a:moveTo>
                <a:lnTo>
                  <a:pt x="64294" y="0"/>
                </a:lnTo>
                <a:lnTo>
                  <a:pt x="64294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25009349-EB16-A76E-923A-827FFF67C60C}"/>
              </a:ext>
            </a:extLst>
          </p:cNvPr>
          <p:cNvSpPr/>
          <p:nvPr/>
        </p:nvSpPr>
        <p:spPr>
          <a:xfrm>
            <a:off x="10091547" y="972672"/>
            <a:ext cx="131534" cy="8220"/>
          </a:xfrm>
          <a:custGeom>
            <a:avLst/>
            <a:gdLst>
              <a:gd name="connsiteX0" fmla="*/ 0 w 114300"/>
              <a:gd name="connsiteY0" fmla="*/ 0 h 7143"/>
              <a:gd name="connsiteX1" fmla="*/ 114300 w 114300"/>
              <a:gd name="connsiteY1" fmla="*/ 0 h 7143"/>
              <a:gd name="connsiteX2" fmla="*/ 114300 w 114300"/>
              <a:gd name="connsiteY2" fmla="*/ 7144 h 7143"/>
              <a:gd name="connsiteX3" fmla="*/ 0 w 114300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" h="7143">
                <a:moveTo>
                  <a:pt x="0" y="0"/>
                </a:moveTo>
                <a:lnTo>
                  <a:pt x="114300" y="0"/>
                </a:lnTo>
                <a:lnTo>
                  <a:pt x="114300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C60E0575-5CBF-37F9-2F6E-84E422CA6A4F}"/>
              </a:ext>
            </a:extLst>
          </p:cNvPr>
          <p:cNvSpPr/>
          <p:nvPr/>
        </p:nvSpPr>
        <p:spPr>
          <a:xfrm>
            <a:off x="10149094" y="1013777"/>
            <a:ext cx="73987" cy="8220"/>
          </a:xfrm>
          <a:custGeom>
            <a:avLst/>
            <a:gdLst>
              <a:gd name="connsiteX0" fmla="*/ 0 w 64293"/>
              <a:gd name="connsiteY0" fmla="*/ 0 h 7143"/>
              <a:gd name="connsiteX1" fmla="*/ 64294 w 64293"/>
              <a:gd name="connsiteY1" fmla="*/ 0 h 7143"/>
              <a:gd name="connsiteX2" fmla="*/ 64294 w 64293"/>
              <a:gd name="connsiteY2" fmla="*/ 7144 h 7143"/>
              <a:gd name="connsiteX3" fmla="*/ 0 w 64293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7143">
                <a:moveTo>
                  <a:pt x="0" y="0"/>
                </a:moveTo>
                <a:lnTo>
                  <a:pt x="64294" y="0"/>
                </a:lnTo>
                <a:lnTo>
                  <a:pt x="64294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0B0639C1-14E8-0E3C-DDB8-51D7D18BE284}"/>
              </a:ext>
            </a:extLst>
          </p:cNvPr>
          <p:cNvSpPr/>
          <p:nvPr/>
        </p:nvSpPr>
        <p:spPr>
          <a:xfrm>
            <a:off x="10149094" y="1054882"/>
            <a:ext cx="73987" cy="8220"/>
          </a:xfrm>
          <a:custGeom>
            <a:avLst/>
            <a:gdLst>
              <a:gd name="connsiteX0" fmla="*/ 0 w 64293"/>
              <a:gd name="connsiteY0" fmla="*/ 0 h 7143"/>
              <a:gd name="connsiteX1" fmla="*/ 64294 w 64293"/>
              <a:gd name="connsiteY1" fmla="*/ 0 h 7143"/>
              <a:gd name="connsiteX2" fmla="*/ 64294 w 64293"/>
              <a:gd name="connsiteY2" fmla="*/ 7144 h 7143"/>
              <a:gd name="connsiteX3" fmla="*/ 0 w 64293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7143">
                <a:moveTo>
                  <a:pt x="0" y="0"/>
                </a:moveTo>
                <a:lnTo>
                  <a:pt x="64294" y="0"/>
                </a:lnTo>
                <a:lnTo>
                  <a:pt x="64294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6EC383BD-1580-6FD1-990E-CF557113F98A}"/>
              </a:ext>
            </a:extLst>
          </p:cNvPr>
          <p:cNvSpPr/>
          <p:nvPr/>
        </p:nvSpPr>
        <p:spPr>
          <a:xfrm>
            <a:off x="10149094" y="1095977"/>
            <a:ext cx="73987" cy="8220"/>
          </a:xfrm>
          <a:custGeom>
            <a:avLst/>
            <a:gdLst>
              <a:gd name="connsiteX0" fmla="*/ 0 w 64293"/>
              <a:gd name="connsiteY0" fmla="*/ 0 h 7143"/>
              <a:gd name="connsiteX1" fmla="*/ 64294 w 64293"/>
              <a:gd name="connsiteY1" fmla="*/ 0 h 7143"/>
              <a:gd name="connsiteX2" fmla="*/ 64294 w 64293"/>
              <a:gd name="connsiteY2" fmla="*/ 7144 h 7143"/>
              <a:gd name="connsiteX3" fmla="*/ 0 w 64293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7143">
                <a:moveTo>
                  <a:pt x="0" y="0"/>
                </a:moveTo>
                <a:lnTo>
                  <a:pt x="64294" y="0"/>
                </a:lnTo>
                <a:lnTo>
                  <a:pt x="64294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1E5B7DB8-48D0-0DE8-5EFB-2B6A72A37177}"/>
              </a:ext>
            </a:extLst>
          </p:cNvPr>
          <p:cNvSpPr/>
          <p:nvPr/>
        </p:nvSpPr>
        <p:spPr>
          <a:xfrm>
            <a:off x="10091547" y="1137082"/>
            <a:ext cx="131534" cy="8220"/>
          </a:xfrm>
          <a:custGeom>
            <a:avLst/>
            <a:gdLst>
              <a:gd name="connsiteX0" fmla="*/ 0 w 114300"/>
              <a:gd name="connsiteY0" fmla="*/ 0 h 7143"/>
              <a:gd name="connsiteX1" fmla="*/ 114300 w 114300"/>
              <a:gd name="connsiteY1" fmla="*/ 0 h 7143"/>
              <a:gd name="connsiteX2" fmla="*/ 114300 w 114300"/>
              <a:gd name="connsiteY2" fmla="*/ 7144 h 7143"/>
              <a:gd name="connsiteX3" fmla="*/ 0 w 114300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" h="7143">
                <a:moveTo>
                  <a:pt x="0" y="0"/>
                </a:moveTo>
                <a:lnTo>
                  <a:pt x="114300" y="0"/>
                </a:lnTo>
                <a:lnTo>
                  <a:pt x="114300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42E95377-6C9D-10EF-D3A6-0E6CC5351D99}"/>
              </a:ext>
            </a:extLst>
          </p:cNvPr>
          <p:cNvSpPr/>
          <p:nvPr/>
        </p:nvSpPr>
        <p:spPr>
          <a:xfrm>
            <a:off x="12775639" y="732539"/>
            <a:ext cx="914903" cy="1768340"/>
          </a:xfrm>
          <a:custGeom>
            <a:avLst/>
            <a:gdLst>
              <a:gd name="connsiteX0" fmla="*/ 737299 w 795027"/>
              <a:gd name="connsiteY0" fmla="*/ 1536642 h 1536641"/>
              <a:gd name="connsiteX1" fmla="*/ 57729 w 795027"/>
              <a:gd name="connsiteY1" fmla="*/ 1536642 h 1536641"/>
              <a:gd name="connsiteX2" fmla="*/ 0 w 795027"/>
              <a:gd name="connsiteY2" fmla="*/ 1478913 h 1536641"/>
              <a:gd name="connsiteX3" fmla="*/ 0 w 795027"/>
              <a:gd name="connsiteY3" fmla="*/ 57736 h 1536641"/>
              <a:gd name="connsiteX4" fmla="*/ 57729 w 795027"/>
              <a:gd name="connsiteY4" fmla="*/ 0 h 1536641"/>
              <a:gd name="connsiteX5" fmla="*/ 737299 w 795027"/>
              <a:gd name="connsiteY5" fmla="*/ 0 h 1536641"/>
              <a:gd name="connsiteX6" fmla="*/ 795028 w 795027"/>
              <a:gd name="connsiteY6" fmla="*/ 57736 h 1536641"/>
              <a:gd name="connsiteX7" fmla="*/ 795028 w 795027"/>
              <a:gd name="connsiteY7" fmla="*/ 1478913 h 1536641"/>
              <a:gd name="connsiteX8" fmla="*/ 737299 w 795027"/>
              <a:gd name="connsiteY8" fmla="*/ 1536642 h 1536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5027" h="1536641">
                <a:moveTo>
                  <a:pt x="737299" y="1536642"/>
                </a:moveTo>
                <a:lnTo>
                  <a:pt x="57729" y="1536642"/>
                </a:lnTo>
                <a:cubicBezTo>
                  <a:pt x="25846" y="1536642"/>
                  <a:pt x="0" y="1510796"/>
                  <a:pt x="0" y="1478913"/>
                </a:cubicBezTo>
                <a:lnTo>
                  <a:pt x="0" y="57736"/>
                </a:lnTo>
                <a:cubicBezTo>
                  <a:pt x="0" y="25853"/>
                  <a:pt x="25846" y="0"/>
                  <a:pt x="57729" y="0"/>
                </a:cubicBezTo>
                <a:lnTo>
                  <a:pt x="737299" y="0"/>
                </a:lnTo>
                <a:cubicBezTo>
                  <a:pt x="769182" y="0"/>
                  <a:pt x="795028" y="25853"/>
                  <a:pt x="795028" y="57736"/>
                </a:cubicBezTo>
                <a:lnTo>
                  <a:pt x="795028" y="1478913"/>
                </a:lnTo>
                <a:cubicBezTo>
                  <a:pt x="795028" y="1510796"/>
                  <a:pt x="769182" y="1536642"/>
                  <a:pt x="737299" y="1536642"/>
                </a:cubicBezTo>
              </a:path>
            </a:pathLst>
          </a:custGeom>
          <a:solidFill>
            <a:schemeClr val="bg1">
              <a:lumMod val="95000"/>
            </a:schemeClr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F2AB333D-1AEC-C913-44DE-D65C36553A14}"/>
              </a:ext>
            </a:extLst>
          </p:cNvPr>
          <p:cNvSpPr/>
          <p:nvPr/>
        </p:nvSpPr>
        <p:spPr>
          <a:xfrm>
            <a:off x="12822581" y="689067"/>
            <a:ext cx="914903" cy="1768332"/>
          </a:xfrm>
          <a:custGeom>
            <a:avLst/>
            <a:gdLst>
              <a:gd name="connsiteX0" fmla="*/ 737299 w 795027"/>
              <a:gd name="connsiteY0" fmla="*/ 1536635 h 1536634"/>
              <a:gd name="connsiteX1" fmla="*/ 57729 w 795027"/>
              <a:gd name="connsiteY1" fmla="*/ 1536635 h 1536634"/>
              <a:gd name="connsiteX2" fmla="*/ 0 w 795027"/>
              <a:gd name="connsiteY2" fmla="*/ 1478906 h 1536634"/>
              <a:gd name="connsiteX3" fmla="*/ 0 w 795027"/>
              <a:gd name="connsiteY3" fmla="*/ 57729 h 1536634"/>
              <a:gd name="connsiteX4" fmla="*/ 57729 w 795027"/>
              <a:gd name="connsiteY4" fmla="*/ 0 h 1536634"/>
              <a:gd name="connsiteX5" fmla="*/ 737299 w 795027"/>
              <a:gd name="connsiteY5" fmla="*/ 0 h 1536634"/>
              <a:gd name="connsiteX6" fmla="*/ 795028 w 795027"/>
              <a:gd name="connsiteY6" fmla="*/ 57729 h 1536634"/>
              <a:gd name="connsiteX7" fmla="*/ 795028 w 795027"/>
              <a:gd name="connsiteY7" fmla="*/ 1478906 h 1536634"/>
              <a:gd name="connsiteX8" fmla="*/ 737299 w 795027"/>
              <a:gd name="connsiteY8" fmla="*/ 1536635 h 1536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5027" h="1536634">
                <a:moveTo>
                  <a:pt x="737299" y="1536635"/>
                </a:moveTo>
                <a:lnTo>
                  <a:pt x="57729" y="1536635"/>
                </a:lnTo>
                <a:cubicBezTo>
                  <a:pt x="25846" y="1536635"/>
                  <a:pt x="0" y="1510789"/>
                  <a:pt x="0" y="1478906"/>
                </a:cubicBezTo>
                <a:lnTo>
                  <a:pt x="0" y="57729"/>
                </a:lnTo>
                <a:cubicBezTo>
                  <a:pt x="0" y="25846"/>
                  <a:pt x="25846" y="0"/>
                  <a:pt x="57729" y="0"/>
                </a:cubicBezTo>
                <a:lnTo>
                  <a:pt x="737299" y="0"/>
                </a:lnTo>
                <a:cubicBezTo>
                  <a:pt x="769182" y="0"/>
                  <a:pt x="795028" y="25846"/>
                  <a:pt x="795028" y="57729"/>
                </a:cubicBezTo>
                <a:lnTo>
                  <a:pt x="795028" y="1478906"/>
                </a:lnTo>
                <a:cubicBezTo>
                  <a:pt x="795028" y="1510789"/>
                  <a:pt x="769182" y="1536635"/>
                  <a:pt x="737299" y="1536635"/>
                </a:cubicBezTo>
              </a:path>
            </a:pathLst>
          </a:custGeom>
          <a:solidFill>
            <a:srgbClr val="6A8D6C"/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A7367DF6-A734-B797-DE4E-72FC73B3C103}"/>
              </a:ext>
            </a:extLst>
          </p:cNvPr>
          <p:cNvSpPr/>
          <p:nvPr/>
        </p:nvSpPr>
        <p:spPr>
          <a:xfrm>
            <a:off x="12934516" y="1324633"/>
            <a:ext cx="63645" cy="63645"/>
          </a:xfrm>
          <a:custGeom>
            <a:avLst/>
            <a:gdLst>
              <a:gd name="connsiteX0" fmla="*/ 55307 w 55306"/>
              <a:gd name="connsiteY0" fmla="*/ 27654 h 55306"/>
              <a:gd name="connsiteX1" fmla="*/ 27654 w 55306"/>
              <a:gd name="connsiteY1" fmla="*/ 55307 h 55306"/>
              <a:gd name="connsiteX2" fmla="*/ 0 w 55306"/>
              <a:gd name="connsiteY2" fmla="*/ 27654 h 55306"/>
              <a:gd name="connsiteX3" fmla="*/ 27654 w 55306"/>
              <a:gd name="connsiteY3" fmla="*/ 0 h 55306"/>
              <a:gd name="connsiteX4" fmla="*/ 55307 w 55306"/>
              <a:gd name="connsiteY4" fmla="*/ 27654 h 55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306" h="55306">
                <a:moveTo>
                  <a:pt x="55307" y="27654"/>
                </a:moveTo>
                <a:cubicBezTo>
                  <a:pt x="55307" y="42934"/>
                  <a:pt x="42927" y="55307"/>
                  <a:pt x="27654" y="55307"/>
                </a:cubicBezTo>
                <a:cubicBezTo>
                  <a:pt x="12373" y="55307"/>
                  <a:pt x="0" y="42934"/>
                  <a:pt x="0" y="27654"/>
                </a:cubicBezTo>
                <a:cubicBezTo>
                  <a:pt x="0" y="12380"/>
                  <a:pt x="12373" y="0"/>
                  <a:pt x="27654" y="0"/>
                </a:cubicBezTo>
                <a:cubicBezTo>
                  <a:pt x="42927" y="0"/>
                  <a:pt x="55307" y="12380"/>
                  <a:pt x="55307" y="27654"/>
                </a:cubicBezTo>
              </a:path>
            </a:pathLst>
          </a:custGeom>
          <a:solidFill>
            <a:srgbClr val="CFCFCF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6E521B88-C0B0-58EB-6D42-32467A168B89}"/>
              </a:ext>
            </a:extLst>
          </p:cNvPr>
          <p:cNvSpPr/>
          <p:nvPr/>
        </p:nvSpPr>
        <p:spPr>
          <a:xfrm>
            <a:off x="13089661" y="1324633"/>
            <a:ext cx="63645" cy="63645"/>
          </a:xfrm>
          <a:custGeom>
            <a:avLst/>
            <a:gdLst>
              <a:gd name="connsiteX0" fmla="*/ 55307 w 55306"/>
              <a:gd name="connsiteY0" fmla="*/ 27654 h 55306"/>
              <a:gd name="connsiteX1" fmla="*/ 27653 w 55306"/>
              <a:gd name="connsiteY1" fmla="*/ 55307 h 55306"/>
              <a:gd name="connsiteX2" fmla="*/ 0 w 55306"/>
              <a:gd name="connsiteY2" fmla="*/ 27654 h 55306"/>
              <a:gd name="connsiteX3" fmla="*/ 27653 w 55306"/>
              <a:gd name="connsiteY3" fmla="*/ 0 h 55306"/>
              <a:gd name="connsiteX4" fmla="*/ 55307 w 55306"/>
              <a:gd name="connsiteY4" fmla="*/ 27654 h 55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306" h="55306">
                <a:moveTo>
                  <a:pt x="55307" y="27654"/>
                </a:moveTo>
                <a:cubicBezTo>
                  <a:pt x="55307" y="42934"/>
                  <a:pt x="42927" y="55307"/>
                  <a:pt x="27653" y="55307"/>
                </a:cubicBezTo>
                <a:cubicBezTo>
                  <a:pt x="12373" y="55307"/>
                  <a:pt x="0" y="42934"/>
                  <a:pt x="0" y="27654"/>
                </a:cubicBezTo>
                <a:cubicBezTo>
                  <a:pt x="0" y="12380"/>
                  <a:pt x="12373" y="0"/>
                  <a:pt x="27653" y="0"/>
                </a:cubicBezTo>
                <a:cubicBezTo>
                  <a:pt x="42920" y="0"/>
                  <a:pt x="55307" y="12380"/>
                  <a:pt x="55307" y="27654"/>
                </a:cubicBezTo>
              </a:path>
            </a:pathLst>
          </a:custGeom>
          <a:solidFill>
            <a:schemeClr val="bg1">
              <a:lumMod val="95000"/>
            </a:schemeClr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54" name="Freeform: Shape 153">
            <a:extLst>
              <a:ext uri="{FF2B5EF4-FFF2-40B4-BE49-F238E27FC236}">
                <a16:creationId xmlns:a16="http://schemas.microsoft.com/office/drawing/2014/main" id="{68CE4E23-901D-3AB3-7CFA-37EDDFA45447}"/>
              </a:ext>
            </a:extLst>
          </p:cNvPr>
          <p:cNvSpPr/>
          <p:nvPr/>
        </p:nvSpPr>
        <p:spPr>
          <a:xfrm>
            <a:off x="12927743" y="1572388"/>
            <a:ext cx="95461" cy="95477"/>
          </a:xfrm>
          <a:custGeom>
            <a:avLst/>
            <a:gdLst>
              <a:gd name="connsiteX0" fmla="*/ 82953 w 82953"/>
              <a:gd name="connsiteY0" fmla="*/ 41484 h 82967"/>
              <a:gd name="connsiteX1" fmla="*/ 41476 w 82953"/>
              <a:gd name="connsiteY1" fmla="*/ 82968 h 82967"/>
              <a:gd name="connsiteX2" fmla="*/ 0 w 82953"/>
              <a:gd name="connsiteY2" fmla="*/ 41484 h 82967"/>
              <a:gd name="connsiteX3" fmla="*/ 41476 w 82953"/>
              <a:gd name="connsiteY3" fmla="*/ 0 h 82967"/>
              <a:gd name="connsiteX4" fmla="*/ 82953 w 82953"/>
              <a:gd name="connsiteY4" fmla="*/ 41484 h 82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53" h="82967">
                <a:moveTo>
                  <a:pt x="82953" y="41484"/>
                </a:moveTo>
                <a:cubicBezTo>
                  <a:pt x="82953" y="64394"/>
                  <a:pt x="64379" y="82968"/>
                  <a:pt x="41476" y="82968"/>
                </a:cubicBezTo>
                <a:cubicBezTo>
                  <a:pt x="18567" y="82968"/>
                  <a:pt x="0" y="64394"/>
                  <a:pt x="0" y="41484"/>
                </a:cubicBezTo>
                <a:cubicBezTo>
                  <a:pt x="0" y="18574"/>
                  <a:pt x="18567" y="0"/>
                  <a:pt x="41476" y="0"/>
                </a:cubicBezTo>
                <a:cubicBezTo>
                  <a:pt x="64379" y="0"/>
                  <a:pt x="82953" y="18574"/>
                  <a:pt x="82953" y="41484"/>
                </a:cubicBezTo>
              </a:path>
            </a:pathLst>
          </a:custGeom>
          <a:solidFill>
            <a:schemeClr val="bg1"/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B2D4A561-1344-8818-DEA8-6D4EEE942155}"/>
              </a:ext>
            </a:extLst>
          </p:cNvPr>
          <p:cNvSpPr/>
          <p:nvPr/>
        </p:nvSpPr>
        <p:spPr>
          <a:xfrm>
            <a:off x="13082880" y="1572388"/>
            <a:ext cx="95461" cy="95477"/>
          </a:xfrm>
          <a:custGeom>
            <a:avLst/>
            <a:gdLst>
              <a:gd name="connsiteX0" fmla="*/ 82953 w 82953"/>
              <a:gd name="connsiteY0" fmla="*/ 41484 h 82967"/>
              <a:gd name="connsiteX1" fmla="*/ 41477 w 82953"/>
              <a:gd name="connsiteY1" fmla="*/ 82968 h 82967"/>
              <a:gd name="connsiteX2" fmla="*/ 0 w 82953"/>
              <a:gd name="connsiteY2" fmla="*/ 41484 h 82967"/>
              <a:gd name="connsiteX3" fmla="*/ 41477 w 82953"/>
              <a:gd name="connsiteY3" fmla="*/ 0 h 82967"/>
              <a:gd name="connsiteX4" fmla="*/ 82953 w 82953"/>
              <a:gd name="connsiteY4" fmla="*/ 41484 h 82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53" h="82967">
                <a:moveTo>
                  <a:pt x="82953" y="41484"/>
                </a:moveTo>
                <a:cubicBezTo>
                  <a:pt x="82953" y="64394"/>
                  <a:pt x="64380" y="82968"/>
                  <a:pt x="41477" y="82968"/>
                </a:cubicBezTo>
                <a:cubicBezTo>
                  <a:pt x="18567" y="82968"/>
                  <a:pt x="0" y="64394"/>
                  <a:pt x="0" y="41484"/>
                </a:cubicBezTo>
                <a:cubicBezTo>
                  <a:pt x="0" y="18574"/>
                  <a:pt x="18567" y="0"/>
                  <a:pt x="41477" y="0"/>
                </a:cubicBezTo>
                <a:cubicBezTo>
                  <a:pt x="64380" y="0"/>
                  <a:pt x="82953" y="18574"/>
                  <a:pt x="82953" y="41484"/>
                </a:cubicBezTo>
              </a:path>
            </a:pathLst>
          </a:custGeom>
          <a:solidFill>
            <a:schemeClr val="bg1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8C7CAAE2-6857-79F9-A1FB-EA86C49D6668}"/>
              </a:ext>
            </a:extLst>
          </p:cNvPr>
          <p:cNvSpPr/>
          <p:nvPr/>
        </p:nvSpPr>
        <p:spPr>
          <a:xfrm>
            <a:off x="13238008" y="1572388"/>
            <a:ext cx="95469" cy="95477"/>
          </a:xfrm>
          <a:custGeom>
            <a:avLst/>
            <a:gdLst>
              <a:gd name="connsiteX0" fmla="*/ 82961 w 82960"/>
              <a:gd name="connsiteY0" fmla="*/ 41484 h 82967"/>
              <a:gd name="connsiteX1" fmla="*/ 41484 w 82960"/>
              <a:gd name="connsiteY1" fmla="*/ 82968 h 82967"/>
              <a:gd name="connsiteX2" fmla="*/ 0 w 82960"/>
              <a:gd name="connsiteY2" fmla="*/ 41484 h 82967"/>
              <a:gd name="connsiteX3" fmla="*/ 41484 w 82960"/>
              <a:gd name="connsiteY3" fmla="*/ 0 h 82967"/>
              <a:gd name="connsiteX4" fmla="*/ 82961 w 82960"/>
              <a:gd name="connsiteY4" fmla="*/ 41484 h 82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60" h="82967">
                <a:moveTo>
                  <a:pt x="82961" y="41484"/>
                </a:moveTo>
                <a:cubicBezTo>
                  <a:pt x="82961" y="64394"/>
                  <a:pt x="64380" y="82968"/>
                  <a:pt x="41484" y="82968"/>
                </a:cubicBezTo>
                <a:cubicBezTo>
                  <a:pt x="18574" y="82968"/>
                  <a:pt x="0" y="64394"/>
                  <a:pt x="0" y="41484"/>
                </a:cubicBezTo>
                <a:cubicBezTo>
                  <a:pt x="0" y="18574"/>
                  <a:pt x="18574" y="0"/>
                  <a:pt x="41484" y="0"/>
                </a:cubicBezTo>
                <a:cubicBezTo>
                  <a:pt x="64380" y="0"/>
                  <a:pt x="82961" y="18574"/>
                  <a:pt x="82961" y="41484"/>
                </a:cubicBezTo>
              </a:path>
            </a:pathLst>
          </a:custGeom>
          <a:solidFill>
            <a:schemeClr val="bg1"/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57" name="Freeform: Shape 156">
            <a:extLst>
              <a:ext uri="{FF2B5EF4-FFF2-40B4-BE49-F238E27FC236}">
                <a16:creationId xmlns:a16="http://schemas.microsoft.com/office/drawing/2014/main" id="{3AD77FD2-E7C5-6946-5049-F8F6FE6646EC}"/>
              </a:ext>
            </a:extLst>
          </p:cNvPr>
          <p:cNvSpPr/>
          <p:nvPr/>
        </p:nvSpPr>
        <p:spPr>
          <a:xfrm>
            <a:off x="13393145" y="1572388"/>
            <a:ext cx="95469" cy="95477"/>
          </a:xfrm>
          <a:custGeom>
            <a:avLst/>
            <a:gdLst>
              <a:gd name="connsiteX0" fmla="*/ 82960 w 82960"/>
              <a:gd name="connsiteY0" fmla="*/ 41484 h 82967"/>
              <a:gd name="connsiteX1" fmla="*/ 41484 w 82960"/>
              <a:gd name="connsiteY1" fmla="*/ 82968 h 82967"/>
              <a:gd name="connsiteX2" fmla="*/ 0 w 82960"/>
              <a:gd name="connsiteY2" fmla="*/ 41484 h 82967"/>
              <a:gd name="connsiteX3" fmla="*/ 41484 w 82960"/>
              <a:gd name="connsiteY3" fmla="*/ 0 h 82967"/>
              <a:gd name="connsiteX4" fmla="*/ 82960 w 82960"/>
              <a:gd name="connsiteY4" fmla="*/ 41484 h 82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60" h="82967">
                <a:moveTo>
                  <a:pt x="82960" y="41484"/>
                </a:moveTo>
                <a:cubicBezTo>
                  <a:pt x="82960" y="64394"/>
                  <a:pt x="64379" y="82968"/>
                  <a:pt x="41484" y="82968"/>
                </a:cubicBezTo>
                <a:cubicBezTo>
                  <a:pt x="18574" y="82968"/>
                  <a:pt x="0" y="64394"/>
                  <a:pt x="0" y="41484"/>
                </a:cubicBezTo>
                <a:cubicBezTo>
                  <a:pt x="0" y="18574"/>
                  <a:pt x="18574" y="0"/>
                  <a:pt x="41484" y="0"/>
                </a:cubicBezTo>
                <a:cubicBezTo>
                  <a:pt x="64379" y="0"/>
                  <a:pt x="82960" y="18574"/>
                  <a:pt x="82960" y="41484"/>
                </a:cubicBezTo>
              </a:path>
            </a:pathLst>
          </a:custGeom>
          <a:solidFill>
            <a:schemeClr val="bg1"/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58" name="Freeform: Shape 157">
            <a:extLst>
              <a:ext uri="{FF2B5EF4-FFF2-40B4-BE49-F238E27FC236}">
                <a16:creationId xmlns:a16="http://schemas.microsoft.com/office/drawing/2014/main" id="{F362B0FE-0389-4CAC-BC55-282002840F89}"/>
              </a:ext>
            </a:extLst>
          </p:cNvPr>
          <p:cNvSpPr/>
          <p:nvPr/>
        </p:nvSpPr>
        <p:spPr>
          <a:xfrm>
            <a:off x="13548290" y="1572388"/>
            <a:ext cx="95469" cy="95477"/>
          </a:xfrm>
          <a:custGeom>
            <a:avLst/>
            <a:gdLst>
              <a:gd name="connsiteX0" fmla="*/ 82960 w 82960"/>
              <a:gd name="connsiteY0" fmla="*/ 41484 h 82967"/>
              <a:gd name="connsiteX1" fmla="*/ 41476 w 82960"/>
              <a:gd name="connsiteY1" fmla="*/ 82968 h 82967"/>
              <a:gd name="connsiteX2" fmla="*/ 0 w 82960"/>
              <a:gd name="connsiteY2" fmla="*/ 41484 h 82967"/>
              <a:gd name="connsiteX3" fmla="*/ 41476 w 82960"/>
              <a:gd name="connsiteY3" fmla="*/ 0 h 82967"/>
              <a:gd name="connsiteX4" fmla="*/ 82960 w 82960"/>
              <a:gd name="connsiteY4" fmla="*/ 41484 h 82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60" h="82967">
                <a:moveTo>
                  <a:pt x="82960" y="41484"/>
                </a:moveTo>
                <a:cubicBezTo>
                  <a:pt x="82960" y="64394"/>
                  <a:pt x="64379" y="82968"/>
                  <a:pt x="41476" y="82968"/>
                </a:cubicBezTo>
                <a:cubicBezTo>
                  <a:pt x="18574" y="82968"/>
                  <a:pt x="0" y="64394"/>
                  <a:pt x="0" y="41484"/>
                </a:cubicBezTo>
                <a:cubicBezTo>
                  <a:pt x="0" y="18574"/>
                  <a:pt x="18574" y="0"/>
                  <a:pt x="41476" y="0"/>
                </a:cubicBezTo>
                <a:cubicBezTo>
                  <a:pt x="64379" y="0"/>
                  <a:pt x="82960" y="18574"/>
                  <a:pt x="82960" y="41484"/>
                </a:cubicBezTo>
              </a:path>
            </a:pathLst>
          </a:custGeom>
          <a:solidFill>
            <a:schemeClr val="bg1"/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59" name="Freeform: Shape 158">
            <a:extLst>
              <a:ext uri="{FF2B5EF4-FFF2-40B4-BE49-F238E27FC236}">
                <a16:creationId xmlns:a16="http://schemas.microsoft.com/office/drawing/2014/main" id="{571D0764-4891-036C-18FA-AB788D7D17CF}"/>
              </a:ext>
            </a:extLst>
          </p:cNvPr>
          <p:cNvSpPr/>
          <p:nvPr/>
        </p:nvSpPr>
        <p:spPr>
          <a:xfrm>
            <a:off x="12927743" y="1723545"/>
            <a:ext cx="95461" cy="95469"/>
          </a:xfrm>
          <a:custGeom>
            <a:avLst/>
            <a:gdLst>
              <a:gd name="connsiteX0" fmla="*/ 82953 w 82953"/>
              <a:gd name="connsiteY0" fmla="*/ 41484 h 82960"/>
              <a:gd name="connsiteX1" fmla="*/ 41476 w 82953"/>
              <a:gd name="connsiteY1" fmla="*/ 82960 h 82960"/>
              <a:gd name="connsiteX2" fmla="*/ 0 w 82953"/>
              <a:gd name="connsiteY2" fmla="*/ 41484 h 82960"/>
              <a:gd name="connsiteX3" fmla="*/ 41476 w 82953"/>
              <a:gd name="connsiteY3" fmla="*/ 0 h 82960"/>
              <a:gd name="connsiteX4" fmla="*/ 82953 w 82953"/>
              <a:gd name="connsiteY4" fmla="*/ 41484 h 82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53" h="82960">
                <a:moveTo>
                  <a:pt x="82953" y="41484"/>
                </a:moveTo>
                <a:cubicBezTo>
                  <a:pt x="82953" y="64387"/>
                  <a:pt x="64379" y="82960"/>
                  <a:pt x="41476" y="82960"/>
                </a:cubicBezTo>
                <a:cubicBezTo>
                  <a:pt x="18567" y="82960"/>
                  <a:pt x="0" y="64387"/>
                  <a:pt x="0" y="41484"/>
                </a:cubicBezTo>
                <a:cubicBezTo>
                  <a:pt x="0" y="18574"/>
                  <a:pt x="18567" y="0"/>
                  <a:pt x="41476" y="0"/>
                </a:cubicBezTo>
                <a:cubicBezTo>
                  <a:pt x="64379" y="0"/>
                  <a:pt x="82953" y="18574"/>
                  <a:pt x="82953" y="41484"/>
                </a:cubicBezTo>
              </a:path>
            </a:pathLst>
          </a:custGeom>
          <a:solidFill>
            <a:srgbClr val="CFCFCF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0" name="Freeform: Shape 159">
            <a:extLst>
              <a:ext uri="{FF2B5EF4-FFF2-40B4-BE49-F238E27FC236}">
                <a16:creationId xmlns:a16="http://schemas.microsoft.com/office/drawing/2014/main" id="{20DFCBC1-AFC3-766A-76DE-14885655F208}"/>
              </a:ext>
            </a:extLst>
          </p:cNvPr>
          <p:cNvSpPr/>
          <p:nvPr/>
        </p:nvSpPr>
        <p:spPr>
          <a:xfrm>
            <a:off x="13082880" y="1723545"/>
            <a:ext cx="95461" cy="95469"/>
          </a:xfrm>
          <a:custGeom>
            <a:avLst/>
            <a:gdLst>
              <a:gd name="connsiteX0" fmla="*/ 82953 w 82953"/>
              <a:gd name="connsiteY0" fmla="*/ 41484 h 82960"/>
              <a:gd name="connsiteX1" fmla="*/ 41477 w 82953"/>
              <a:gd name="connsiteY1" fmla="*/ 82960 h 82960"/>
              <a:gd name="connsiteX2" fmla="*/ 0 w 82953"/>
              <a:gd name="connsiteY2" fmla="*/ 41484 h 82960"/>
              <a:gd name="connsiteX3" fmla="*/ 41477 w 82953"/>
              <a:gd name="connsiteY3" fmla="*/ 0 h 82960"/>
              <a:gd name="connsiteX4" fmla="*/ 82953 w 82953"/>
              <a:gd name="connsiteY4" fmla="*/ 41484 h 82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53" h="82960">
                <a:moveTo>
                  <a:pt x="82953" y="41484"/>
                </a:moveTo>
                <a:cubicBezTo>
                  <a:pt x="82953" y="64387"/>
                  <a:pt x="64380" y="82960"/>
                  <a:pt x="41477" y="82960"/>
                </a:cubicBezTo>
                <a:cubicBezTo>
                  <a:pt x="18567" y="82960"/>
                  <a:pt x="0" y="64387"/>
                  <a:pt x="0" y="41484"/>
                </a:cubicBezTo>
                <a:cubicBezTo>
                  <a:pt x="0" y="18574"/>
                  <a:pt x="18567" y="0"/>
                  <a:pt x="41477" y="0"/>
                </a:cubicBezTo>
                <a:cubicBezTo>
                  <a:pt x="64380" y="0"/>
                  <a:pt x="82953" y="18574"/>
                  <a:pt x="82953" y="41484"/>
                </a:cubicBezTo>
              </a:path>
            </a:pathLst>
          </a:custGeom>
          <a:solidFill>
            <a:schemeClr val="bg1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1" name="Freeform: Shape 160">
            <a:extLst>
              <a:ext uri="{FF2B5EF4-FFF2-40B4-BE49-F238E27FC236}">
                <a16:creationId xmlns:a16="http://schemas.microsoft.com/office/drawing/2014/main" id="{51F719AE-16A5-02D1-88C0-F5AF0E89EFB4}"/>
              </a:ext>
            </a:extLst>
          </p:cNvPr>
          <p:cNvSpPr/>
          <p:nvPr/>
        </p:nvSpPr>
        <p:spPr>
          <a:xfrm>
            <a:off x="13238008" y="1723545"/>
            <a:ext cx="95469" cy="95469"/>
          </a:xfrm>
          <a:custGeom>
            <a:avLst/>
            <a:gdLst>
              <a:gd name="connsiteX0" fmla="*/ 82961 w 82960"/>
              <a:gd name="connsiteY0" fmla="*/ 41484 h 82960"/>
              <a:gd name="connsiteX1" fmla="*/ 41484 w 82960"/>
              <a:gd name="connsiteY1" fmla="*/ 82960 h 82960"/>
              <a:gd name="connsiteX2" fmla="*/ 0 w 82960"/>
              <a:gd name="connsiteY2" fmla="*/ 41484 h 82960"/>
              <a:gd name="connsiteX3" fmla="*/ 41484 w 82960"/>
              <a:gd name="connsiteY3" fmla="*/ 0 h 82960"/>
              <a:gd name="connsiteX4" fmla="*/ 82961 w 82960"/>
              <a:gd name="connsiteY4" fmla="*/ 41484 h 82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60" h="82960">
                <a:moveTo>
                  <a:pt x="82961" y="41484"/>
                </a:moveTo>
                <a:cubicBezTo>
                  <a:pt x="82961" y="64387"/>
                  <a:pt x="64380" y="82960"/>
                  <a:pt x="41484" y="82960"/>
                </a:cubicBezTo>
                <a:cubicBezTo>
                  <a:pt x="18574" y="82960"/>
                  <a:pt x="0" y="64387"/>
                  <a:pt x="0" y="41484"/>
                </a:cubicBezTo>
                <a:cubicBezTo>
                  <a:pt x="0" y="18574"/>
                  <a:pt x="18574" y="0"/>
                  <a:pt x="41484" y="0"/>
                </a:cubicBezTo>
                <a:cubicBezTo>
                  <a:pt x="64380" y="0"/>
                  <a:pt x="82961" y="18574"/>
                  <a:pt x="82961" y="41484"/>
                </a:cubicBezTo>
              </a:path>
            </a:pathLst>
          </a:custGeom>
          <a:solidFill>
            <a:schemeClr val="bg1"/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62" name="Freeform: Shape 161">
            <a:extLst>
              <a:ext uri="{FF2B5EF4-FFF2-40B4-BE49-F238E27FC236}">
                <a16:creationId xmlns:a16="http://schemas.microsoft.com/office/drawing/2014/main" id="{E96EC792-5D7F-A3DF-E896-1F9DBEA515B1}"/>
              </a:ext>
            </a:extLst>
          </p:cNvPr>
          <p:cNvSpPr/>
          <p:nvPr/>
        </p:nvSpPr>
        <p:spPr>
          <a:xfrm>
            <a:off x="13393145" y="1723545"/>
            <a:ext cx="95469" cy="95469"/>
          </a:xfrm>
          <a:custGeom>
            <a:avLst/>
            <a:gdLst>
              <a:gd name="connsiteX0" fmla="*/ 82960 w 82960"/>
              <a:gd name="connsiteY0" fmla="*/ 41484 h 82960"/>
              <a:gd name="connsiteX1" fmla="*/ 41484 w 82960"/>
              <a:gd name="connsiteY1" fmla="*/ 82960 h 82960"/>
              <a:gd name="connsiteX2" fmla="*/ 0 w 82960"/>
              <a:gd name="connsiteY2" fmla="*/ 41484 h 82960"/>
              <a:gd name="connsiteX3" fmla="*/ 41484 w 82960"/>
              <a:gd name="connsiteY3" fmla="*/ 0 h 82960"/>
              <a:gd name="connsiteX4" fmla="*/ 82960 w 82960"/>
              <a:gd name="connsiteY4" fmla="*/ 41484 h 82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60" h="82960">
                <a:moveTo>
                  <a:pt x="82960" y="41484"/>
                </a:moveTo>
                <a:cubicBezTo>
                  <a:pt x="82960" y="64387"/>
                  <a:pt x="64379" y="82960"/>
                  <a:pt x="41484" y="82960"/>
                </a:cubicBezTo>
                <a:cubicBezTo>
                  <a:pt x="18574" y="82960"/>
                  <a:pt x="0" y="64387"/>
                  <a:pt x="0" y="41484"/>
                </a:cubicBezTo>
                <a:cubicBezTo>
                  <a:pt x="0" y="18574"/>
                  <a:pt x="18574" y="0"/>
                  <a:pt x="41484" y="0"/>
                </a:cubicBezTo>
                <a:cubicBezTo>
                  <a:pt x="64379" y="0"/>
                  <a:pt x="82960" y="18574"/>
                  <a:pt x="82960" y="41484"/>
                </a:cubicBezTo>
              </a:path>
            </a:pathLst>
          </a:custGeom>
          <a:solidFill>
            <a:schemeClr val="bg1"/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7D995336-D8C7-1B84-6A37-D3B21C5E399F}"/>
              </a:ext>
            </a:extLst>
          </p:cNvPr>
          <p:cNvSpPr/>
          <p:nvPr/>
        </p:nvSpPr>
        <p:spPr>
          <a:xfrm>
            <a:off x="13548290" y="1723545"/>
            <a:ext cx="95469" cy="95469"/>
          </a:xfrm>
          <a:custGeom>
            <a:avLst/>
            <a:gdLst>
              <a:gd name="connsiteX0" fmla="*/ 82960 w 82960"/>
              <a:gd name="connsiteY0" fmla="*/ 41484 h 82960"/>
              <a:gd name="connsiteX1" fmla="*/ 41476 w 82960"/>
              <a:gd name="connsiteY1" fmla="*/ 82960 h 82960"/>
              <a:gd name="connsiteX2" fmla="*/ 0 w 82960"/>
              <a:gd name="connsiteY2" fmla="*/ 41484 h 82960"/>
              <a:gd name="connsiteX3" fmla="*/ 41476 w 82960"/>
              <a:gd name="connsiteY3" fmla="*/ 0 h 82960"/>
              <a:gd name="connsiteX4" fmla="*/ 82960 w 82960"/>
              <a:gd name="connsiteY4" fmla="*/ 41484 h 82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60" h="82960">
                <a:moveTo>
                  <a:pt x="82960" y="41484"/>
                </a:moveTo>
                <a:cubicBezTo>
                  <a:pt x="82960" y="64387"/>
                  <a:pt x="64379" y="82960"/>
                  <a:pt x="41476" y="82960"/>
                </a:cubicBezTo>
                <a:cubicBezTo>
                  <a:pt x="18574" y="82960"/>
                  <a:pt x="0" y="64387"/>
                  <a:pt x="0" y="41484"/>
                </a:cubicBezTo>
                <a:cubicBezTo>
                  <a:pt x="0" y="18574"/>
                  <a:pt x="18574" y="0"/>
                  <a:pt x="41476" y="0"/>
                </a:cubicBezTo>
                <a:cubicBezTo>
                  <a:pt x="64379" y="0"/>
                  <a:pt x="82960" y="18574"/>
                  <a:pt x="82960" y="41484"/>
                </a:cubicBezTo>
              </a:path>
            </a:pathLst>
          </a:custGeom>
          <a:solidFill>
            <a:srgbClr val="CFCFCF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105708FC-09B6-C819-1E0E-C9190366CD52}"/>
              </a:ext>
            </a:extLst>
          </p:cNvPr>
          <p:cNvSpPr/>
          <p:nvPr/>
        </p:nvSpPr>
        <p:spPr>
          <a:xfrm>
            <a:off x="12927743" y="1874711"/>
            <a:ext cx="95461" cy="95461"/>
          </a:xfrm>
          <a:custGeom>
            <a:avLst/>
            <a:gdLst>
              <a:gd name="connsiteX0" fmla="*/ 82953 w 82953"/>
              <a:gd name="connsiteY0" fmla="*/ 41476 h 82953"/>
              <a:gd name="connsiteX1" fmla="*/ 41476 w 82953"/>
              <a:gd name="connsiteY1" fmla="*/ 82953 h 82953"/>
              <a:gd name="connsiteX2" fmla="*/ 0 w 82953"/>
              <a:gd name="connsiteY2" fmla="*/ 41476 h 82953"/>
              <a:gd name="connsiteX3" fmla="*/ 41476 w 82953"/>
              <a:gd name="connsiteY3" fmla="*/ 0 h 82953"/>
              <a:gd name="connsiteX4" fmla="*/ 82953 w 82953"/>
              <a:gd name="connsiteY4" fmla="*/ 41476 h 8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53" h="82953">
                <a:moveTo>
                  <a:pt x="82953" y="41476"/>
                </a:moveTo>
                <a:cubicBezTo>
                  <a:pt x="82953" y="64387"/>
                  <a:pt x="64379" y="82953"/>
                  <a:pt x="41476" y="82953"/>
                </a:cubicBezTo>
                <a:cubicBezTo>
                  <a:pt x="18567" y="82953"/>
                  <a:pt x="0" y="64387"/>
                  <a:pt x="0" y="41476"/>
                </a:cubicBezTo>
                <a:cubicBezTo>
                  <a:pt x="0" y="18567"/>
                  <a:pt x="18567" y="0"/>
                  <a:pt x="41476" y="0"/>
                </a:cubicBezTo>
                <a:cubicBezTo>
                  <a:pt x="64379" y="0"/>
                  <a:pt x="82953" y="18567"/>
                  <a:pt x="82953" y="41476"/>
                </a:cubicBezTo>
              </a:path>
            </a:pathLst>
          </a:custGeom>
          <a:solidFill>
            <a:srgbClr val="CFCFCF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5" name="Freeform: Shape 164">
            <a:extLst>
              <a:ext uri="{FF2B5EF4-FFF2-40B4-BE49-F238E27FC236}">
                <a16:creationId xmlns:a16="http://schemas.microsoft.com/office/drawing/2014/main" id="{8276CFAF-A508-FEE9-C970-3DED79FD7044}"/>
              </a:ext>
            </a:extLst>
          </p:cNvPr>
          <p:cNvSpPr/>
          <p:nvPr/>
        </p:nvSpPr>
        <p:spPr>
          <a:xfrm>
            <a:off x="13082880" y="1874711"/>
            <a:ext cx="95461" cy="95461"/>
          </a:xfrm>
          <a:custGeom>
            <a:avLst/>
            <a:gdLst>
              <a:gd name="connsiteX0" fmla="*/ 82953 w 82953"/>
              <a:gd name="connsiteY0" fmla="*/ 41476 h 82953"/>
              <a:gd name="connsiteX1" fmla="*/ 41477 w 82953"/>
              <a:gd name="connsiteY1" fmla="*/ 82953 h 82953"/>
              <a:gd name="connsiteX2" fmla="*/ 0 w 82953"/>
              <a:gd name="connsiteY2" fmla="*/ 41476 h 82953"/>
              <a:gd name="connsiteX3" fmla="*/ 41477 w 82953"/>
              <a:gd name="connsiteY3" fmla="*/ 0 h 82953"/>
              <a:gd name="connsiteX4" fmla="*/ 82953 w 82953"/>
              <a:gd name="connsiteY4" fmla="*/ 41476 h 8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53" h="82953">
                <a:moveTo>
                  <a:pt x="82953" y="41476"/>
                </a:moveTo>
                <a:cubicBezTo>
                  <a:pt x="82953" y="64387"/>
                  <a:pt x="64380" y="82953"/>
                  <a:pt x="41477" y="82953"/>
                </a:cubicBezTo>
                <a:cubicBezTo>
                  <a:pt x="18567" y="82953"/>
                  <a:pt x="0" y="64387"/>
                  <a:pt x="0" y="41476"/>
                </a:cubicBezTo>
                <a:cubicBezTo>
                  <a:pt x="0" y="18567"/>
                  <a:pt x="18567" y="0"/>
                  <a:pt x="41477" y="0"/>
                </a:cubicBezTo>
                <a:cubicBezTo>
                  <a:pt x="64380" y="0"/>
                  <a:pt x="82953" y="18567"/>
                  <a:pt x="82953" y="41476"/>
                </a:cubicBezTo>
              </a:path>
            </a:pathLst>
          </a:custGeom>
          <a:solidFill>
            <a:schemeClr val="bg1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6" name="Freeform: Shape 165">
            <a:extLst>
              <a:ext uri="{FF2B5EF4-FFF2-40B4-BE49-F238E27FC236}">
                <a16:creationId xmlns:a16="http://schemas.microsoft.com/office/drawing/2014/main" id="{A1B633B9-F0D9-75B8-86EB-C44883F5EA16}"/>
              </a:ext>
            </a:extLst>
          </p:cNvPr>
          <p:cNvSpPr/>
          <p:nvPr/>
        </p:nvSpPr>
        <p:spPr>
          <a:xfrm>
            <a:off x="13238008" y="1874711"/>
            <a:ext cx="95469" cy="95461"/>
          </a:xfrm>
          <a:custGeom>
            <a:avLst/>
            <a:gdLst>
              <a:gd name="connsiteX0" fmla="*/ 82961 w 82960"/>
              <a:gd name="connsiteY0" fmla="*/ 41476 h 82953"/>
              <a:gd name="connsiteX1" fmla="*/ 41484 w 82960"/>
              <a:gd name="connsiteY1" fmla="*/ 82953 h 82953"/>
              <a:gd name="connsiteX2" fmla="*/ 0 w 82960"/>
              <a:gd name="connsiteY2" fmla="*/ 41476 h 82953"/>
              <a:gd name="connsiteX3" fmla="*/ 41484 w 82960"/>
              <a:gd name="connsiteY3" fmla="*/ 0 h 82953"/>
              <a:gd name="connsiteX4" fmla="*/ 82961 w 82960"/>
              <a:gd name="connsiteY4" fmla="*/ 41476 h 8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60" h="82953">
                <a:moveTo>
                  <a:pt x="82961" y="41476"/>
                </a:moveTo>
                <a:cubicBezTo>
                  <a:pt x="82961" y="64387"/>
                  <a:pt x="64380" y="82953"/>
                  <a:pt x="41484" y="82953"/>
                </a:cubicBezTo>
                <a:cubicBezTo>
                  <a:pt x="18574" y="82953"/>
                  <a:pt x="0" y="64387"/>
                  <a:pt x="0" y="41476"/>
                </a:cubicBezTo>
                <a:cubicBezTo>
                  <a:pt x="0" y="18567"/>
                  <a:pt x="18574" y="0"/>
                  <a:pt x="41484" y="0"/>
                </a:cubicBezTo>
                <a:cubicBezTo>
                  <a:pt x="64380" y="0"/>
                  <a:pt x="82961" y="18567"/>
                  <a:pt x="82961" y="41476"/>
                </a:cubicBezTo>
              </a:path>
            </a:pathLst>
          </a:custGeom>
          <a:solidFill>
            <a:schemeClr val="bg1"/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67" name="Freeform: Shape 166">
            <a:extLst>
              <a:ext uri="{FF2B5EF4-FFF2-40B4-BE49-F238E27FC236}">
                <a16:creationId xmlns:a16="http://schemas.microsoft.com/office/drawing/2014/main" id="{6F476CA4-8165-F2F1-BA0A-1E1C23204110}"/>
              </a:ext>
            </a:extLst>
          </p:cNvPr>
          <p:cNvSpPr/>
          <p:nvPr/>
        </p:nvSpPr>
        <p:spPr>
          <a:xfrm>
            <a:off x="13393145" y="1874711"/>
            <a:ext cx="95469" cy="95461"/>
          </a:xfrm>
          <a:custGeom>
            <a:avLst/>
            <a:gdLst>
              <a:gd name="connsiteX0" fmla="*/ 82960 w 82960"/>
              <a:gd name="connsiteY0" fmla="*/ 41476 h 82953"/>
              <a:gd name="connsiteX1" fmla="*/ 41484 w 82960"/>
              <a:gd name="connsiteY1" fmla="*/ 82953 h 82953"/>
              <a:gd name="connsiteX2" fmla="*/ 0 w 82960"/>
              <a:gd name="connsiteY2" fmla="*/ 41476 h 82953"/>
              <a:gd name="connsiteX3" fmla="*/ 41484 w 82960"/>
              <a:gd name="connsiteY3" fmla="*/ 0 h 82953"/>
              <a:gd name="connsiteX4" fmla="*/ 82960 w 82960"/>
              <a:gd name="connsiteY4" fmla="*/ 41476 h 8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60" h="82953">
                <a:moveTo>
                  <a:pt x="82960" y="41476"/>
                </a:moveTo>
                <a:cubicBezTo>
                  <a:pt x="82960" y="64387"/>
                  <a:pt x="64379" y="82953"/>
                  <a:pt x="41484" y="82953"/>
                </a:cubicBezTo>
                <a:cubicBezTo>
                  <a:pt x="18574" y="82953"/>
                  <a:pt x="0" y="64387"/>
                  <a:pt x="0" y="41476"/>
                </a:cubicBezTo>
                <a:cubicBezTo>
                  <a:pt x="0" y="18567"/>
                  <a:pt x="18574" y="0"/>
                  <a:pt x="41484" y="0"/>
                </a:cubicBezTo>
                <a:cubicBezTo>
                  <a:pt x="64379" y="0"/>
                  <a:pt x="82960" y="18567"/>
                  <a:pt x="82960" y="41476"/>
                </a:cubicBezTo>
              </a:path>
            </a:pathLst>
          </a:custGeom>
          <a:solidFill>
            <a:schemeClr val="bg1"/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68" name="Freeform: Shape 167">
            <a:extLst>
              <a:ext uri="{FF2B5EF4-FFF2-40B4-BE49-F238E27FC236}">
                <a16:creationId xmlns:a16="http://schemas.microsoft.com/office/drawing/2014/main" id="{45E23B39-EE8D-ECF0-65D2-2CE915424829}"/>
              </a:ext>
            </a:extLst>
          </p:cNvPr>
          <p:cNvSpPr/>
          <p:nvPr/>
        </p:nvSpPr>
        <p:spPr>
          <a:xfrm>
            <a:off x="13548290" y="1874711"/>
            <a:ext cx="95469" cy="95461"/>
          </a:xfrm>
          <a:custGeom>
            <a:avLst/>
            <a:gdLst>
              <a:gd name="connsiteX0" fmla="*/ 82960 w 82960"/>
              <a:gd name="connsiteY0" fmla="*/ 41476 h 82953"/>
              <a:gd name="connsiteX1" fmla="*/ 41476 w 82960"/>
              <a:gd name="connsiteY1" fmla="*/ 82953 h 82953"/>
              <a:gd name="connsiteX2" fmla="*/ 0 w 82960"/>
              <a:gd name="connsiteY2" fmla="*/ 41476 h 82953"/>
              <a:gd name="connsiteX3" fmla="*/ 41476 w 82960"/>
              <a:gd name="connsiteY3" fmla="*/ 0 h 82953"/>
              <a:gd name="connsiteX4" fmla="*/ 82960 w 82960"/>
              <a:gd name="connsiteY4" fmla="*/ 41476 h 8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60" h="82953">
                <a:moveTo>
                  <a:pt x="82960" y="41476"/>
                </a:moveTo>
                <a:cubicBezTo>
                  <a:pt x="82960" y="64387"/>
                  <a:pt x="64379" y="82953"/>
                  <a:pt x="41476" y="82953"/>
                </a:cubicBezTo>
                <a:cubicBezTo>
                  <a:pt x="18574" y="82953"/>
                  <a:pt x="0" y="64387"/>
                  <a:pt x="0" y="41476"/>
                </a:cubicBezTo>
                <a:cubicBezTo>
                  <a:pt x="0" y="18567"/>
                  <a:pt x="18574" y="0"/>
                  <a:pt x="41476" y="0"/>
                </a:cubicBezTo>
                <a:cubicBezTo>
                  <a:pt x="64379" y="0"/>
                  <a:pt x="82960" y="18567"/>
                  <a:pt x="82960" y="41476"/>
                </a:cubicBezTo>
              </a:path>
            </a:pathLst>
          </a:custGeom>
          <a:solidFill>
            <a:srgbClr val="CFCFCF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9" name="Freeform: Shape 168">
            <a:extLst>
              <a:ext uri="{FF2B5EF4-FFF2-40B4-BE49-F238E27FC236}">
                <a16:creationId xmlns:a16="http://schemas.microsoft.com/office/drawing/2014/main" id="{921E72DA-15FD-3C27-4415-FEBAB5BF2ACD}"/>
              </a:ext>
            </a:extLst>
          </p:cNvPr>
          <p:cNvSpPr/>
          <p:nvPr/>
        </p:nvSpPr>
        <p:spPr>
          <a:xfrm>
            <a:off x="12927743" y="2025868"/>
            <a:ext cx="95461" cy="95477"/>
          </a:xfrm>
          <a:custGeom>
            <a:avLst/>
            <a:gdLst>
              <a:gd name="connsiteX0" fmla="*/ 82953 w 82953"/>
              <a:gd name="connsiteY0" fmla="*/ 41477 h 82967"/>
              <a:gd name="connsiteX1" fmla="*/ 41476 w 82953"/>
              <a:gd name="connsiteY1" fmla="*/ 82968 h 82967"/>
              <a:gd name="connsiteX2" fmla="*/ 0 w 82953"/>
              <a:gd name="connsiteY2" fmla="*/ 41477 h 82967"/>
              <a:gd name="connsiteX3" fmla="*/ 41476 w 82953"/>
              <a:gd name="connsiteY3" fmla="*/ 0 h 82967"/>
              <a:gd name="connsiteX4" fmla="*/ 82953 w 82953"/>
              <a:gd name="connsiteY4" fmla="*/ 41477 h 82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53" h="82967">
                <a:moveTo>
                  <a:pt x="82953" y="41477"/>
                </a:moveTo>
                <a:cubicBezTo>
                  <a:pt x="82953" y="64387"/>
                  <a:pt x="64379" y="82968"/>
                  <a:pt x="41476" y="82968"/>
                </a:cubicBezTo>
                <a:cubicBezTo>
                  <a:pt x="18567" y="82968"/>
                  <a:pt x="0" y="64387"/>
                  <a:pt x="0" y="41477"/>
                </a:cubicBezTo>
                <a:cubicBezTo>
                  <a:pt x="0" y="18567"/>
                  <a:pt x="18567" y="0"/>
                  <a:pt x="41476" y="0"/>
                </a:cubicBezTo>
                <a:cubicBezTo>
                  <a:pt x="64379" y="0"/>
                  <a:pt x="82953" y="18567"/>
                  <a:pt x="82953" y="41477"/>
                </a:cubicBezTo>
              </a:path>
            </a:pathLst>
          </a:custGeom>
          <a:solidFill>
            <a:srgbClr val="CFCFCF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0" name="Freeform: Shape 169">
            <a:extLst>
              <a:ext uri="{FF2B5EF4-FFF2-40B4-BE49-F238E27FC236}">
                <a16:creationId xmlns:a16="http://schemas.microsoft.com/office/drawing/2014/main" id="{64A5F3D4-7F86-C1BF-DDD9-B4159630393F}"/>
              </a:ext>
            </a:extLst>
          </p:cNvPr>
          <p:cNvSpPr/>
          <p:nvPr/>
        </p:nvSpPr>
        <p:spPr>
          <a:xfrm>
            <a:off x="13082880" y="2025868"/>
            <a:ext cx="95461" cy="95477"/>
          </a:xfrm>
          <a:custGeom>
            <a:avLst/>
            <a:gdLst>
              <a:gd name="connsiteX0" fmla="*/ 82953 w 82953"/>
              <a:gd name="connsiteY0" fmla="*/ 41477 h 82967"/>
              <a:gd name="connsiteX1" fmla="*/ 41477 w 82953"/>
              <a:gd name="connsiteY1" fmla="*/ 82968 h 82967"/>
              <a:gd name="connsiteX2" fmla="*/ 0 w 82953"/>
              <a:gd name="connsiteY2" fmla="*/ 41477 h 82967"/>
              <a:gd name="connsiteX3" fmla="*/ 41477 w 82953"/>
              <a:gd name="connsiteY3" fmla="*/ 0 h 82967"/>
              <a:gd name="connsiteX4" fmla="*/ 82953 w 82953"/>
              <a:gd name="connsiteY4" fmla="*/ 41477 h 82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53" h="82967">
                <a:moveTo>
                  <a:pt x="82953" y="41477"/>
                </a:moveTo>
                <a:cubicBezTo>
                  <a:pt x="82953" y="64387"/>
                  <a:pt x="64380" y="82968"/>
                  <a:pt x="41477" y="82968"/>
                </a:cubicBezTo>
                <a:cubicBezTo>
                  <a:pt x="18567" y="82968"/>
                  <a:pt x="0" y="64387"/>
                  <a:pt x="0" y="41477"/>
                </a:cubicBezTo>
                <a:cubicBezTo>
                  <a:pt x="0" y="18567"/>
                  <a:pt x="18567" y="0"/>
                  <a:pt x="41477" y="0"/>
                </a:cubicBezTo>
                <a:cubicBezTo>
                  <a:pt x="64380" y="0"/>
                  <a:pt x="82953" y="18567"/>
                  <a:pt x="82953" y="41477"/>
                </a:cubicBezTo>
              </a:path>
            </a:pathLst>
          </a:custGeom>
          <a:solidFill>
            <a:schemeClr val="bg1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1" name="Freeform: Shape 170">
            <a:extLst>
              <a:ext uri="{FF2B5EF4-FFF2-40B4-BE49-F238E27FC236}">
                <a16:creationId xmlns:a16="http://schemas.microsoft.com/office/drawing/2014/main" id="{32C60FC1-2549-41F1-4C6E-299577B39075}"/>
              </a:ext>
            </a:extLst>
          </p:cNvPr>
          <p:cNvSpPr/>
          <p:nvPr/>
        </p:nvSpPr>
        <p:spPr>
          <a:xfrm>
            <a:off x="13238008" y="2025868"/>
            <a:ext cx="95469" cy="95477"/>
          </a:xfrm>
          <a:custGeom>
            <a:avLst/>
            <a:gdLst>
              <a:gd name="connsiteX0" fmla="*/ 82961 w 82960"/>
              <a:gd name="connsiteY0" fmla="*/ 41477 h 82967"/>
              <a:gd name="connsiteX1" fmla="*/ 41484 w 82960"/>
              <a:gd name="connsiteY1" fmla="*/ 82968 h 82967"/>
              <a:gd name="connsiteX2" fmla="*/ 0 w 82960"/>
              <a:gd name="connsiteY2" fmla="*/ 41477 h 82967"/>
              <a:gd name="connsiteX3" fmla="*/ 41484 w 82960"/>
              <a:gd name="connsiteY3" fmla="*/ 0 h 82967"/>
              <a:gd name="connsiteX4" fmla="*/ 82961 w 82960"/>
              <a:gd name="connsiteY4" fmla="*/ 41477 h 82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60" h="82967">
                <a:moveTo>
                  <a:pt x="82961" y="41477"/>
                </a:moveTo>
                <a:cubicBezTo>
                  <a:pt x="82961" y="64387"/>
                  <a:pt x="64380" y="82968"/>
                  <a:pt x="41484" y="82968"/>
                </a:cubicBezTo>
                <a:cubicBezTo>
                  <a:pt x="18574" y="82968"/>
                  <a:pt x="0" y="64387"/>
                  <a:pt x="0" y="41477"/>
                </a:cubicBezTo>
                <a:cubicBezTo>
                  <a:pt x="0" y="18567"/>
                  <a:pt x="18574" y="0"/>
                  <a:pt x="41484" y="0"/>
                </a:cubicBezTo>
                <a:cubicBezTo>
                  <a:pt x="64380" y="0"/>
                  <a:pt x="82961" y="18567"/>
                  <a:pt x="82961" y="41477"/>
                </a:cubicBezTo>
              </a:path>
            </a:pathLst>
          </a:custGeom>
          <a:solidFill>
            <a:schemeClr val="bg1"/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73" name="Freeform: Shape 172">
            <a:extLst>
              <a:ext uri="{FF2B5EF4-FFF2-40B4-BE49-F238E27FC236}">
                <a16:creationId xmlns:a16="http://schemas.microsoft.com/office/drawing/2014/main" id="{1E68FF18-80F2-99D5-E604-26B537DC144C}"/>
              </a:ext>
            </a:extLst>
          </p:cNvPr>
          <p:cNvSpPr/>
          <p:nvPr/>
        </p:nvSpPr>
        <p:spPr>
          <a:xfrm>
            <a:off x="13393145" y="2025868"/>
            <a:ext cx="95469" cy="95477"/>
          </a:xfrm>
          <a:custGeom>
            <a:avLst/>
            <a:gdLst>
              <a:gd name="connsiteX0" fmla="*/ 82960 w 82960"/>
              <a:gd name="connsiteY0" fmla="*/ 41477 h 82967"/>
              <a:gd name="connsiteX1" fmla="*/ 41484 w 82960"/>
              <a:gd name="connsiteY1" fmla="*/ 82968 h 82967"/>
              <a:gd name="connsiteX2" fmla="*/ 0 w 82960"/>
              <a:gd name="connsiteY2" fmla="*/ 41477 h 82967"/>
              <a:gd name="connsiteX3" fmla="*/ 41484 w 82960"/>
              <a:gd name="connsiteY3" fmla="*/ 0 h 82967"/>
              <a:gd name="connsiteX4" fmla="*/ 82960 w 82960"/>
              <a:gd name="connsiteY4" fmla="*/ 41477 h 82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60" h="82967">
                <a:moveTo>
                  <a:pt x="82960" y="41477"/>
                </a:moveTo>
                <a:cubicBezTo>
                  <a:pt x="82960" y="64387"/>
                  <a:pt x="64379" y="82968"/>
                  <a:pt x="41484" y="82968"/>
                </a:cubicBezTo>
                <a:cubicBezTo>
                  <a:pt x="18574" y="82968"/>
                  <a:pt x="0" y="64387"/>
                  <a:pt x="0" y="41477"/>
                </a:cubicBezTo>
                <a:cubicBezTo>
                  <a:pt x="0" y="18567"/>
                  <a:pt x="18574" y="0"/>
                  <a:pt x="41484" y="0"/>
                </a:cubicBezTo>
                <a:cubicBezTo>
                  <a:pt x="64379" y="0"/>
                  <a:pt x="82960" y="18567"/>
                  <a:pt x="82960" y="41477"/>
                </a:cubicBezTo>
              </a:path>
            </a:pathLst>
          </a:custGeom>
          <a:solidFill>
            <a:schemeClr val="bg1"/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74" name="Freeform: Shape 173">
            <a:extLst>
              <a:ext uri="{FF2B5EF4-FFF2-40B4-BE49-F238E27FC236}">
                <a16:creationId xmlns:a16="http://schemas.microsoft.com/office/drawing/2014/main" id="{C081816D-C95C-3AD9-08D0-E5E163A3BB54}"/>
              </a:ext>
            </a:extLst>
          </p:cNvPr>
          <p:cNvSpPr/>
          <p:nvPr/>
        </p:nvSpPr>
        <p:spPr>
          <a:xfrm>
            <a:off x="13548290" y="2025868"/>
            <a:ext cx="95469" cy="95477"/>
          </a:xfrm>
          <a:custGeom>
            <a:avLst/>
            <a:gdLst>
              <a:gd name="connsiteX0" fmla="*/ 82960 w 82960"/>
              <a:gd name="connsiteY0" fmla="*/ 41477 h 82967"/>
              <a:gd name="connsiteX1" fmla="*/ 41476 w 82960"/>
              <a:gd name="connsiteY1" fmla="*/ 82968 h 82967"/>
              <a:gd name="connsiteX2" fmla="*/ 0 w 82960"/>
              <a:gd name="connsiteY2" fmla="*/ 41477 h 82967"/>
              <a:gd name="connsiteX3" fmla="*/ 41476 w 82960"/>
              <a:gd name="connsiteY3" fmla="*/ 0 h 82967"/>
              <a:gd name="connsiteX4" fmla="*/ 82960 w 82960"/>
              <a:gd name="connsiteY4" fmla="*/ 41477 h 82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60" h="82967">
                <a:moveTo>
                  <a:pt x="82960" y="41477"/>
                </a:moveTo>
                <a:cubicBezTo>
                  <a:pt x="82960" y="64387"/>
                  <a:pt x="64379" y="82968"/>
                  <a:pt x="41476" y="82968"/>
                </a:cubicBezTo>
                <a:cubicBezTo>
                  <a:pt x="18574" y="82968"/>
                  <a:pt x="0" y="64387"/>
                  <a:pt x="0" y="41477"/>
                </a:cubicBezTo>
                <a:cubicBezTo>
                  <a:pt x="0" y="18567"/>
                  <a:pt x="18574" y="0"/>
                  <a:pt x="41476" y="0"/>
                </a:cubicBezTo>
                <a:cubicBezTo>
                  <a:pt x="64379" y="0"/>
                  <a:pt x="82960" y="18567"/>
                  <a:pt x="82960" y="41477"/>
                </a:cubicBezTo>
              </a:path>
            </a:pathLst>
          </a:custGeom>
          <a:solidFill>
            <a:srgbClr val="CFCFCF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5" name="Freeform: Shape 174">
            <a:extLst>
              <a:ext uri="{FF2B5EF4-FFF2-40B4-BE49-F238E27FC236}">
                <a16:creationId xmlns:a16="http://schemas.microsoft.com/office/drawing/2014/main" id="{180A12C6-7AC0-C8DA-2EA5-5CB4C2329997}"/>
              </a:ext>
            </a:extLst>
          </p:cNvPr>
          <p:cNvSpPr/>
          <p:nvPr/>
        </p:nvSpPr>
        <p:spPr>
          <a:xfrm>
            <a:off x="12927743" y="2177018"/>
            <a:ext cx="95461" cy="95469"/>
          </a:xfrm>
          <a:custGeom>
            <a:avLst/>
            <a:gdLst>
              <a:gd name="connsiteX0" fmla="*/ 82953 w 82953"/>
              <a:gd name="connsiteY0" fmla="*/ 41483 h 82960"/>
              <a:gd name="connsiteX1" fmla="*/ 41476 w 82953"/>
              <a:gd name="connsiteY1" fmla="*/ 82960 h 82960"/>
              <a:gd name="connsiteX2" fmla="*/ 0 w 82953"/>
              <a:gd name="connsiteY2" fmla="*/ 41483 h 82960"/>
              <a:gd name="connsiteX3" fmla="*/ 41476 w 82953"/>
              <a:gd name="connsiteY3" fmla="*/ 0 h 82960"/>
              <a:gd name="connsiteX4" fmla="*/ 82953 w 82953"/>
              <a:gd name="connsiteY4" fmla="*/ 41483 h 82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53" h="82960">
                <a:moveTo>
                  <a:pt x="82953" y="41483"/>
                </a:moveTo>
                <a:cubicBezTo>
                  <a:pt x="82953" y="64394"/>
                  <a:pt x="64379" y="82960"/>
                  <a:pt x="41476" y="82960"/>
                </a:cubicBezTo>
                <a:cubicBezTo>
                  <a:pt x="18567" y="82960"/>
                  <a:pt x="0" y="64394"/>
                  <a:pt x="0" y="41483"/>
                </a:cubicBezTo>
                <a:cubicBezTo>
                  <a:pt x="0" y="18574"/>
                  <a:pt x="18567" y="0"/>
                  <a:pt x="41476" y="0"/>
                </a:cubicBezTo>
                <a:cubicBezTo>
                  <a:pt x="64379" y="0"/>
                  <a:pt x="82953" y="18574"/>
                  <a:pt x="82953" y="41483"/>
                </a:cubicBezTo>
              </a:path>
            </a:pathLst>
          </a:custGeom>
          <a:solidFill>
            <a:srgbClr val="CFCFCF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6" name="Freeform: Shape 175">
            <a:extLst>
              <a:ext uri="{FF2B5EF4-FFF2-40B4-BE49-F238E27FC236}">
                <a16:creationId xmlns:a16="http://schemas.microsoft.com/office/drawing/2014/main" id="{87C80C8A-6763-5BA1-780B-D5994128DE0D}"/>
              </a:ext>
            </a:extLst>
          </p:cNvPr>
          <p:cNvSpPr/>
          <p:nvPr/>
        </p:nvSpPr>
        <p:spPr>
          <a:xfrm>
            <a:off x="13082880" y="2177018"/>
            <a:ext cx="95461" cy="95469"/>
          </a:xfrm>
          <a:custGeom>
            <a:avLst/>
            <a:gdLst>
              <a:gd name="connsiteX0" fmla="*/ 82953 w 82953"/>
              <a:gd name="connsiteY0" fmla="*/ 41483 h 82960"/>
              <a:gd name="connsiteX1" fmla="*/ 41477 w 82953"/>
              <a:gd name="connsiteY1" fmla="*/ 82960 h 82960"/>
              <a:gd name="connsiteX2" fmla="*/ 0 w 82953"/>
              <a:gd name="connsiteY2" fmla="*/ 41483 h 82960"/>
              <a:gd name="connsiteX3" fmla="*/ 41477 w 82953"/>
              <a:gd name="connsiteY3" fmla="*/ 0 h 82960"/>
              <a:gd name="connsiteX4" fmla="*/ 82953 w 82953"/>
              <a:gd name="connsiteY4" fmla="*/ 41483 h 82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53" h="82960">
                <a:moveTo>
                  <a:pt x="82953" y="41483"/>
                </a:moveTo>
                <a:cubicBezTo>
                  <a:pt x="82953" y="64394"/>
                  <a:pt x="64380" y="82960"/>
                  <a:pt x="41477" y="82960"/>
                </a:cubicBezTo>
                <a:cubicBezTo>
                  <a:pt x="18567" y="82960"/>
                  <a:pt x="0" y="64394"/>
                  <a:pt x="0" y="41483"/>
                </a:cubicBezTo>
                <a:cubicBezTo>
                  <a:pt x="0" y="18574"/>
                  <a:pt x="18567" y="0"/>
                  <a:pt x="41477" y="0"/>
                </a:cubicBezTo>
                <a:cubicBezTo>
                  <a:pt x="64380" y="0"/>
                  <a:pt x="82953" y="18574"/>
                  <a:pt x="82953" y="41483"/>
                </a:cubicBezTo>
              </a:path>
            </a:pathLst>
          </a:custGeom>
          <a:solidFill>
            <a:schemeClr val="bg1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7" name="Freeform: Shape 176">
            <a:extLst>
              <a:ext uri="{FF2B5EF4-FFF2-40B4-BE49-F238E27FC236}">
                <a16:creationId xmlns:a16="http://schemas.microsoft.com/office/drawing/2014/main" id="{8B16A023-D6A6-56C9-CCA6-5D603BDB81E2}"/>
              </a:ext>
            </a:extLst>
          </p:cNvPr>
          <p:cNvSpPr/>
          <p:nvPr/>
        </p:nvSpPr>
        <p:spPr>
          <a:xfrm>
            <a:off x="13238008" y="2177018"/>
            <a:ext cx="95469" cy="95469"/>
          </a:xfrm>
          <a:custGeom>
            <a:avLst/>
            <a:gdLst>
              <a:gd name="connsiteX0" fmla="*/ 82961 w 82960"/>
              <a:gd name="connsiteY0" fmla="*/ 41483 h 82960"/>
              <a:gd name="connsiteX1" fmla="*/ 41484 w 82960"/>
              <a:gd name="connsiteY1" fmla="*/ 82960 h 82960"/>
              <a:gd name="connsiteX2" fmla="*/ 0 w 82960"/>
              <a:gd name="connsiteY2" fmla="*/ 41483 h 82960"/>
              <a:gd name="connsiteX3" fmla="*/ 41484 w 82960"/>
              <a:gd name="connsiteY3" fmla="*/ 0 h 82960"/>
              <a:gd name="connsiteX4" fmla="*/ 82961 w 82960"/>
              <a:gd name="connsiteY4" fmla="*/ 41483 h 82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60" h="82960">
                <a:moveTo>
                  <a:pt x="82961" y="41483"/>
                </a:moveTo>
                <a:cubicBezTo>
                  <a:pt x="82961" y="64394"/>
                  <a:pt x="64380" y="82960"/>
                  <a:pt x="41484" y="82960"/>
                </a:cubicBezTo>
                <a:cubicBezTo>
                  <a:pt x="18574" y="82960"/>
                  <a:pt x="0" y="64394"/>
                  <a:pt x="0" y="41483"/>
                </a:cubicBezTo>
                <a:cubicBezTo>
                  <a:pt x="0" y="18574"/>
                  <a:pt x="18574" y="0"/>
                  <a:pt x="41484" y="0"/>
                </a:cubicBezTo>
                <a:cubicBezTo>
                  <a:pt x="64380" y="0"/>
                  <a:pt x="82961" y="18574"/>
                  <a:pt x="82961" y="41483"/>
                </a:cubicBezTo>
              </a:path>
            </a:pathLst>
          </a:custGeom>
          <a:solidFill>
            <a:srgbClr val="CFCFCF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8" name="Freeform: Shape 177">
            <a:extLst>
              <a:ext uri="{FF2B5EF4-FFF2-40B4-BE49-F238E27FC236}">
                <a16:creationId xmlns:a16="http://schemas.microsoft.com/office/drawing/2014/main" id="{43A82875-26D1-5A12-BF43-64CBEFCCE0F4}"/>
              </a:ext>
            </a:extLst>
          </p:cNvPr>
          <p:cNvSpPr/>
          <p:nvPr/>
        </p:nvSpPr>
        <p:spPr>
          <a:xfrm>
            <a:off x="13393145" y="2177018"/>
            <a:ext cx="95469" cy="95469"/>
          </a:xfrm>
          <a:custGeom>
            <a:avLst/>
            <a:gdLst>
              <a:gd name="connsiteX0" fmla="*/ 82960 w 82960"/>
              <a:gd name="connsiteY0" fmla="*/ 41483 h 82960"/>
              <a:gd name="connsiteX1" fmla="*/ 41484 w 82960"/>
              <a:gd name="connsiteY1" fmla="*/ 82960 h 82960"/>
              <a:gd name="connsiteX2" fmla="*/ 0 w 82960"/>
              <a:gd name="connsiteY2" fmla="*/ 41483 h 82960"/>
              <a:gd name="connsiteX3" fmla="*/ 41484 w 82960"/>
              <a:gd name="connsiteY3" fmla="*/ 0 h 82960"/>
              <a:gd name="connsiteX4" fmla="*/ 82960 w 82960"/>
              <a:gd name="connsiteY4" fmla="*/ 41483 h 82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60" h="82960">
                <a:moveTo>
                  <a:pt x="82960" y="41483"/>
                </a:moveTo>
                <a:cubicBezTo>
                  <a:pt x="82960" y="64394"/>
                  <a:pt x="64379" y="82960"/>
                  <a:pt x="41484" y="82960"/>
                </a:cubicBezTo>
                <a:cubicBezTo>
                  <a:pt x="18574" y="82960"/>
                  <a:pt x="0" y="64394"/>
                  <a:pt x="0" y="41483"/>
                </a:cubicBezTo>
                <a:cubicBezTo>
                  <a:pt x="0" y="18574"/>
                  <a:pt x="18574" y="0"/>
                  <a:pt x="41484" y="0"/>
                </a:cubicBezTo>
                <a:cubicBezTo>
                  <a:pt x="64379" y="0"/>
                  <a:pt x="82960" y="18574"/>
                  <a:pt x="82960" y="41483"/>
                </a:cubicBezTo>
              </a:path>
            </a:pathLst>
          </a:custGeom>
          <a:solidFill>
            <a:srgbClr val="E3B43E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9" name="Freeform: Shape 178">
            <a:extLst>
              <a:ext uri="{FF2B5EF4-FFF2-40B4-BE49-F238E27FC236}">
                <a16:creationId xmlns:a16="http://schemas.microsoft.com/office/drawing/2014/main" id="{3BE6A6F4-1D78-E7B8-BF1A-BF213F879F92}"/>
              </a:ext>
            </a:extLst>
          </p:cNvPr>
          <p:cNvSpPr/>
          <p:nvPr/>
        </p:nvSpPr>
        <p:spPr>
          <a:xfrm>
            <a:off x="13548290" y="2177018"/>
            <a:ext cx="95469" cy="95469"/>
          </a:xfrm>
          <a:custGeom>
            <a:avLst/>
            <a:gdLst>
              <a:gd name="connsiteX0" fmla="*/ 82960 w 82960"/>
              <a:gd name="connsiteY0" fmla="*/ 41483 h 82960"/>
              <a:gd name="connsiteX1" fmla="*/ 41476 w 82960"/>
              <a:gd name="connsiteY1" fmla="*/ 82960 h 82960"/>
              <a:gd name="connsiteX2" fmla="*/ 0 w 82960"/>
              <a:gd name="connsiteY2" fmla="*/ 41483 h 82960"/>
              <a:gd name="connsiteX3" fmla="*/ 41476 w 82960"/>
              <a:gd name="connsiteY3" fmla="*/ 0 h 82960"/>
              <a:gd name="connsiteX4" fmla="*/ 82960 w 82960"/>
              <a:gd name="connsiteY4" fmla="*/ 41483 h 82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60" h="82960">
                <a:moveTo>
                  <a:pt x="82960" y="41483"/>
                </a:moveTo>
                <a:cubicBezTo>
                  <a:pt x="82960" y="64394"/>
                  <a:pt x="64379" y="82960"/>
                  <a:pt x="41476" y="82960"/>
                </a:cubicBezTo>
                <a:cubicBezTo>
                  <a:pt x="18574" y="82960"/>
                  <a:pt x="0" y="64394"/>
                  <a:pt x="0" y="41483"/>
                </a:cubicBezTo>
                <a:cubicBezTo>
                  <a:pt x="0" y="18574"/>
                  <a:pt x="18574" y="0"/>
                  <a:pt x="41476" y="0"/>
                </a:cubicBezTo>
                <a:cubicBezTo>
                  <a:pt x="64379" y="0"/>
                  <a:pt x="82960" y="18574"/>
                  <a:pt x="82960" y="41483"/>
                </a:cubicBezTo>
              </a:path>
            </a:pathLst>
          </a:custGeom>
          <a:solidFill>
            <a:srgbClr val="CFCFCF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0" name="Freeform: Shape 179">
            <a:extLst>
              <a:ext uri="{FF2B5EF4-FFF2-40B4-BE49-F238E27FC236}">
                <a16:creationId xmlns:a16="http://schemas.microsoft.com/office/drawing/2014/main" id="{4DBCCBF2-39C4-9048-D412-59F91E25FF63}"/>
              </a:ext>
            </a:extLst>
          </p:cNvPr>
          <p:cNvSpPr/>
          <p:nvPr/>
        </p:nvSpPr>
        <p:spPr>
          <a:xfrm>
            <a:off x="12905168" y="937388"/>
            <a:ext cx="763746" cy="274915"/>
          </a:xfrm>
          <a:custGeom>
            <a:avLst/>
            <a:gdLst>
              <a:gd name="connsiteX0" fmla="*/ 0 w 663675"/>
              <a:gd name="connsiteY0" fmla="*/ 0 h 238894"/>
              <a:gd name="connsiteX1" fmla="*/ 663676 w 663675"/>
              <a:gd name="connsiteY1" fmla="*/ 0 h 238894"/>
              <a:gd name="connsiteX2" fmla="*/ 663676 w 663675"/>
              <a:gd name="connsiteY2" fmla="*/ 238894 h 238894"/>
              <a:gd name="connsiteX3" fmla="*/ 0 w 663675"/>
              <a:gd name="connsiteY3" fmla="*/ 238894 h 238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75" h="238894">
                <a:moveTo>
                  <a:pt x="0" y="0"/>
                </a:moveTo>
                <a:lnTo>
                  <a:pt x="663676" y="0"/>
                </a:lnTo>
                <a:lnTo>
                  <a:pt x="663676" y="238894"/>
                </a:lnTo>
                <a:lnTo>
                  <a:pt x="0" y="238894"/>
                </a:lnTo>
                <a:close/>
              </a:path>
            </a:pathLst>
          </a:custGeom>
          <a:solidFill>
            <a:srgbClr val="CFCFCF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1" name="Freeform: Shape 180">
            <a:extLst>
              <a:ext uri="{FF2B5EF4-FFF2-40B4-BE49-F238E27FC236}">
                <a16:creationId xmlns:a16="http://schemas.microsoft.com/office/drawing/2014/main" id="{A12B4C13-A450-BA89-F3AB-0A95D9793B9F}"/>
              </a:ext>
            </a:extLst>
          </p:cNvPr>
          <p:cNvSpPr/>
          <p:nvPr/>
        </p:nvSpPr>
        <p:spPr>
          <a:xfrm>
            <a:off x="12899759" y="822058"/>
            <a:ext cx="194086" cy="39534"/>
          </a:xfrm>
          <a:custGeom>
            <a:avLst/>
            <a:gdLst>
              <a:gd name="connsiteX0" fmla="*/ 0 w 168656"/>
              <a:gd name="connsiteY0" fmla="*/ 0 h 34354"/>
              <a:gd name="connsiteX1" fmla="*/ 168657 w 168656"/>
              <a:gd name="connsiteY1" fmla="*/ 0 h 34354"/>
              <a:gd name="connsiteX2" fmla="*/ 168657 w 168656"/>
              <a:gd name="connsiteY2" fmla="*/ 34354 h 34354"/>
              <a:gd name="connsiteX3" fmla="*/ 0 w 168656"/>
              <a:gd name="connsiteY3" fmla="*/ 34354 h 34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656" h="34354">
                <a:moveTo>
                  <a:pt x="0" y="0"/>
                </a:moveTo>
                <a:lnTo>
                  <a:pt x="168657" y="0"/>
                </a:lnTo>
                <a:lnTo>
                  <a:pt x="168657" y="34354"/>
                </a:lnTo>
                <a:lnTo>
                  <a:pt x="0" y="34354"/>
                </a:lnTo>
                <a:close/>
              </a:path>
            </a:pathLst>
          </a:custGeom>
          <a:solidFill>
            <a:srgbClr val="CFCFCF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2" name="Freeform: Shape 181">
            <a:extLst>
              <a:ext uri="{FF2B5EF4-FFF2-40B4-BE49-F238E27FC236}">
                <a16:creationId xmlns:a16="http://schemas.microsoft.com/office/drawing/2014/main" id="{9E303A17-1865-98FF-419E-61BCA3BEDD0B}"/>
              </a:ext>
            </a:extLst>
          </p:cNvPr>
          <p:cNvSpPr/>
          <p:nvPr/>
        </p:nvSpPr>
        <p:spPr>
          <a:xfrm>
            <a:off x="11168379" y="621780"/>
            <a:ext cx="1386372" cy="1386439"/>
          </a:xfrm>
          <a:custGeom>
            <a:avLst/>
            <a:gdLst>
              <a:gd name="connsiteX0" fmla="*/ 1102359 w 1204721"/>
              <a:gd name="connsiteY0" fmla="*/ 1056946 h 1204779"/>
              <a:gd name="connsiteX1" fmla="*/ 1113725 w 1204721"/>
              <a:gd name="connsiteY1" fmla="*/ 1045581 h 1204779"/>
              <a:gd name="connsiteX2" fmla="*/ 1034422 w 1204721"/>
              <a:gd name="connsiteY2" fmla="*/ 966278 h 1204779"/>
              <a:gd name="connsiteX3" fmla="*/ 1068519 w 1204721"/>
              <a:gd name="connsiteY3" fmla="*/ 932174 h 1204779"/>
              <a:gd name="connsiteX4" fmla="*/ 750122 w 1204721"/>
              <a:gd name="connsiteY4" fmla="*/ 613777 h 1204779"/>
              <a:gd name="connsiteX5" fmla="*/ 750122 w 1204721"/>
              <a:gd name="connsiteY5" fmla="*/ 659232 h 1204779"/>
              <a:gd name="connsiteX6" fmla="*/ 1023064 w 1204721"/>
              <a:gd name="connsiteY6" fmla="*/ 932181 h 1204779"/>
              <a:gd name="connsiteX7" fmla="*/ 1011698 w 1204721"/>
              <a:gd name="connsiteY7" fmla="*/ 943547 h 1204779"/>
              <a:gd name="connsiteX8" fmla="*/ 197003 w 1204721"/>
              <a:gd name="connsiteY8" fmla="*/ 128852 h 1204779"/>
              <a:gd name="connsiteX9" fmla="*/ 41391 w 1204721"/>
              <a:gd name="connsiteY9" fmla="*/ 26289 h 1204779"/>
              <a:gd name="connsiteX10" fmla="*/ 37647 w 1204721"/>
              <a:gd name="connsiteY10" fmla="*/ 30032 h 1204779"/>
              <a:gd name="connsiteX11" fmla="*/ 7615 w 1204721"/>
              <a:gd name="connsiteY11" fmla="*/ 0 h 1204779"/>
              <a:gd name="connsiteX12" fmla="*/ 0 w 1204721"/>
              <a:gd name="connsiteY12" fmla="*/ 7615 h 1204779"/>
              <a:gd name="connsiteX13" fmla="*/ 30040 w 1204721"/>
              <a:gd name="connsiteY13" fmla="*/ 37648 h 1204779"/>
              <a:gd name="connsiteX14" fmla="*/ 26246 w 1204721"/>
              <a:gd name="connsiteY14" fmla="*/ 41441 h 1204779"/>
              <a:gd name="connsiteX15" fmla="*/ 128802 w 1204721"/>
              <a:gd name="connsiteY15" fmla="*/ 197039 h 1204779"/>
              <a:gd name="connsiteX16" fmla="*/ 1045531 w 1204721"/>
              <a:gd name="connsiteY16" fmla="*/ 1113782 h 1204779"/>
              <a:gd name="connsiteX17" fmla="*/ 1056896 w 1204721"/>
              <a:gd name="connsiteY17" fmla="*/ 1102416 h 1204779"/>
              <a:gd name="connsiteX18" fmla="*/ 1159266 w 1204721"/>
              <a:gd name="connsiteY18" fmla="*/ 1204779 h 1204779"/>
              <a:gd name="connsiteX19" fmla="*/ 1204722 w 1204721"/>
              <a:gd name="connsiteY19" fmla="*/ 1159323 h 1204779"/>
              <a:gd name="connsiteX20" fmla="*/ 1102359 w 1204721"/>
              <a:gd name="connsiteY20" fmla="*/ 1056946 h 1204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204721" h="1204779">
                <a:moveTo>
                  <a:pt x="1102359" y="1056946"/>
                </a:moveTo>
                <a:lnTo>
                  <a:pt x="1113725" y="1045581"/>
                </a:lnTo>
                <a:lnTo>
                  <a:pt x="1034422" y="966278"/>
                </a:lnTo>
                <a:lnTo>
                  <a:pt x="1068519" y="932174"/>
                </a:lnTo>
                <a:lnTo>
                  <a:pt x="750122" y="613777"/>
                </a:lnTo>
                <a:cubicBezTo>
                  <a:pt x="737571" y="626328"/>
                  <a:pt x="737564" y="646674"/>
                  <a:pt x="750122" y="659232"/>
                </a:cubicBezTo>
                <a:lnTo>
                  <a:pt x="1023064" y="932181"/>
                </a:lnTo>
                <a:lnTo>
                  <a:pt x="1011698" y="943547"/>
                </a:lnTo>
                <a:lnTo>
                  <a:pt x="197003" y="128852"/>
                </a:lnTo>
                <a:lnTo>
                  <a:pt x="41391" y="26289"/>
                </a:lnTo>
                <a:lnTo>
                  <a:pt x="37647" y="30032"/>
                </a:lnTo>
                <a:lnTo>
                  <a:pt x="7615" y="0"/>
                </a:lnTo>
                <a:lnTo>
                  <a:pt x="0" y="7615"/>
                </a:lnTo>
                <a:lnTo>
                  <a:pt x="30040" y="37648"/>
                </a:lnTo>
                <a:lnTo>
                  <a:pt x="26246" y="41441"/>
                </a:lnTo>
                <a:lnTo>
                  <a:pt x="128802" y="197039"/>
                </a:lnTo>
                <a:lnTo>
                  <a:pt x="1045531" y="1113782"/>
                </a:lnTo>
                <a:lnTo>
                  <a:pt x="1056896" y="1102416"/>
                </a:lnTo>
                <a:lnTo>
                  <a:pt x="1159266" y="1204779"/>
                </a:lnTo>
                <a:lnTo>
                  <a:pt x="1204722" y="1159323"/>
                </a:lnTo>
                <a:lnTo>
                  <a:pt x="1102359" y="1056946"/>
                </a:lnTo>
                <a:close/>
              </a:path>
            </a:pathLst>
          </a:custGeom>
          <a:solidFill>
            <a:srgbClr val="D2D2D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3" name="Freeform: Shape 182">
            <a:extLst>
              <a:ext uri="{FF2B5EF4-FFF2-40B4-BE49-F238E27FC236}">
                <a16:creationId xmlns:a16="http://schemas.microsoft.com/office/drawing/2014/main" id="{A1E858C5-B7B1-1D2C-146F-860EB5B35011}"/>
              </a:ext>
            </a:extLst>
          </p:cNvPr>
          <p:cNvSpPr/>
          <p:nvPr/>
        </p:nvSpPr>
        <p:spPr>
          <a:xfrm rot="18900000">
            <a:off x="12432628" y="1773606"/>
            <a:ext cx="73987" cy="166594"/>
          </a:xfrm>
          <a:custGeom>
            <a:avLst/>
            <a:gdLst>
              <a:gd name="connsiteX0" fmla="*/ 0 w 64293"/>
              <a:gd name="connsiteY0" fmla="*/ 0 h 144766"/>
              <a:gd name="connsiteX1" fmla="*/ 64293 w 64293"/>
              <a:gd name="connsiteY1" fmla="*/ 0 h 144766"/>
              <a:gd name="connsiteX2" fmla="*/ 64293 w 64293"/>
              <a:gd name="connsiteY2" fmla="*/ 144767 h 144766"/>
              <a:gd name="connsiteX3" fmla="*/ 0 w 64293"/>
              <a:gd name="connsiteY3" fmla="*/ 144767 h 144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" h="144766">
                <a:moveTo>
                  <a:pt x="0" y="0"/>
                </a:moveTo>
                <a:lnTo>
                  <a:pt x="64293" y="0"/>
                </a:lnTo>
                <a:lnTo>
                  <a:pt x="64293" y="144767"/>
                </a:lnTo>
                <a:lnTo>
                  <a:pt x="0" y="14476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84" name="Freeform: Shape 183">
            <a:extLst>
              <a:ext uri="{FF2B5EF4-FFF2-40B4-BE49-F238E27FC236}">
                <a16:creationId xmlns:a16="http://schemas.microsoft.com/office/drawing/2014/main" id="{BB185101-9C71-ECE0-77AA-1468CFE91801}"/>
              </a:ext>
            </a:extLst>
          </p:cNvPr>
          <p:cNvSpPr/>
          <p:nvPr/>
        </p:nvSpPr>
        <p:spPr>
          <a:xfrm rot="18900000">
            <a:off x="11827764" y="524571"/>
            <a:ext cx="110980" cy="1491915"/>
          </a:xfrm>
          <a:custGeom>
            <a:avLst/>
            <a:gdLst>
              <a:gd name="connsiteX0" fmla="*/ 0 w 96439"/>
              <a:gd name="connsiteY0" fmla="*/ 0 h 1296435"/>
              <a:gd name="connsiteX1" fmla="*/ 96439 w 96439"/>
              <a:gd name="connsiteY1" fmla="*/ 0 h 1296435"/>
              <a:gd name="connsiteX2" fmla="*/ 96439 w 96439"/>
              <a:gd name="connsiteY2" fmla="*/ 1296435 h 1296435"/>
              <a:gd name="connsiteX3" fmla="*/ 0 w 96439"/>
              <a:gd name="connsiteY3" fmla="*/ 1296435 h 1296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439" h="1296435">
                <a:moveTo>
                  <a:pt x="0" y="0"/>
                </a:moveTo>
                <a:lnTo>
                  <a:pt x="96439" y="0"/>
                </a:lnTo>
                <a:lnTo>
                  <a:pt x="96439" y="1296435"/>
                </a:lnTo>
                <a:lnTo>
                  <a:pt x="0" y="1296435"/>
                </a:lnTo>
                <a:close/>
              </a:path>
            </a:pathLst>
          </a:custGeom>
          <a:solidFill>
            <a:srgbClr val="E3B43E"/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85" name="Freeform: Shape 184">
            <a:extLst>
              <a:ext uri="{FF2B5EF4-FFF2-40B4-BE49-F238E27FC236}">
                <a16:creationId xmlns:a16="http://schemas.microsoft.com/office/drawing/2014/main" id="{7DCD7FD9-79DE-B502-1FD7-F5F5FD99B4C3}"/>
              </a:ext>
            </a:extLst>
          </p:cNvPr>
          <p:cNvSpPr/>
          <p:nvPr/>
        </p:nvSpPr>
        <p:spPr>
          <a:xfrm>
            <a:off x="12020763" y="1261851"/>
            <a:ext cx="377241" cy="483972"/>
          </a:xfrm>
          <a:custGeom>
            <a:avLst/>
            <a:gdLst>
              <a:gd name="connsiteX0" fmla="*/ 327813 w 327813"/>
              <a:gd name="connsiteY0" fmla="*/ 318397 h 420559"/>
              <a:gd name="connsiteX1" fmla="*/ 9416 w 327813"/>
              <a:gd name="connsiteY1" fmla="*/ 0 h 420559"/>
              <a:gd name="connsiteX2" fmla="*/ 9416 w 327813"/>
              <a:gd name="connsiteY2" fmla="*/ 45456 h 420559"/>
              <a:gd name="connsiteX3" fmla="*/ 282357 w 327813"/>
              <a:gd name="connsiteY3" fmla="*/ 318404 h 420559"/>
              <a:gd name="connsiteX4" fmla="*/ 270992 w 327813"/>
              <a:gd name="connsiteY4" fmla="*/ 329770 h 420559"/>
              <a:gd name="connsiteX5" fmla="*/ 248089 w 327813"/>
              <a:gd name="connsiteY5" fmla="*/ 306867 h 420559"/>
              <a:gd name="connsiteX6" fmla="*/ 179852 w 327813"/>
              <a:gd name="connsiteY6" fmla="*/ 375097 h 420559"/>
              <a:gd name="connsiteX7" fmla="*/ 225308 w 327813"/>
              <a:gd name="connsiteY7" fmla="*/ 420560 h 420559"/>
              <a:gd name="connsiteX8" fmla="*/ 327813 w 327813"/>
              <a:gd name="connsiteY8" fmla="*/ 318397 h 420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813" h="420559">
                <a:moveTo>
                  <a:pt x="327813" y="318397"/>
                </a:moveTo>
                <a:lnTo>
                  <a:pt x="9416" y="0"/>
                </a:lnTo>
                <a:cubicBezTo>
                  <a:pt x="-3135" y="12552"/>
                  <a:pt x="-3142" y="32904"/>
                  <a:pt x="9416" y="45456"/>
                </a:cubicBezTo>
                <a:lnTo>
                  <a:pt x="282357" y="318404"/>
                </a:lnTo>
                <a:lnTo>
                  <a:pt x="270992" y="329770"/>
                </a:lnTo>
                <a:lnTo>
                  <a:pt x="248089" y="306867"/>
                </a:lnTo>
                <a:lnTo>
                  <a:pt x="179852" y="375097"/>
                </a:lnTo>
                <a:lnTo>
                  <a:pt x="225308" y="420560"/>
                </a:lnTo>
                <a:lnTo>
                  <a:pt x="327813" y="31839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87" name="Freeform: Shape 186">
            <a:extLst>
              <a:ext uri="{FF2B5EF4-FFF2-40B4-BE49-F238E27FC236}">
                <a16:creationId xmlns:a16="http://schemas.microsoft.com/office/drawing/2014/main" id="{2D8EBD77-0571-48CC-E559-9A5E9D0A5AE3}"/>
              </a:ext>
            </a:extLst>
          </p:cNvPr>
          <p:cNvSpPr/>
          <p:nvPr/>
        </p:nvSpPr>
        <p:spPr>
          <a:xfrm>
            <a:off x="11198583" y="585780"/>
            <a:ext cx="196495" cy="196503"/>
          </a:xfrm>
          <a:custGeom>
            <a:avLst/>
            <a:gdLst>
              <a:gd name="connsiteX0" fmla="*/ 0 w 170749"/>
              <a:gd name="connsiteY0" fmla="*/ 15152 h 170756"/>
              <a:gd name="connsiteX1" fmla="*/ 102556 w 170749"/>
              <a:gd name="connsiteY1" fmla="*/ 170757 h 170756"/>
              <a:gd name="connsiteX2" fmla="*/ 170750 w 170749"/>
              <a:gd name="connsiteY2" fmla="*/ 102563 h 170756"/>
              <a:gd name="connsiteX3" fmla="*/ 15145 w 170749"/>
              <a:gd name="connsiteY3" fmla="*/ 0 h 170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749" h="170756">
                <a:moveTo>
                  <a:pt x="0" y="15152"/>
                </a:moveTo>
                <a:lnTo>
                  <a:pt x="102556" y="170757"/>
                </a:lnTo>
                <a:lnTo>
                  <a:pt x="170750" y="102563"/>
                </a:lnTo>
                <a:lnTo>
                  <a:pt x="15145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88" name="Freeform: Shape 187">
            <a:extLst>
              <a:ext uri="{FF2B5EF4-FFF2-40B4-BE49-F238E27FC236}">
                <a16:creationId xmlns:a16="http://schemas.microsoft.com/office/drawing/2014/main" id="{F5684D69-C98B-3B40-0C01-D9C41D007652}"/>
              </a:ext>
            </a:extLst>
          </p:cNvPr>
          <p:cNvSpPr/>
          <p:nvPr/>
        </p:nvSpPr>
        <p:spPr>
          <a:xfrm rot="18898541">
            <a:off x="11183789" y="553040"/>
            <a:ext cx="12388" cy="48881"/>
          </a:xfrm>
          <a:custGeom>
            <a:avLst/>
            <a:gdLst>
              <a:gd name="connsiteX0" fmla="*/ 0 w 10765"/>
              <a:gd name="connsiteY0" fmla="*/ 0 h 42476"/>
              <a:gd name="connsiteX1" fmla="*/ 10766 w 10765"/>
              <a:gd name="connsiteY1" fmla="*/ 0 h 42476"/>
              <a:gd name="connsiteX2" fmla="*/ 10766 w 10765"/>
              <a:gd name="connsiteY2" fmla="*/ 42477 h 42476"/>
              <a:gd name="connsiteX3" fmla="*/ 0 w 10765"/>
              <a:gd name="connsiteY3" fmla="*/ 42477 h 42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65" h="42476">
                <a:moveTo>
                  <a:pt x="0" y="0"/>
                </a:moveTo>
                <a:lnTo>
                  <a:pt x="10766" y="0"/>
                </a:lnTo>
                <a:lnTo>
                  <a:pt x="10766" y="42477"/>
                </a:lnTo>
                <a:lnTo>
                  <a:pt x="0" y="42477"/>
                </a:lnTo>
                <a:close/>
              </a:path>
            </a:pathLst>
          </a:custGeom>
          <a:solidFill>
            <a:srgbClr val="505050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9" name="Freeform: Shape 188">
            <a:extLst>
              <a:ext uri="{FF2B5EF4-FFF2-40B4-BE49-F238E27FC236}">
                <a16:creationId xmlns:a16="http://schemas.microsoft.com/office/drawing/2014/main" id="{DA788223-7C92-3BE7-1A68-0BFB0A333710}"/>
              </a:ext>
            </a:extLst>
          </p:cNvPr>
          <p:cNvSpPr/>
          <p:nvPr/>
        </p:nvSpPr>
        <p:spPr>
          <a:xfrm>
            <a:off x="10638204" y="843744"/>
            <a:ext cx="135644" cy="1716648"/>
          </a:xfrm>
          <a:custGeom>
            <a:avLst/>
            <a:gdLst>
              <a:gd name="connsiteX0" fmla="*/ 117872 w 117871"/>
              <a:gd name="connsiteY0" fmla="*/ 0 h 1491722"/>
              <a:gd name="connsiteX1" fmla="*/ 0 w 117871"/>
              <a:gd name="connsiteY1" fmla="*/ 0 h 1491722"/>
              <a:gd name="connsiteX2" fmla="*/ 0 w 117871"/>
              <a:gd name="connsiteY2" fmla="*/ 1451967 h 1491722"/>
              <a:gd name="connsiteX3" fmla="*/ 10173 w 117871"/>
              <a:gd name="connsiteY3" fmla="*/ 1451967 h 1491722"/>
              <a:gd name="connsiteX4" fmla="*/ 10173 w 117871"/>
              <a:gd name="connsiteY4" fmla="*/ 1491722 h 1491722"/>
              <a:gd name="connsiteX5" fmla="*/ 107606 w 117871"/>
              <a:gd name="connsiteY5" fmla="*/ 1491722 h 1491722"/>
              <a:gd name="connsiteX6" fmla="*/ 107606 w 117871"/>
              <a:gd name="connsiteY6" fmla="*/ 1451967 h 1491722"/>
              <a:gd name="connsiteX7" fmla="*/ 117872 w 117871"/>
              <a:gd name="connsiteY7" fmla="*/ 1451967 h 1491722"/>
              <a:gd name="connsiteX8" fmla="*/ 117872 w 117871"/>
              <a:gd name="connsiteY8" fmla="*/ 0 h 1491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871" h="1491722">
                <a:moveTo>
                  <a:pt x="117872" y="0"/>
                </a:moveTo>
                <a:lnTo>
                  <a:pt x="0" y="0"/>
                </a:lnTo>
                <a:cubicBezTo>
                  <a:pt x="21" y="24374"/>
                  <a:pt x="0" y="1451967"/>
                  <a:pt x="0" y="1451967"/>
                </a:cubicBezTo>
                <a:lnTo>
                  <a:pt x="10173" y="1451967"/>
                </a:lnTo>
                <a:lnTo>
                  <a:pt x="10173" y="1491722"/>
                </a:lnTo>
                <a:lnTo>
                  <a:pt x="107606" y="1491722"/>
                </a:lnTo>
                <a:lnTo>
                  <a:pt x="107606" y="1451967"/>
                </a:lnTo>
                <a:lnTo>
                  <a:pt x="117872" y="1451967"/>
                </a:lnTo>
                <a:lnTo>
                  <a:pt x="117872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90" name="Freeform: Shape 189">
            <a:extLst>
              <a:ext uri="{FF2B5EF4-FFF2-40B4-BE49-F238E27FC236}">
                <a16:creationId xmlns:a16="http://schemas.microsoft.com/office/drawing/2014/main" id="{973DC86D-6698-E3AD-5881-EDB2B9F9808D}"/>
              </a:ext>
            </a:extLst>
          </p:cNvPr>
          <p:cNvSpPr/>
          <p:nvPr/>
        </p:nvSpPr>
        <p:spPr>
          <a:xfrm>
            <a:off x="10674566" y="2463550"/>
            <a:ext cx="112132" cy="57258"/>
          </a:xfrm>
          <a:custGeom>
            <a:avLst/>
            <a:gdLst>
              <a:gd name="connsiteX0" fmla="*/ 0 w 97440"/>
              <a:gd name="connsiteY0" fmla="*/ 0 h 49756"/>
              <a:gd name="connsiteX1" fmla="*/ 97441 w 97440"/>
              <a:gd name="connsiteY1" fmla="*/ 0 h 49756"/>
              <a:gd name="connsiteX2" fmla="*/ 97441 w 97440"/>
              <a:gd name="connsiteY2" fmla="*/ 49756 h 49756"/>
              <a:gd name="connsiteX3" fmla="*/ 0 w 97440"/>
              <a:gd name="connsiteY3" fmla="*/ 49756 h 49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440" h="49756">
                <a:moveTo>
                  <a:pt x="0" y="0"/>
                </a:moveTo>
                <a:lnTo>
                  <a:pt x="97441" y="0"/>
                </a:lnTo>
                <a:lnTo>
                  <a:pt x="97441" y="49756"/>
                </a:lnTo>
                <a:lnTo>
                  <a:pt x="0" y="49756"/>
                </a:lnTo>
                <a:close/>
              </a:path>
            </a:pathLst>
          </a:custGeom>
          <a:solidFill>
            <a:srgbClr val="3E4B6D"/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91" name="Freeform: Shape 190">
            <a:extLst>
              <a:ext uri="{FF2B5EF4-FFF2-40B4-BE49-F238E27FC236}">
                <a16:creationId xmlns:a16="http://schemas.microsoft.com/office/drawing/2014/main" id="{ED1536F8-37E9-8A69-2FBC-5327092700A2}"/>
              </a:ext>
            </a:extLst>
          </p:cNvPr>
          <p:cNvSpPr/>
          <p:nvPr/>
        </p:nvSpPr>
        <p:spPr>
          <a:xfrm>
            <a:off x="10662868" y="907333"/>
            <a:ext cx="135644" cy="1567726"/>
          </a:xfrm>
          <a:custGeom>
            <a:avLst/>
            <a:gdLst>
              <a:gd name="connsiteX0" fmla="*/ 0 w 117871"/>
              <a:gd name="connsiteY0" fmla="*/ 0 h 1362313"/>
              <a:gd name="connsiteX1" fmla="*/ 117872 w 117871"/>
              <a:gd name="connsiteY1" fmla="*/ 0 h 1362313"/>
              <a:gd name="connsiteX2" fmla="*/ 117872 w 117871"/>
              <a:gd name="connsiteY2" fmla="*/ 1362313 h 1362313"/>
              <a:gd name="connsiteX3" fmla="*/ 0 w 117871"/>
              <a:gd name="connsiteY3" fmla="*/ 1362313 h 1362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71" h="1362313">
                <a:moveTo>
                  <a:pt x="0" y="0"/>
                </a:moveTo>
                <a:lnTo>
                  <a:pt x="117872" y="0"/>
                </a:lnTo>
                <a:lnTo>
                  <a:pt x="117872" y="1362313"/>
                </a:lnTo>
                <a:lnTo>
                  <a:pt x="0" y="1362313"/>
                </a:lnTo>
                <a:close/>
              </a:path>
            </a:pathLst>
          </a:custGeom>
          <a:solidFill>
            <a:srgbClr val="6A8D6C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2" name="Freeform: Shape 191">
            <a:extLst>
              <a:ext uri="{FF2B5EF4-FFF2-40B4-BE49-F238E27FC236}">
                <a16:creationId xmlns:a16="http://schemas.microsoft.com/office/drawing/2014/main" id="{0233B145-9591-A159-500A-94A107A27D47}"/>
              </a:ext>
            </a:extLst>
          </p:cNvPr>
          <p:cNvSpPr/>
          <p:nvPr/>
        </p:nvSpPr>
        <p:spPr>
          <a:xfrm>
            <a:off x="10662868" y="804161"/>
            <a:ext cx="135644" cy="104816"/>
          </a:xfrm>
          <a:custGeom>
            <a:avLst/>
            <a:gdLst>
              <a:gd name="connsiteX0" fmla="*/ 0 w 117871"/>
              <a:gd name="connsiteY0" fmla="*/ 0 h 91082"/>
              <a:gd name="connsiteX1" fmla="*/ 117872 w 117871"/>
              <a:gd name="connsiteY1" fmla="*/ 0 h 91082"/>
              <a:gd name="connsiteX2" fmla="*/ 117872 w 117871"/>
              <a:gd name="connsiteY2" fmla="*/ 91083 h 91082"/>
              <a:gd name="connsiteX3" fmla="*/ 0 w 117871"/>
              <a:gd name="connsiteY3" fmla="*/ 91083 h 91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71" h="91082">
                <a:moveTo>
                  <a:pt x="0" y="0"/>
                </a:moveTo>
                <a:lnTo>
                  <a:pt x="117872" y="0"/>
                </a:lnTo>
                <a:lnTo>
                  <a:pt x="117872" y="91083"/>
                </a:lnTo>
                <a:lnTo>
                  <a:pt x="0" y="91083"/>
                </a:lnTo>
                <a:close/>
              </a:path>
            </a:pathLst>
          </a:custGeom>
          <a:solidFill>
            <a:srgbClr val="3E4B6D"/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93" name="Freeform: Shape 192">
            <a:extLst>
              <a:ext uri="{FF2B5EF4-FFF2-40B4-BE49-F238E27FC236}">
                <a16:creationId xmlns:a16="http://schemas.microsoft.com/office/drawing/2014/main" id="{F507154A-72BE-6944-6052-BBF5805D3BB8}"/>
              </a:ext>
            </a:extLst>
          </p:cNvPr>
          <p:cNvSpPr/>
          <p:nvPr/>
        </p:nvSpPr>
        <p:spPr>
          <a:xfrm>
            <a:off x="10662711" y="1387121"/>
            <a:ext cx="135850" cy="43948"/>
          </a:xfrm>
          <a:custGeom>
            <a:avLst/>
            <a:gdLst>
              <a:gd name="connsiteX0" fmla="*/ 0 w 118050"/>
              <a:gd name="connsiteY0" fmla="*/ 0 h 38190"/>
              <a:gd name="connsiteX1" fmla="*/ 118050 w 118050"/>
              <a:gd name="connsiteY1" fmla="*/ 0 h 38190"/>
              <a:gd name="connsiteX2" fmla="*/ 118050 w 118050"/>
              <a:gd name="connsiteY2" fmla="*/ 38190 h 38190"/>
              <a:gd name="connsiteX3" fmla="*/ 0 w 118050"/>
              <a:gd name="connsiteY3" fmla="*/ 38190 h 38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050" h="38190">
                <a:moveTo>
                  <a:pt x="0" y="0"/>
                </a:moveTo>
                <a:lnTo>
                  <a:pt x="118050" y="0"/>
                </a:lnTo>
                <a:lnTo>
                  <a:pt x="118050" y="38190"/>
                </a:lnTo>
                <a:lnTo>
                  <a:pt x="0" y="3819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94" name="Freeform: Shape 193">
            <a:extLst>
              <a:ext uri="{FF2B5EF4-FFF2-40B4-BE49-F238E27FC236}">
                <a16:creationId xmlns:a16="http://schemas.microsoft.com/office/drawing/2014/main" id="{91554E8E-C73F-868B-B30B-FF3428382624}"/>
              </a:ext>
            </a:extLst>
          </p:cNvPr>
          <p:cNvSpPr/>
          <p:nvPr/>
        </p:nvSpPr>
        <p:spPr>
          <a:xfrm>
            <a:off x="10662868" y="1453620"/>
            <a:ext cx="135644" cy="8220"/>
          </a:xfrm>
          <a:custGeom>
            <a:avLst/>
            <a:gdLst>
              <a:gd name="connsiteX0" fmla="*/ 0 w 117871"/>
              <a:gd name="connsiteY0" fmla="*/ 0 h 7143"/>
              <a:gd name="connsiteX1" fmla="*/ 117872 w 117871"/>
              <a:gd name="connsiteY1" fmla="*/ 0 h 7143"/>
              <a:gd name="connsiteX2" fmla="*/ 117872 w 117871"/>
              <a:gd name="connsiteY2" fmla="*/ 7144 h 7143"/>
              <a:gd name="connsiteX3" fmla="*/ 0 w 117871"/>
              <a:gd name="connsiteY3" fmla="*/ 7144 h 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71" h="7143">
                <a:moveTo>
                  <a:pt x="0" y="0"/>
                </a:moveTo>
                <a:lnTo>
                  <a:pt x="117872" y="0"/>
                </a:lnTo>
                <a:lnTo>
                  <a:pt x="117872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F2F2F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5" name="Freeform: Shape 194">
            <a:extLst>
              <a:ext uri="{FF2B5EF4-FFF2-40B4-BE49-F238E27FC236}">
                <a16:creationId xmlns:a16="http://schemas.microsoft.com/office/drawing/2014/main" id="{0B1A355B-6D54-8A63-C8D5-47446DB96388}"/>
              </a:ext>
            </a:extLst>
          </p:cNvPr>
          <p:cNvSpPr/>
          <p:nvPr/>
        </p:nvSpPr>
        <p:spPr>
          <a:xfrm>
            <a:off x="10662719" y="908976"/>
            <a:ext cx="197457" cy="518188"/>
          </a:xfrm>
          <a:custGeom>
            <a:avLst/>
            <a:gdLst>
              <a:gd name="connsiteX0" fmla="*/ 139432 w 171585"/>
              <a:gd name="connsiteY0" fmla="*/ 7 h 450292"/>
              <a:gd name="connsiteX1" fmla="*/ 138367 w 171585"/>
              <a:gd name="connsiteY1" fmla="*/ 7 h 450292"/>
              <a:gd name="connsiteX2" fmla="*/ 0 w 171585"/>
              <a:gd name="connsiteY2" fmla="*/ 0 h 450292"/>
              <a:gd name="connsiteX3" fmla="*/ 0 w 171585"/>
              <a:gd name="connsiteY3" fmla="*/ 32147 h 450292"/>
              <a:gd name="connsiteX4" fmla="*/ 139439 w 171585"/>
              <a:gd name="connsiteY4" fmla="*/ 32147 h 450292"/>
              <a:gd name="connsiteX5" fmla="*/ 139439 w 171585"/>
              <a:gd name="connsiteY5" fmla="*/ 418145 h 450292"/>
              <a:gd name="connsiteX6" fmla="*/ 171586 w 171585"/>
              <a:gd name="connsiteY6" fmla="*/ 450292 h 450292"/>
              <a:gd name="connsiteX7" fmla="*/ 171586 w 171585"/>
              <a:gd name="connsiteY7" fmla="*/ 32147 h 450292"/>
              <a:gd name="connsiteX8" fmla="*/ 139432 w 171585"/>
              <a:gd name="connsiteY8" fmla="*/ 7 h 450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585" h="450292">
                <a:moveTo>
                  <a:pt x="139432" y="7"/>
                </a:moveTo>
                <a:cubicBezTo>
                  <a:pt x="139296" y="7"/>
                  <a:pt x="138367" y="7"/>
                  <a:pt x="138367" y="7"/>
                </a:cubicBezTo>
                <a:lnTo>
                  <a:pt x="0" y="0"/>
                </a:lnTo>
                <a:lnTo>
                  <a:pt x="0" y="32147"/>
                </a:lnTo>
                <a:lnTo>
                  <a:pt x="139439" y="32147"/>
                </a:lnTo>
                <a:lnTo>
                  <a:pt x="139439" y="418145"/>
                </a:lnTo>
                <a:cubicBezTo>
                  <a:pt x="139439" y="435897"/>
                  <a:pt x="153833" y="450292"/>
                  <a:pt x="171586" y="450292"/>
                </a:cubicBezTo>
                <a:lnTo>
                  <a:pt x="171586" y="32147"/>
                </a:lnTo>
                <a:cubicBezTo>
                  <a:pt x="171579" y="14387"/>
                  <a:pt x="157184" y="7"/>
                  <a:pt x="139432" y="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96" name="Freeform: Shape 195">
            <a:extLst>
              <a:ext uri="{FF2B5EF4-FFF2-40B4-BE49-F238E27FC236}">
                <a16:creationId xmlns:a16="http://schemas.microsoft.com/office/drawing/2014/main" id="{684924C9-6958-072C-2140-47241377F113}"/>
              </a:ext>
            </a:extLst>
          </p:cNvPr>
          <p:cNvSpPr/>
          <p:nvPr/>
        </p:nvSpPr>
        <p:spPr>
          <a:xfrm>
            <a:off x="9287461" y="-849763"/>
            <a:ext cx="1433922" cy="1433930"/>
          </a:xfrm>
          <a:custGeom>
            <a:avLst/>
            <a:gdLst>
              <a:gd name="connsiteX0" fmla="*/ 1090708 w 1246041"/>
              <a:gd name="connsiteY0" fmla="*/ 87147 h 1246048"/>
              <a:gd name="connsiteX1" fmla="*/ 63937 w 1246041"/>
              <a:gd name="connsiteY1" fmla="*/ 1113918 h 1246048"/>
              <a:gd name="connsiteX2" fmla="*/ 71516 w 1246041"/>
              <a:gd name="connsiteY2" fmla="*/ 1121497 h 1246048"/>
              <a:gd name="connsiteX3" fmla="*/ 0 w 1246041"/>
              <a:gd name="connsiteY3" fmla="*/ 1193014 h 1246048"/>
              <a:gd name="connsiteX4" fmla="*/ 53035 w 1246041"/>
              <a:gd name="connsiteY4" fmla="*/ 1246049 h 1246048"/>
              <a:gd name="connsiteX5" fmla="*/ 124551 w 1246041"/>
              <a:gd name="connsiteY5" fmla="*/ 1174533 h 1246048"/>
              <a:gd name="connsiteX6" fmla="*/ 132131 w 1246041"/>
              <a:gd name="connsiteY6" fmla="*/ 1182112 h 1246048"/>
              <a:gd name="connsiteX7" fmla="*/ 1158902 w 1246041"/>
              <a:gd name="connsiteY7" fmla="*/ 155334 h 1246048"/>
              <a:gd name="connsiteX8" fmla="*/ 1246042 w 1246041"/>
              <a:gd name="connsiteY8" fmla="*/ 0 h 1246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46041" h="1246048">
                <a:moveTo>
                  <a:pt x="1090708" y="87147"/>
                </a:moveTo>
                <a:lnTo>
                  <a:pt x="63937" y="1113918"/>
                </a:lnTo>
                <a:lnTo>
                  <a:pt x="71516" y="1121497"/>
                </a:lnTo>
                <a:lnTo>
                  <a:pt x="0" y="1193014"/>
                </a:lnTo>
                <a:lnTo>
                  <a:pt x="53035" y="1246049"/>
                </a:lnTo>
                <a:lnTo>
                  <a:pt x="124551" y="1174533"/>
                </a:lnTo>
                <a:lnTo>
                  <a:pt x="132131" y="1182112"/>
                </a:lnTo>
                <a:lnTo>
                  <a:pt x="1158902" y="155334"/>
                </a:lnTo>
                <a:lnTo>
                  <a:pt x="1246042" y="0"/>
                </a:lnTo>
                <a:close/>
              </a:path>
            </a:pathLst>
          </a:custGeom>
          <a:solidFill>
            <a:srgbClr val="737373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7" name="Freeform: Shape 196">
            <a:extLst>
              <a:ext uri="{FF2B5EF4-FFF2-40B4-BE49-F238E27FC236}">
                <a16:creationId xmlns:a16="http://schemas.microsoft.com/office/drawing/2014/main" id="{5D06E9B6-DD44-F59E-491D-D73335EAEE61}"/>
              </a:ext>
            </a:extLst>
          </p:cNvPr>
          <p:cNvSpPr/>
          <p:nvPr/>
        </p:nvSpPr>
        <p:spPr>
          <a:xfrm rot="18900243">
            <a:off x="9299456" y="430241"/>
            <a:ext cx="128254" cy="86333"/>
          </a:xfrm>
          <a:custGeom>
            <a:avLst/>
            <a:gdLst>
              <a:gd name="connsiteX0" fmla="*/ 0 w 111449"/>
              <a:gd name="connsiteY0" fmla="*/ 0 h 75021"/>
              <a:gd name="connsiteX1" fmla="*/ 111449 w 111449"/>
              <a:gd name="connsiteY1" fmla="*/ 0 h 75021"/>
              <a:gd name="connsiteX2" fmla="*/ 111449 w 111449"/>
              <a:gd name="connsiteY2" fmla="*/ 75021 h 75021"/>
              <a:gd name="connsiteX3" fmla="*/ 0 w 111449"/>
              <a:gd name="connsiteY3" fmla="*/ 75021 h 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449" h="75021">
                <a:moveTo>
                  <a:pt x="0" y="0"/>
                </a:moveTo>
                <a:lnTo>
                  <a:pt x="111449" y="0"/>
                </a:lnTo>
                <a:lnTo>
                  <a:pt x="111449" y="75021"/>
                </a:lnTo>
                <a:lnTo>
                  <a:pt x="0" y="75021"/>
                </a:lnTo>
                <a:close/>
              </a:path>
            </a:pathLst>
          </a:custGeom>
          <a:solidFill>
            <a:srgbClr val="E3B43E"/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98" name="Freeform: Shape 197">
            <a:extLst>
              <a:ext uri="{FF2B5EF4-FFF2-40B4-BE49-F238E27FC236}">
                <a16:creationId xmlns:a16="http://schemas.microsoft.com/office/drawing/2014/main" id="{EDE64B8A-E9A0-B59F-E2F7-CD5CEA5570CB}"/>
              </a:ext>
            </a:extLst>
          </p:cNvPr>
          <p:cNvSpPr/>
          <p:nvPr/>
        </p:nvSpPr>
        <p:spPr>
          <a:xfrm rot="18900000">
            <a:off x="9372406" y="313684"/>
            <a:ext cx="189983" cy="110980"/>
          </a:xfrm>
          <a:custGeom>
            <a:avLst/>
            <a:gdLst>
              <a:gd name="connsiteX0" fmla="*/ 0 w 165090"/>
              <a:gd name="connsiteY0" fmla="*/ 0 h 96439"/>
              <a:gd name="connsiteX1" fmla="*/ 165090 w 165090"/>
              <a:gd name="connsiteY1" fmla="*/ 0 h 96439"/>
              <a:gd name="connsiteX2" fmla="*/ 165090 w 165090"/>
              <a:gd name="connsiteY2" fmla="*/ 96440 h 96439"/>
              <a:gd name="connsiteX3" fmla="*/ 0 w 165090"/>
              <a:gd name="connsiteY3" fmla="*/ 96440 h 96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090" h="96439">
                <a:moveTo>
                  <a:pt x="0" y="0"/>
                </a:moveTo>
                <a:lnTo>
                  <a:pt x="165090" y="0"/>
                </a:lnTo>
                <a:lnTo>
                  <a:pt x="165090" y="96440"/>
                </a:lnTo>
                <a:lnTo>
                  <a:pt x="0" y="96440"/>
                </a:lnTo>
                <a:close/>
              </a:path>
            </a:pathLst>
          </a:custGeom>
          <a:solidFill>
            <a:srgbClr val="F2F2F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1" name="Freeform: Shape 200">
            <a:extLst>
              <a:ext uri="{FF2B5EF4-FFF2-40B4-BE49-F238E27FC236}">
                <a16:creationId xmlns:a16="http://schemas.microsoft.com/office/drawing/2014/main" id="{6E21EC3A-5E56-4084-C32C-CD5EA047920D}"/>
              </a:ext>
            </a:extLst>
          </p:cNvPr>
          <p:cNvSpPr/>
          <p:nvPr/>
        </p:nvSpPr>
        <p:spPr>
          <a:xfrm rot="18900000">
            <a:off x="9308374" y="-273233"/>
            <a:ext cx="1491947" cy="110964"/>
          </a:xfrm>
          <a:custGeom>
            <a:avLst/>
            <a:gdLst>
              <a:gd name="connsiteX0" fmla="*/ 0 w 1296463"/>
              <a:gd name="connsiteY0" fmla="*/ 0 h 96425"/>
              <a:gd name="connsiteX1" fmla="*/ 1296464 w 1296463"/>
              <a:gd name="connsiteY1" fmla="*/ 0 h 96425"/>
              <a:gd name="connsiteX2" fmla="*/ 1296464 w 1296463"/>
              <a:gd name="connsiteY2" fmla="*/ 96425 h 96425"/>
              <a:gd name="connsiteX3" fmla="*/ 0 w 1296463"/>
              <a:gd name="connsiteY3" fmla="*/ 96425 h 96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6463" h="96425">
                <a:moveTo>
                  <a:pt x="0" y="0"/>
                </a:moveTo>
                <a:lnTo>
                  <a:pt x="1296464" y="0"/>
                </a:lnTo>
                <a:lnTo>
                  <a:pt x="1296464" y="96425"/>
                </a:lnTo>
                <a:lnTo>
                  <a:pt x="0" y="96425"/>
                </a:lnTo>
                <a:close/>
              </a:path>
            </a:pathLst>
          </a:custGeom>
          <a:solidFill>
            <a:srgbClr val="3E4B6D"/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27" name="Freeform: Shape 226">
            <a:extLst>
              <a:ext uri="{FF2B5EF4-FFF2-40B4-BE49-F238E27FC236}">
                <a16:creationId xmlns:a16="http://schemas.microsoft.com/office/drawing/2014/main" id="{72F80C6F-765A-38F4-A903-41E894004A12}"/>
              </a:ext>
            </a:extLst>
          </p:cNvPr>
          <p:cNvSpPr/>
          <p:nvPr/>
        </p:nvSpPr>
        <p:spPr>
          <a:xfrm>
            <a:off x="10669600" y="-884767"/>
            <a:ext cx="51783" cy="52162"/>
          </a:xfrm>
          <a:custGeom>
            <a:avLst/>
            <a:gdLst>
              <a:gd name="connsiteX0" fmla="*/ 44999 w 44998"/>
              <a:gd name="connsiteY0" fmla="*/ 0 h 45327"/>
              <a:gd name="connsiteX1" fmla="*/ 1314 w 44998"/>
              <a:gd name="connsiteY1" fmla="*/ 24510 h 45327"/>
              <a:gd name="connsiteX2" fmla="*/ 0 w 44998"/>
              <a:gd name="connsiteY2" fmla="*/ 25382 h 45327"/>
              <a:gd name="connsiteX3" fmla="*/ 19495 w 44998"/>
              <a:gd name="connsiteY3" fmla="*/ 45327 h 45327"/>
              <a:gd name="connsiteX4" fmla="*/ 20495 w 44998"/>
              <a:gd name="connsiteY4" fmla="*/ 43684 h 45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998" h="45327">
                <a:moveTo>
                  <a:pt x="44999" y="0"/>
                </a:moveTo>
                <a:lnTo>
                  <a:pt x="1314" y="24510"/>
                </a:lnTo>
                <a:lnTo>
                  <a:pt x="0" y="25382"/>
                </a:lnTo>
                <a:lnTo>
                  <a:pt x="19495" y="45327"/>
                </a:lnTo>
                <a:lnTo>
                  <a:pt x="20495" y="43684"/>
                </a:lnTo>
                <a:close/>
              </a:path>
            </a:pathLst>
          </a:custGeom>
          <a:solidFill>
            <a:srgbClr val="505050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9" name="Freeform: Shape 228">
            <a:extLst>
              <a:ext uri="{FF2B5EF4-FFF2-40B4-BE49-F238E27FC236}">
                <a16:creationId xmlns:a16="http://schemas.microsoft.com/office/drawing/2014/main" id="{A1AC173B-5197-3038-FDDF-3A86B01C220D}"/>
              </a:ext>
            </a:extLst>
          </p:cNvPr>
          <p:cNvSpPr/>
          <p:nvPr/>
        </p:nvSpPr>
        <p:spPr>
          <a:xfrm>
            <a:off x="10534511" y="-856561"/>
            <a:ext cx="158675" cy="158675"/>
          </a:xfrm>
          <a:custGeom>
            <a:avLst/>
            <a:gdLst>
              <a:gd name="connsiteX0" fmla="*/ 40380 w 137884"/>
              <a:gd name="connsiteY0" fmla="*/ 97469 h 137884"/>
              <a:gd name="connsiteX1" fmla="*/ 40416 w 137884"/>
              <a:gd name="connsiteY1" fmla="*/ 97505 h 137884"/>
              <a:gd name="connsiteX2" fmla="*/ 41159 w 137884"/>
              <a:gd name="connsiteY2" fmla="*/ 130823 h 137884"/>
              <a:gd name="connsiteX3" fmla="*/ 75256 w 137884"/>
              <a:gd name="connsiteY3" fmla="*/ 130823 h 137884"/>
              <a:gd name="connsiteX4" fmla="*/ 75256 w 137884"/>
              <a:gd name="connsiteY4" fmla="*/ 130823 h 137884"/>
              <a:gd name="connsiteX5" fmla="*/ 137885 w 137884"/>
              <a:gd name="connsiteY5" fmla="*/ 19181 h 137884"/>
              <a:gd name="connsiteX6" fmla="*/ 118704 w 137884"/>
              <a:gd name="connsiteY6" fmla="*/ 0 h 137884"/>
              <a:gd name="connsiteX7" fmla="*/ 7062 w 137884"/>
              <a:gd name="connsiteY7" fmla="*/ 62629 h 137884"/>
              <a:gd name="connsiteX8" fmla="*/ 7062 w 137884"/>
              <a:gd name="connsiteY8" fmla="*/ 96726 h 137884"/>
              <a:gd name="connsiteX9" fmla="*/ 40380 w 137884"/>
              <a:gd name="connsiteY9" fmla="*/ 97469 h 137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7884" h="137884">
                <a:moveTo>
                  <a:pt x="40380" y="97469"/>
                </a:moveTo>
                <a:cubicBezTo>
                  <a:pt x="40444" y="97412"/>
                  <a:pt x="40473" y="97434"/>
                  <a:pt x="40416" y="97505"/>
                </a:cubicBezTo>
                <a:cubicBezTo>
                  <a:pt x="31750" y="106963"/>
                  <a:pt x="31993" y="121665"/>
                  <a:pt x="41159" y="130823"/>
                </a:cubicBezTo>
                <a:cubicBezTo>
                  <a:pt x="50574" y="140239"/>
                  <a:pt x="65840" y="140239"/>
                  <a:pt x="75256" y="130823"/>
                </a:cubicBezTo>
                <a:lnTo>
                  <a:pt x="75256" y="130823"/>
                </a:lnTo>
                <a:lnTo>
                  <a:pt x="137885" y="19181"/>
                </a:lnTo>
                <a:lnTo>
                  <a:pt x="118704" y="0"/>
                </a:lnTo>
                <a:lnTo>
                  <a:pt x="7062" y="62629"/>
                </a:lnTo>
                <a:cubicBezTo>
                  <a:pt x="-2354" y="72045"/>
                  <a:pt x="-2354" y="87311"/>
                  <a:pt x="7062" y="96726"/>
                </a:cubicBezTo>
                <a:cubicBezTo>
                  <a:pt x="16213" y="105892"/>
                  <a:pt x="30914" y="106142"/>
                  <a:pt x="40380" y="97469"/>
                </a:cubicBezTo>
                <a:close/>
              </a:path>
            </a:pathLst>
          </a:custGeom>
          <a:solidFill>
            <a:srgbClr val="FFFFFF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7F97F55C-B8A0-1295-91F4-27CA481233C3}"/>
              </a:ext>
            </a:extLst>
          </p:cNvPr>
          <p:cNvSpPr/>
          <p:nvPr/>
        </p:nvSpPr>
        <p:spPr>
          <a:xfrm>
            <a:off x="9422119" y="-715104"/>
            <a:ext cx="1433922" cy="1433930"/>
          </a:xfrm>
          <a:custGeom>
            <a:avLst/>
            <a:gdLst>
              <a:gd name="connsiteX0" fmla="*/ 1090708 w 1246041"/>
              <a:gd name="connsiteY0" fmla="*/ 87147 h 1246048"/>
              <a:gd name="connsiteX1" fmla="*/ 63936 w 1246041"/>
              <a:gd name="connsiteY1" fmla="*/ 1113925 h 1246048"/>
              <a:gd name="connsiteX2" fmla="*/ 71516 w 1246041"/>
              <a:gd name="connsiteY2" fmla="*/ 1121504 h 1246048"/>
              <a:gd name="connsiteX3" fmla="*/ 0 w 1246041"/>
              <a:gd name="connsiteY3" fmla="*/ 1193013 h 1246048"/>
              <a:gd name="connsiteX4" fmla="*/ 53035 w 1246041"/>
              <a:gd name="connsiteY4" fmla="*/ 1246049 h 1246048"/>
              <a:gd name="connsiteX5" fmla="*/ 124551 w 1246041"/>
              <a:gd name="connsiteY5" fmla="*/ 1174533 h 1246048"/>
              <a:gd name="connsiteX6" fmla="*/ 132131 w 1246041"/>
              <a:gd name="connsiteY6" fmla="*/ 1182119 h 1246048"/>
              <a:gd name="connsiteX7" fmla="*/ 1158902 w 1246041"/>
              <a:gd name="connsiteY7" fmla="*/ 155334 h 1246048"/>
              <a:gd name="connsiteX8" fmla="*/ 1246041 w 1246041"/>
              <a:gd name="connsiteY8" fmla="*/ 0 h 1246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46041" h="1246048">
                <a:moveTo>
                  <a:pt x="1090708" y="87147"/>
                </a:moveTo>
                <a:lnTo>
                  <a:pt x="63936" y="1113925"/>
                </a:lnTo>
                <a:lnTo>
                  <a:pt x="71516" y="1121504"/>
                </a:lnTo>
                <a:lnTo>
                  <a:pt x="0" y="1193013"/>
                </a:lnTo>
                <a:lnTo>
                  <a:pt x="53035" y="1246049"/>
                </a:lnTo>
                <a:lnTo>
                  <a:pt x="124551" y="1174533"/>
                </a:lnTo>
                <a:lnTo>
                  <a:pt x="132131" y="1182119"/>
                </a:lnTo>
                <a:lnTo>
                  <a:pt x="1158902" y="155334"/>
                </a:lnTo>
                <a:lnTo>
                  <a:pt x="1246041" y="0"/>
                </a:lnTo>
                <a:close/>
              </a:path>
            </a:pathLst>
          </a:custGeom>
          <a:solidFill>
            <a:srgbClr val="737373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213EA46F-A2A1-68BB-ACD3-03B61AED2ED2}"/>
              </a:ext>
            </a:extLst>
          </p:cNvPr>
          <p:cNvSpPr/>
          <p:nvPr/>
        </p:nvSpPr>
        <p:spPr>
          <a:xfrm rot="18900000">
            <a:off x="9433594" y="-133977"/>
            <a:ext cx="1503563" cy="110980"/>
          </a:xfrm>
          <a:custGeom>
            <a:avLst/>
            <a:gdLst>
              <a:gd name="connsiteX0" fmla="*/ 0 w 1306557"/>
              <a:gd name="connsiteY0" fmla="*/ 0 h 96439"/>
              <a:gd name="connsiteX1" fmla="*/ 1306558 w 1306557"/>
              <a:gd name="connsiteY1" fmla="*/ 0 h 96439"/>
              <a:gd name="connsiteX2" fmla="*/ 1306558 w 1306557"/>
              <a:gd name="connsiteY2" fmla="*/ 96440 h 96439"/>
              <a:gd name="connsiteX3" fmla="*/ 0 w 1306557"/>
              <a:gd name="connsiteY3" fmla="*/ 96440 h 96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6557" h="96439">
                <a:moveTo>
                  <a:pt x="0" y="0"/>
                </a:moveTo>
                <a:lnTo>
                  <a:pt x="1306558" y="0"/>
                </a:lnTo>
                <a:lnTo>
                  <a:pt x="1306558" y="96440"/>
                </a:lnTo>
                <a:lnTo>
                  <a:pt x="0" y="964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44" name="Freeform: Shape 243">
            <a:extLst>
              <a:ext uri="{FF2B5EF4-FFF2-40B4-BE49-F238E27FC236}">
                <a16:creationId xmlns:a16="http://schemas.microsoft.com/office/drawing/2014/main" id="{7A649187-02D9-9A7D-0E53-80E7D0ED1F59}"/>
              </a:ext>
            </a:extLst>
          </p:cNvPr>
          <p:cNvSpPr/>
          <p:nvPr/>
        </p:nvSpPr>
        <p:spPr>
          <a:xfrm rot="18900000">
            <a:off x="9434310" y="565331"/>
            <a:ext cx="128145" cy="86318"/>
          </a:xfrm>
          <a:custGeom>
            <a:avLst/>
            <a:gdLst>
              <a:gd name="connsiteX0" fmla="*/ 0 w 111355"/>
              <a:gd name="connsiteY0" fmla="*/ 0 h 75008"/>
              <a:gd name="connsiteX1" fmla="*/ 111356 w 111355"/>
              <a:gd name="connsiteY1" fmla="*/ 0 h 75008"/>
              <a:gd name="connsiteX2" fmla="*/ 111356 w 111355"/>
              <a:gd name="connsiteY2" fmla="*/ 75009 h 75008"/>
              <a:gd name="connsiteX3" fmla="*/ 0 w 111355"/>
              <a:gd name="connsiteY3" fmla="*/ 75009 h 7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355" h="75008">
                <a:moveTo>
                  <a:pt x="0" y="0"/>
                </a:moveTo>
                <a:lnTo>
                  <a:pt x="111356" y="0"/>
                </a:lnTo>
                <a:lnTo>
                  <a:pt x="111356" y="75009"/>
                </a:lnTo>
                <a:lnTo>
                  <a:pt x="0" y="75009"/>
                </a:lnTo>
                <a:close/>
              </a:path>
            </a:pathLst>
          </a:custGeom>
          <a:solidFill>
            <a:srgbClr val="F2F2F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6" name="Freeform: Shape 245">
            <a:extLst>
              <a:ext uri="{FF2B5EF4-FFF2-40B4-BE49-F238E27FC236}">
                <a16:creationId xmlns:a16="http://schemas.microsoft.com/office/drawing/2014/main" id="{3F90A7D4-16F0-6DDE-DE7D-CA520EB851B9}"/>
              </a:ext>
            </a:extLst>
          </p:cNvPr>
          <p:cNvSpPr/>
          <p:nvPr/>
        </p:nvSpPr>
        <p:spPr>
          <a:xfrm rot="18900000">
            <a:off x="9509261" y="452956"/>
            <a:ext cx="178351" cy="110980"/>
          </a:xfrm>
          <a:custGeom>
            <a:avLst/>
            <a:gdLst>
              <a:gd name="connsiteX0" fmla="*/ 0 w 154982"/>
              <a:gd name="connsiteY0" fmla="*/ 0 h 96439"/>
              <a:gd name="connsiteX1" fmla="*/ 154982 w 154982"/>
              <a:gd name="connsiteY1" fmla="*/ 0 h 96439"/>
              <a:gd name="connsiteX2" fmla="*/ 154982 w 154982"/>
              <a:gd name="connsiteY2" fmla="*/ 96440 h 96439"/>
              <a:gd name="connsiteX3" fmla="*/ 0 w 154982"/>
              <a:gd name="connsiteY3" fmla="*/ 96440 h 96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982" h="96439">
                <a:moveTo>
                  <a:pt x="0" y="0"/>
                </a:moveTo>
                <a:lnTo>
                  <a:pt x="154982" y="0"/>
                </a:lnTo>
                <a:lnTo>
                  <a:pt x="154982" y="96440"/>
                </a:lnTo>
                <a:lnTo>
                  <a:pt x="0" y="96440"/>
                </a:lnTo>
                <a:close/>
              </a:path>
            </a:pathLst>
          </a:custGeom>
          <a:solidFill>
            <a:srgbClr val="3E4B6D"/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52" name="Freeform: Shape 251">
            <a:extLst>
              <a:ext uri="{FF2B5EF4-FFF2-40B4-BE49-F238E27FC236}">
                <a16:creationId xmlns:a16="http://schemas.microsoft.com/office/drawing/2014/main" id="{8C2F8066-7DDD-0D1B-8B02-D68255F331F5}"/>
              </a:ext>
            </a:extLst>
          </p:cNvPr>
          <p:cNvSpPr/>
          <p:nvPr/>
        </p:nvSpPr>
        <p:spPr>
          <a:xfrm>
            <a:off x="10803535" y="-749607"/>
            <a:ext cx="52999" cy="53025"/>
          </a:xfrm>
          <a:custGeom>
            <a:avLst/>
            <a:gdLst>
              <a:gd name="connsiteX0" fmla="*/ 46056 w 46055"/>
              <a:gd name="connsiteY0" fmla="*/ 0 h 46077"/>
              <a:gd name="connsiteX1" fmla="*/ 2372 w 46055"/>
              <a:gd name="connsiteY1" fmla="*/ 24510 h 46077"/>
              <a:gd name="connsiteX2" fmla="*/ 0 w 46055"/>
              <a:gd name="connsiteY2" fmla="*/ 26174 h 46077"/>
              <a:gd name="connsiteX3" fmla="*/ 19831 w 46055"/>
              <a:gd name="connsiteY3" fmla="*/ 46077 h 46077"/>
              <a:gd name="connsiteX4" fmla="*/ 21546 w 46055"/>
              <a:gd name="connsiteY4" fmla="*/ 43684 h 46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055" h="46077">
                <a:moveTo>
                  <a:pt x="46056" y="0"/>
                </a:moveTo>
                <a:lnTo>
                  <a:pt x="2372" y="24510"/>
                </a:lnTo>
                <a:lnTo>
                  <a:pt x="0" y="26174"/>
                </a:lnTo>
                <a:lnTo>
                  <a:pt x="19831" y="46077"/>
                </a:lnTo>
                <a:lnTo>
                  <a:pt x="21546" y="43684"/>
                </a:lnTo>
                <a:close/>
              </a:path>
            </a:pathLst>
          </a:custGeom>
          <a:solidFill>
            <a:srgbClr val="505050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4" name="Freeform: Shape 253">
            <a:extLst>
              <a:ext uri="{FF2B5EF4-FFF2-40B4-BE49-F238E27FC236}">
                <a16:creationId xmlns:a16="http://schemas.microsoft.com/office/drawing/2014/main" id="{0B0B2E0C-91D5-B00C-606B-B0E55E608051}"/>
              </a:ext>
            </a:extLst>
          </p:cNvPr>
          <p:cNvSpPr/>
          <p:nvPr/>
        </p:nvSpPr>
        <p:spPr>
          <a:xfrm>
            <a:off x="10669662" y="-721409"/>
            <a:ext cx="158675" cy="158675"/>
          </a:xfrm>
          <a:custGeom>
            <a:avLst/>
            <a:gdLst>
              <a:gd name="connsiteX0" fmla="*/ 40380 w 137884"/>
              <a:gd name="connsiteY0" fmla="*/ 97469 h 137884"/>
              <a:gd name="connsiteX1" fmla="*/ 40416 w 137884"/>
              <a:gd name="connsiteY1" fmla="*/ 97505 h 137884"/>
              <a:gd name="connsiteX2" fmla="*/ 41159 w 137884"/>
              <a:gd name="connsiteY2" fmla="*/ 130823 h 137884"/>
              <a:gd name="connsiteX3" fmla="*/ 75256 w 137884"/>
              <a:gd name="connsiteY3" fmla="*/ 130823 h 137884"/>
              <a:gd name="connsiteX4" fmla="*/ 75256 w 137884"/>
              <a:gd name="connsiteY4" fmla="*/ 130823 h 137884"/>
              <a:gd name="connsiteX5" fmla="*/ 137885 w 137884"/>
              <a:gd name="connsiteY5" fmla="*/ 19181 h 137884"/>
              <a:gd name="connsiteX6" fmla="*/ 118704 w 137884"/>
              <a:gd name="connsiteY6" fmla="*/ 0 h 137884"/>
              <a:gd name="connsiteX7" fmla="*/ 7062 w 137884"/>
              <a:gd name="connsiteY7" fmla="*/ 62629 h 137884"/>
              <a:gd name="connsiteX8" fmla="*/ 7062 w 137884"/>
              <a:gd name="connsiteY8" fmla="*/ 96726 h 137884"/>
              <a:gd name="connsiteX9" fmla="*/ 40380 w 137884"/>
              <a:gd name="connsiteY9" fmla="*/ 97469 h 137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7884" h="137884">
                <a:moveTo>
                  <a:pt x="40380" y="97469"/>
                </a:moveTo>
                <a:cubicBezTo>
                  <a:pt x="40444" y="97412"/>
                  <a:pt x="40473" y="97434"/>
                  <a:pt x="40416" y="97505"/>
                </a:cubicBezTo>
                <a:cubicBezTo>
                  <a:pt x="31750" y="106963"/>
                  <a:pt x="31993" y="121665"/>
                  <a:pt x="41159" y="130823"/>
                </a:cubicBezTo>
                <a:cubicBezTo>
                  <a:pt x="50574" y="140239"/>
                  <a:pt x="65840" y="140239"/>
                  <a:pt x="75256" y="130823"/>
                </a:cubicBezTo>
                <a:lnTo>
                  <a:pt x="75256" y="130823"/>
                </a:lnTo>
                <a:lnTo>
                  <a:pt x="137885" y="19181"/>
                </a:lnTo>
                <a:lnTo>
                  <a:pt x="118704" y="0"/>
                </a:lnTo>
                <a:lnTo>
                  <a:pt x="7062" y="62629"/>
                </a:lnTo>
                <a:cubicBezTo>
                  <a:pt x="-2354" y="72045"/>
                  <a:pt x="-2354" y="87311"/>
                  <a:pt x="7062" y="96726"/>
                </a:cubicBezTo>
                <a:cubicBezTo>
                  <a:pt x="16220" y="105892"/>
                  <a:pt x="30922" y="106135"/>
                  <a:pt x="40380" y="97469"/>
                </a:cubicBezTo>
                <a:close/>
              </a:path>
            </a:pathLst>
          </a:custGeom>
          <a:solidFill>
            <a:srgbClr val="FFFFFF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0" name="Freeform: Shape 259">
            <a:extLst>
              <a:ext uri="{FF2B5EF4-FFF2-40B4-BE49-F238E27FC236}">
                <a16:creationId xmlns:a16="http://schemas.microsoft.com/office/drawing/2014/main" id="{57BC90A8-1456-C00C-4159-EA816A1483B2}"/>
              </a:ext>
            </a:extLst>
          </p:cNvPr>
          <p:cNvSpPr/>
          <p:nvPr/>
        </p:nvSpPr>
        <p:spPr>
          <a:xfrm>
            <a:off x="7122311" y="405213"/>
            <a:ext cx="739873" cy="739881"/>
          </a:xfrm>
          <a:custGeom>
            <a:avLst/>
            <a:gdLst>
              <a:gd name="connsiteX0" fmla="*/ 0 w 642930"/>
              <a:gd name="connsiteY0" fmla="*/ 0 h 642937"/>
              <a:gd name="connsiteX1" fmla="*/ 642930 w 642930"/>
              <a:gd name="connsiteY1" fmla="*/ 0 h 642937"/>
              <a:gd name="connsiteX2" fmla="*/ 642930 w 642930"/>
              <a:gd name="connsiteY2" fmla="*/ 642938 h 642937"/>
              <a:gd name="connsiteX3" fmla="*/ 0 w 642930"/>
              <a:gd name="connsiteY3" fmla="*/ 642938 h 642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0" h="642937">
                <a:moveTo>
                  <a:pt x="0" y="0"/>
                </a:moveTo>
                <a:lnTo>
                  <a:pt x="642930" y="0"/>
                </a:lnTo>
                <a:lnTo>
                  <a:pt x="642930" y="642938"/>
                </a:lnTo>
                <a:lnTo>
                  <a:pt x="0" y="642938"/>
                </a:lnTo>
                <a:close/>
              </a:path>
            </a:pathLst>
          </a:custGeom>
          <a:solidFill>
            <a:srgbClr val="3E4B6D"/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63" name="Freeform: Shape 262">
            <a:extLst>
              <a:ext uri="{FF2B5EF4-FFF2-40B4-BE49-F238E27FC236}">
                <a16:creationId xmlns:a16="http://schemas.microsoft.com/office/drawing/2014/main" id="{F4B53B32-D887-5D53-8AED-88497A711802}"/>
              </a:ext>
            </a:extLst>
          </p:cNvPr>
          <p:cNvSpPr/>
          <p:nvPr/>
        </p:nvSpPr>
        <p:spPr>
          <a:xfrm rot="18900000">
            <a:off x="7179829" y="92812"/>
            <a:ext cx="739874" cy="739874"/>
          </a:xfrm>
          <a:custGeom>
            <a:avLst/>
            <a:gdLst>
              <a:gd name="connsiteX0" fmla="*/ 0 w 642931"/>
              <a:gd name="connsiteY0" fmla="*/ 0 h 642931"/>
              <a:gd name="connsiteX1" fmla="*/ 642931 w 642931"/>
              <a:gd name="connsiteY1" fmla="*/ 0 h 642931"/>
              <a:gd name="connsiteX2" fmla="*/ 642931 w 642931"/>
              <a:gd name="connsiteY2" fmla="*/ 642931 h 642931"/>
              <a:gd name="connsiteX3" fmla="*/ 0 w 642931"/>
              <a:gd name="connsiteY3" fmla="*/ 642931 h 642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31" h="642931">
                <a:moveTo>
                  <a:pt x="0" y="0"/>
                </a:moveTo>
                <a:lnTo>
                  <a:pt x="642931" y="0"/>
                </a:lnTo>
                <a:lnTo>
                  <a:pt x="642931" y="642931"/>
                </a:lnTo>
                <a:lnTo>
                  <a:pt x="0" y="642931"/>
                </a:lnTo>
                <a:close/>
              </a:path>
            </a:pathLst>
          </a:custGeom>
          <a:solidFill>
            <a:srgbClr val="6A8D6C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6" name="Freeform: Shape 265">
            <a:extLst>
              <a:ext uri="{FF2B5EF4-FFF2-40B4-BE49-F238E27FC236}">
                <a16:creationId xmlns:a16="http://schemas.microsoft.com/office/drawing/2014/main" id="{FAC08875-B58A-59BD-F416-3C6FDC2A3DFD}"/>
              </a:ext>
            </a:extLst>
          </p:cNvPr>
          <p:cNvSpPr/>
          <p:nvPr/>
        </p:nvSpPr>
        <p:spPr>
          <a:xfrm>
            <a:off x="7368938" y="-122453"/>
            <a:ext cx="743991" cy="739881"/>
          </a:xfrm>
          <a:custGeom>
            <a:avLst/>
            <a:gdLst>
              <a:gd name="connsiteX0" fmla="*/ 646509 w 646509"/>
              <a:gd name="connsiteY0" fmla="*/ 642938 h 642937"/>
              <a:gd name="connsiteX1" fmla="*/ 100091 w 646509"/>
              <a:gd name="connsiteY1" fmla="*/ 625078 h 642937"/>
              <a:gd name="connsiteX2" fmla="*/ 100020 w 646509"/>
              <a:gd name="connsiteY2" fmla="*/ 625000 h 642937"/>
              <a:gd name="connsiteX3" fmla="*/ 102163 w 646509"/>
              <a:gd name="connsiteY3" fmla="*/ 623006 h 642937"/>
              <a:gd name="connsiteX4" fmla="*/ 2729 w 646509"/>
              <a:gd name="connsiteY4" fmla="*/ 286472 h 642937"/>
              <a:gd name="connsiteX5" fmla="*/ 0 w 646509"/>
              <a:gd name="connsiteY5" fmla="*/ 282178 h 642937"/>
              <a:gd name="connsiteX6" fmla="*/ 3572 w 646509"/>
              <a:gd name="connsiteY6" fmla="*/ 0 h 642937"/>
              <a:gd name="connsiteX7" fmla="*/ 646509 w 646509"/>
              <a:gd name="connsiteY7" fmla="*/ 0 h 642937"/>
              <a:gd name="connsiteX8" fmla="*/ 646509 w 646509"/>
              <a:gd name="connsiteY8" fmla="*/ 642938 h 642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6509" h="642937">
                <a:moveTo>
                  <a:pt x="646509" y="642938"/>
                </a:moveTo>
                <a:lnTo>
                  <a:pt x="100091" y="625078"/>
                </a:lnTo>
                <a:cubicBezTo>
                  <a:pt x="100048" y="625078"/>
                  <a:pt x="100020" y="625042"/>
                  <a:pt x="100020" y="625000"/>
                </a:cubicBezTo>
                <a:lnTo>
                  <a:pt x="102163" y="623006"/>
                </a:lnTo>
                <a:lnTo>
                  <a:pt x="2729" y="286472"/>
                </a:lnTo>
                <a:lnTo>
                  <a:pt x="0" y="282178"/>
                </a:lnTo>
                <a:lnTo>
                  <a:pt x="3572" y="0"/>
                </a:lnTo>
                <a:lnTo>
                  <a:pt x="646509" y="0"/>
                </a:lnTo>
                <a:lnTo>
                  <a:pt x="646509" y="642938"/>
                </a:lnTo>
                <a:close/>
              </a:path>
            </a:pathLst>
          </a:custGeom>
          <a:solidFill>
            <a:srgbClr val="E3B43E"/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69" name="Freeform: Shape 268">
            <a:extLst>
              <a:ext uri="{FF2B5EF4-FFF2-40B4-BE49-F238E27FC236}">
                <a16:creationId xmlns:a16="http://schemas.microsoft.com/office/drawing/2014/main" id="{6F4D83E5-5371-0369-F2B9-05F98BC961C5}"/>
              </a:ext>
            </a:extLst>
          </p:cNvPr>
          <p:cNvSpPr/>
          <p:nvPr/>
        </p:nvSpPr>
        <p:spPr>
          <a:xfrm>
            <a:off x="7369016" y="202430"/>
            <a:ext cx="254654" cy="394382"/>
          </a:xfrm>
          <a:custGeom>
            <a:avLst/>
            <a:gdLst>
              <a:gd name="connsiteX0" fmla="*/ 133 w 221288"/>
              <a:gd name="connsiteY0" fmla="*/ 69 h 342708"/>
              <a:gd name="connsiteX1" fmla="*/ 221289 w 221288"/>
              <a:gd name="connsiteY1" fmla="*/ 228455 h 342708"/>
              <a:gd name="connsiteX2" fmla="*/ 100031 w 221288"/>
              <a:gd name="connsiteY2" fmla="*/ 342684 h 342708"/>
              <a:gd name="connsiteX3" fmla="*/ 99917 w 221288"/>
              <a:gd name="connsiteY3" fmla="*/ 342655 h 342708"/>
              <a:gd name="connsiteX4" fmla="*/ 18 w 221288"/>
              <a:gd name="connsiteY4" fmla="*/ 141 h 342708"/>
              <a:gd name="connsiteX5" fmla="*/ 133 w 221288"/>
              <a:gd name="connsiteY5" fmla="*/ 69 h 342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1288" h="342708">
                <a:moveTo>
                  <a:pt x="133" y="69"/>
                </a:moveTo>
                <a:lnTo>
                  <a:pt x="221289" y="228455"/>
                </a:lnTo>
                <a:lnTo>
                  <a:pt x="100031" y="342684"/>
                </a:lnTo>
                <a:cubicBezTo>
                  <a:pt x="99981" y="342727"/>
                  <a:pt x="99931" y="342712"/>
                  <a:pt x="99917" y="342655"/>
                </a:cubicBezTo>
                <a:lnTo>
                  <a:pt x="18" y="141"/>
                </a:lnTo>
                <a:cubicBezTo>
                  <a:pt x="-32" y="-16"/>
                  <a:pt x="25" y="-45"/>
                  <a:pt x="133" y="69"/>
                </a:cubicBezTo>
                <a:close/>
              </a:path>
            </a:pathLst>
          </a:custGeom>
          <a:solidFill>
            <a:srgbClr val="E6E6E6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1" name="Freeform: Shape 270">
            <a:extLst>
              <a:ext uri="{FF2B5EF4-FFF2-40B4-BE49-F238E27FC236}">
                <a16:creationId xmlns:a16="http://schemas.microsoft.com/office/drawing/2014/main" id="{8263F084-1DD7-FD0C-AF17-EB275EBDFB24}"/>
              </a:ext>
            </a:extLst>
          </p:cNvPr>
          <p:cNvSpPr/>
          <p:nvPr/>
        </p:nvSpPr>
        <p:spPr>
          <a:xfrm>
            <a:off x="9159872" y="-273535"/>
            <a:ext cx="492588" cy="486077"/>
          </a:xfrm>
          <a:custGeom>
            <a:avLst/>
            <a:gdLst>
              <a:gd name="connsiteX0" fmla="*/ 419017 w 428046"/>
              <a:gd name="connsiteY0" fmla="*/ 182366 h 422388"/>
              <a:gd name="connsiteX1" fmla="*/ 415495 w 428046"/>
              <a:gd name="connsiteY1" fmla="*/ 125745 h 422388"/>
              <a:gd name="connsiteX2" fmla="*/ 302302 w 428046"/>
              <a:gd name="connsiteY2" fmla="*/ 12552 h 422388"/>
              <a:gd name="connsiteX3" fmla="*/ 245681 w 428046"/>
              <a:gd name="connsiteY3" fmla="*/ 9030 h 422388"/>
              <a:gd name="connsiteX4" fmla="*/ 0 w 428046"/>
              <a:gd name="connsiteY4" fmla="*/ 195025 h 422388"/>
              <a:gd name="connsiteX5" fmla="*/ 82425 w 428046"/>
              <a:gd name="connsiteY5" fmla="*/ 277442 h 422388"/>
              <a:gd name="connsiteX6" fmla="*/ 82339 w 428046"/>
              <a:gd name="connsiteY6" fmla="*/ 277521 h 422388"/>
              <a:gd name="connsiteX7" fmla="*/ 82339 w 428046"/>
              <a:gd name="connsiteY7" fmla="*/ 345715 h 422388"/>
              <a:gd name="connsiteX8" fmla="*/ 150533 w 428046"/>
              <a:gd name="connsiteY8" fmla="*/ 345715 h 422388"/>
              <a:gd name="connsiteX9" fmla="*/ 150605 w 428046"/>
              <a:gd name="connsiteY9" fmla="*/ 345629 h 422388"/>
              <a:gd name="connsiteX10" fmla="*/ 227371 w 428046"/>
              <a:gd name="connsiteY10" fmla="*/ 422389 h 422388"/>
              <a:gd name="connsiteX11" fmla="*/ 419017 w 428046"/>
              <a:gd name="connsiteY11" fmla="*/ 182366 h 42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28046" h="422388">
                <a:moveTo>
                  <a:pt x="419017" y="182366"/>
                </a:moveTo>
                <a:cubicBezTo>
                  <a:pt x="432290" y="165299"/>
                  <a:pt x="430775" y="141025"/>
                  <a:pt x="415495" y="125745"/>
                </a:cubicBezTo>
                <a:lnTo>
                  <a:pt x="302302" y="12552"/>
                </a:lnTo>
                <a:cubicBezTo>
                  <a:pt x="287021" y="-2729"/>
                  <a:pt x="262747" y="-4243"/>
                  <a:pt x="245681" y="9030"/>
                </a:cubicBezTo>
                <a:lnTo>
                  <a:pt x="0" y="195025"/>
                </a:lnTo>
                <a:lnTo>
                  <a:pt x="82425" y="277442"/>
                </a:lnTo>
                <a:cubicBezTo>
                  <a:pt x="82396" y="277471"/>
                  <a:pt x="82367" y="277492"/>
                  <a:pt x="82339" y="277521"/>
                </a:cubicBezTo>
                <a:cubicBezTo>
                  <a:pt x="63508" y="296351"/>
                  <a:pt x="63508" y="326884"/>
                  <a:pt x="82339" y="345715"/>
                </a:cubicBezTo>
                <a:cubicBezTo>
                  <a:pt x="101170" y="364546"/>
                  <a:pt x="131702" y="364546"/>
                  <a:pt x="150533" y="345715"/>
                </a:cubicBezTo>
                <a:cubicBezTo>
                  <a:pt x="150562" y="345686"/>
                  <a:pt x="150583" y="345658"/>
                  <a:pt x="150605" y="345629"/>
                </a:cubicBezTo>
                <a:lnTo>
                  <a:pt x="227371" y="422389"/>
                </a:lnTo>
                <a:lnTo>
                  <a:pt x="419017" y="182366"/>
                </a:lnTo>
                <a:close/>
              </a:path>
            </a:pathLst>
          </a:custGeom>
          <a:solidFill>
            <a:srgbClr val="3E4B6D"/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77" name="Freeform: Shape 276">
            <a:extLst>
              <a:ext uri="{FF2B5EF4-FFF2-40B4-BE49-F238E27FC236}">
                <a16:creationId xmlns:a16="http://schemas.microsoft.com/office/drawing/2014/main" id="{7D5C5AA8-8810-8940-07CA-882067CCCAAF}"/>
              </a:ext>
            </a:extLst>
          </p:cNvPr>
          <p:cNvSpPr/>
          <p:nvPr/>
        </p:nvSpPr>
        <p:spPr>
          <a:xfrm>
            <a:off x="9322671" y="-155910"/>
            <a:ext cx="209885" cy="209888"/>
          </a:xfrm>
          <a:custGeom>
            <a:avLst/>
            <a:gdLst>
              <a:gd name="connsiteX0" fmla="*/ 7844 w 182385"/>
              <a:gd name="connsiteY0" fmla="*/ 174543 h 182387"/>
              <a:gd name="connsiteX1" fmla="*/ 7844 w 182385"/>
              <a:gd name="connsiteY1" fmla="*/ 174543 h 182387"/>
              <a:gd name="connsiteX2" fmla="*/ 7844 w 182385"/>
              <a:gd name="connsiteY2" fmla="*/ 136660 h 182387"/>
              <a:gd name="connsiteX3" fmla="*/ 136653 w 182385"/>
              <a:gd name="connsiteY3" fmla="*/ 7844 h 182387"/>
              <a:gd name="connsiteX4" fmla="*/ 174536 w 182385"/>
              <a:gd name="connsiteY4" fmla="*/ 7844 h 182387"/>
              <a:gd name="connsiteX5" fmla="*/ 174536 w 182385"/>
              <a:gd name="connsiteY5" fmla="*/ 45734 h 182387"/>
              <a:gd name="connsiteX6" fmla="*/ 45727 w 182385"/>
              <a:gd name="connsiteY6" fmla="*/ 174543 h 182387"/>
              <a:gd name="connsiteX7" fmla="*/ 7844 w 182385"/>
              <a:gd name="connsiteY7" fmla="*/ 174543 h 182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385" h="182387">
                <a:moveTo>
                  <a:pt x="7844" y="174543"/>
                </a:moveTo>
                <a:lnTo>
                  <a:pt x="7844" y="174543"/>
                </a:lnTo>
                <a:cubicBezTo>
                  <a:pt x="-2615" y="164078"/>
                  <a:pt x="-2615" y="147118"/>
                  <a:pt x="7844" y="136660"/>
                </a:cubicBezTo>
                <a:lnTo>
                  <a:pt x="136653" y="7844"/>
                </a:lnTo>
                <a:cubicBezTo>
                  <a:pt x="147119" y="-2615"/>
                  <a:pt x="164078" y="-2615"/>
                  <a:pt x="174536" y="7844"/>
                </a:cubicBezTo>
                <a:cubicBezTo>
                  <a:pt x="185002" y="18309"/>
                  <a:pt x="185002" y="35269"/>
                  <a:pt x="174536" y="45734"/>
                </a:cubicBezTo>
                <a:lnTo>
                  <a:pt x="45727" y="174543"/>
                </a:lnTo>
                <a:cubicBezTo>
                  <a:pt x="35269" y="185002"/>
                  <a:pt x="18310" y="185002"/>
                  <a:pt x="7844" y="174543"/>
                </a:cubicBezTo>
              </a:path>
            </a:pathLst>
          </a:custGeom>
          <a:solidFill>
            <a:srgbClr val="2F2F2F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9" name="Freeform: Shape 278">
            <a:extLst>
              <a:ext uri="{FF2B5EF4-FFF2-40B4-BE49-F238E27FC236}">
                <a16:creationId xmlns:a16="http://schemas.microsoft.com/office/drawing/2014/main" id="{E0AD33B6-F49C-9CE1-FE51-FEF06A334D0F}"/>
              </a:ext>
            </a:extLst>
          </p:cNvPr>
          <p:cNvSpPr/>
          <p:nvPr/>
        </p:nvSpPr>
        <p:spPr>
          <a:xfrm>
            <a:off x="8196605" y="-126323"/>
            <a:ext cx="854899" cy="882037"/>
          </a:xfrm>
          <a:custGeom>
            <a:avLst/>
            <a:gdLst>
              <a:gd name="connsiteX0" fmla="*/ 742886 w 742885"/>
              <a:gd name="connsiteY0" fmla="*/ 61465 h 766467"/>
              <a:gd name="connsiteX1" fmla="*/ 728577 w 742885"/>
              <a:gd name="connsiteY1" fmla="*/ 0 h 766467"/>
              <a:gd name="connsiteX2" fmla="*/ 682664 w 742885"/>
              <a:gd name="connsiteY2" fmla="*/ 45906 h 766467"/>
              <a:gd name="connsiteX3" fmla="*/ 675092 w 742885"/>
              <a:gd name="connsiteY3" fmla="*/ 38333 h 766467"/>
              <a:gd name="connsiteX4" fmla="*/ 648167 w 742885"/>
              <a:gd name="connsiteY4" fmla="*/ 65251 h 766467"/>
              <a:gd name="connsiteX5" fmla="*/ 640287 w 742885"/>
              <a:gd name="connsiteY5" fmla="*/ 69494 h 766467"/>
              <a:gd name="connsiteX6" fmla="*/ 447377 w 742885"/>
              <a:gd name="connsiteY6" fmla="*/ 129659 h 766467"/>
              <a:gd name="connsiteX7" fmla="*/ 424460 w 742885"/>
              <a:gd name="connsiteY7" fmla="*/ 152569 h 766467"/>
              <a:gd name="connsiteX8" fmla="*/ 405458 w 742885"/>
              <a:gd name="connsiteY8" fmla="*/ 133588 h 766467"/>
              <a:gd name="connsiteX9" fmla="*/ 42855 w 742885"/>
              <a:gd name="connsiteY9" fmla="*/ 564356 h 766467"/>
              <a:gd name="connsiteX10" fmla="*/ 17752 w 742885"/>
              <a:gd name="connsiteY10" fmla="*/ 642638 h 766467"/>
              <a:gd name="connsiteX11" fmla="*/ 10416 w 742885"/>
              <a:gd name="connsiteY11" fmla="*/ 649974 h 766467"/>
              <a:gd name="connsiteX12" fmla="*/ 10416 w 742885"/>
              <a:gd name="connsiteY12" fmla="*/ 700266 h 766467"/>
              <a:gd name="connsiteX13" fmla="*/ 66201 w 742885"/>
              <a:gd name="connsiteY13" fmla="*/ 756052 h 766467"/>
              <a:gd name="connsiteX14" fmla="*/ 116493 w 742885"/>
              <a:gd name="connsiteY14" fmla="*/ 756052 h 766467"/>
              <a:gd name="connsiteX15" fmla="*/ 117158 w 742885"/>
              <a:gd name="connsiteY15" fmla="*/ 755380 h 766467"/>
              <a:gd name="connsiteX16" fmla="*/ 123037 w 742885"/>
              <a:gd name="connsiteY16" fmla="*/ 750901 h 766467"/>
              <a:gd name="connsiteX17" fmla="*/ 202975 w 742885"/>
              <a:gd name="connsiteY17" fmla="*/ 737035 h 766467"/>
              <a:gd name="connsiteX18" fmla="*/ 632929 w 742885"/>
              <a:gd name="connsiteY18" fmla="*/ 360831 h 766467"/>
              <a:gd name="connsiteX19" fmla="*/ 613984 w 742885"/>
              <a:gd name="connsiteY19" fmla="*/ 341900 h 766467"/>
              <a:gd name="connsiteX20" fmla="*/ 636558 w 742885"/>
              <a:gd name="connsiteY20" fmla="*/ 319326 h 766467"/>
              <a:gd name="connsiteX21" fmla="*/ 636658 w 742885"/>
              <a:gd name="connsiteY21" fmla="*/ 318475 h 766467"/>
              <a:gd name="connsiteX22" fmla="*/ 696687 w 742885"/>
              <a:gd name="connsiteY22" fmla="*/ 126680 h 766467"/>
              <a:gd name="connsiteX23" fmla="*/ 701209 w 742885"/>
              <a:gd name="connsiteY23" fmla="*/ 118286 h 766467"/>
              <a:gd name="connsiteX24" fmla="*/ 728134 w 742885"/>
              <a:gd name="connsiteY24" fmla="*/ 91369 h 766467"/>
              <a:gd name="connsiteX25" fmla="*/ 720554 w 742885"/>
              <a:gd name="connsiteY25" fmla="*/ 83789 h 766467"/>
              <a:gd name="connsiteX26" fmla="*/ 742886 w 742885"/>
              <a:gd name="connsiteY26" fmla="*/ 61465 h 7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42885" h="766467">
                <a:moveTo>
                  <a:pt x="742886" y="61465"/>
                </a:moveTo>
                <a:lnTo>
                  <a:pt x="728577" y="0"/>
                </a:lnTo>
                <a:lnTo>
                  <a:pt x="682664" y="45906"/>
                </a:lnTo>
                <a:lnTo>
                  <a:pt x="675092" y="38333"/>
                </a:lnTo>
                <a:lnTo>
                  <a:pt x="648167" y="65251"/>
                </a:lnTo>
                <a:lnTo>
                  <a:pt x="640287" y="69494"/>
                </a:lnTo>
                <a:cubicBezTo>
                  <a:pt x="580430" y="101727"/>
                  <a:pt x="514943" y="122151"/>
                  <a:pt x="447377" y="129659"/>
                </a:cubicBezTo>
                <a:lnTo>
                  <a:pt x="424460" y="152569"/>
                </a:lnTo>
                <a:lnTo>
                  <a:pt x="405458" y="133588"/>
                </a:lnTo>
                <a:lnTo>
                  <a:pt x="42855" y="564356"/>
                </a:lnTo>
                <a:cubicBezTo>
                  <a:pt x="23317" y="586695"/>
                  <a:pt x="11773" y="616720"/>
                  <a:pt x="17752" y="642638"/>
                </a:cubicBezTo>
                <a:lnTo>
                  <a:pt x="10416" y="649974"/>
                </a:lnTo>
                <a:cubicBezTo>
                  <a:pt x="-3472" y="663854"/>
                  <a:pt x="-3472" y="686379"/>
                  <a:pt x="10416" y="700266"/>
                </a:cubicBezTo>
                <a:lnTo>
                  <a:pt x="66201" y="756052"/>
                </a:lnTo>
                <a:cubicBezTo>
                  <a:pt x="80089" y="769939"/>
                  <a:pt x="102599" y="769939"/>
                  <a:pt x="116493" y="756052"/>
                </a:cubicBezTo>
                <a:lnTo>
                  <a:pt x="117158" y="755380"/>
                </a:lnTo>
                <a:lnTo>
                  <a:pt x="123037" y="750901"/>
                </a:lnTo>
                <a:cubicBezTo>
                  <a:pt x="149419" y="761245"/>
                  <a:pt x="180373" y="756816"/>
                  <a:pt x="202975" y="737035"/>
                </a:cubicBezTo>
                <a:lnTo>
                  <a:pt x="632929" y="360831"/>
                </a:lnTo>
                <a:lnTo>
                  <a:pt x="613984" y="341900"/>
                </a:lnTo>
                <a:lnTo>
                  <a:pt x="636558" y="319326"/>
                </a:lnTo>
                <a:lnTo>
                  <a:pt x="636658" y="318475"/>
                </a:lnTo>
                <a:cubicBezTo>
                  <a:pt x="644259" y="251303"/>
                  <a:pt x="664640" y="186202"/>
                  <a:pt x="696687" y="126680"/>
                </a:cubicBezTo>
                <a:lnTo>
                  <a:pt x="701209" y="118286"/>
                </a:lnTo>
                <a:lnTo>
                  <a:pt x="728134" y="91369"/>
                </a:lnTo>
                <a:lnTo>
                  <a:pt x="720554" y="83789"/>
                </a:lnTo>
                <a:lnTo>
                  <a:pt x="742886" y="61465"/>
                </a:lnTo>
                <a:close/>
              </a:path>
            </a:pathLst>
          </a:custGeom>
          <a:solidFill>
            <a:srgbClr val="737373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6" name="Freeform: Shape 285">
            <a:extLst>
              <a:ext uri="{FF2B5EF4-FFF2-40B4-BE49-F238E27FC236}">
                <a16:creationId xmlns:a16="http://schemas.microsoft.com/office/drawing/2014/main" id="{82BE4FE9-2428-DEDA-D8C5-2F37CF273925}"/>
              </a:ext>
            </a:extLst>
          </p:cNvPr>
          <p:cNvSpPr/>
          <p:nvPr/>
        </p:nvSpPr>
        <p:spPr>
          <a:xfrm>
            <a:off x="8626665" y="-133154"/>
            <a:ext cx="402684" cy="402569"/>
          </a:xfrm>
          <a:custGeom>
            <a:avLst/>
            <a:gdLst>
              <a:gd name="connsiteX0" fmla="*/ 296880 w 349922"/>
              <a:gd name="connsiteY0" fmla="*/ 0 h 349822"/>
              <a:gd name="connsiteX1" fmla="*/ 269962 w 349922"/>
              <a:gd name="connsiteY1" fmla="*/ 26918 h 349822"/>
              <a:gd name="connsiteX2" fmla="*/ 262076 w 349922"/>
              <a:gd name="connsiteY2" fmla="*/ 31161 h 349822"/>
              <a:gd name="connsiteX3" fmla="*/ 69166 w 349922"/>
              <a:gd name="connsiteY3" fmla="*/ 91318 h 349822"/>
              <a:gd name="connsiteX4" fmla="*/ 0 w 349922"/>
              <a:gd name="connsiteY4" fmla="*/ 160484 h 349822"/>
              <a:gd name="connsiteX5" fmla="*/ 189524 w 349922"/>
              <a:gd name="connsiteY5" fmla="*/ 349822 h 349822"/>
              <a:gd name="connsiteX6" fmla="*/ 258347 w 349922"/>
              <a:gd name="connsiteY6" fmla="*/ 280999 h 349822"/>
              <a:gd name="connsiteX7" fmla="*/ 258447 w 349922"/>
              <a:gd name="connsiteY7" fmla="*/ 280142 h 349822"/>
              <a:gd name="connsiteX8" fmla="*/ 318476 w 349922"/>
              <a:gd name="connsiteY8" fmla="*/ 88354 h 349822"/>
              <a:gd name="connsiteX9" fmla="*/ 322998 w 349922"/>
              <a:gd name="connsiteY9" fmla="*/ 79953 h 349822"/>
              <a:gd name="connsiteX10" fmla="*/ 349922 w 349922"/>
              <a:gd name="connsiteY10" fmla="*/ 53035 h 349822"/>
              <a:gd name="connsiteX11" fmla="*/ 296880 w 349922"/>
              <a:gd name="connsiteY11" fmla="*/ 0 h 349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9922" h="349822">
                <a:moveTo>
                  <a:pt x="296880" y="0"/>
                </a:moveTo>
                <a:lnTo>
                  <a:pt x="269962" y="26918"/>
                </a:lnTo>
                <a:lnTo>
                  <a:pt x="262076" y="31161"/>
                </a:lnTo>
                <a:cubicBezTo>
                  <a:pt x="202218" y="63394"/>
                  <a:pt x="136724" y="83818"/>
                  <a:pt x="69166" y="91318"/>
                </a:cubicBezTo>
                <a:lnTo>
                  <a:pt x="0" y="160484"/>
                </a:lnTo>
                <a:lnTo>
                  <a:pt x="189524" y="349822"/>
                </a:lnTo>
                <a:lnTo>
                  <a:pt x="258347" y="280999"/>
                </a:lnTo>
                <a:lnTo>
                  <a:pt x="258447" y="280142"/>
                </a:lnTo>
                <a:cubicBezTo>
                  <a:pt x="266048" y="212969"/>
                  <a:pt x="286429" y="147869"/>
                  <a:pt x="318476" y="88354"/>
                </a:cubicBezTo>
                <a:lnTo>
                  <a:pt x="322998" y="79953"/>
                </a:lnTo>
                <a:lnTo>
                  <a:pt x="349922" y="53035"/>
                </a:lnTo>
                <a:lnTo>
                  <a:pt x="296880" y="0"/>
                </a:lnTo>
                <a:close/>
              </a:path>
            </a:pathLst>
          </a:custGeom>
          <a:solidFill>
            <a:srgbClr val="3E4B6D"/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89" name="Freeform: Shape 288">
            <a:extLst>
              <a:ext uri="{FF2B5EF4-FFF2-40B4-BE49-F238E27FC236}">
                <a16:creationId xmlns:a16="http://schemas.microsoft.com/office/drawing/2014/main" id="{91C16BC0-8673-AC28-98B8-A14854E7215C}"/>
              </a:ext>
            </a:extLst>
          </p:cNvPr>
          <p:cNvSpPr/>
          <p:nvPr/>
        </p:nvSpPr>
        <p:spPr>
          <a:xfrm>
            <a:off x="8201553" y="571345"/>
            <a:ext cx="137716" cy="133425"/>
          </a:xfrm>
          <a:custGeom>
            <a:avLst/>
            <a:gdLst>
              <a:gd name="connsiteX0" fmla="*/ 9937 w 119672"/>
              <a:gd name="connsiteY0" fmla="*/ 0 h 115943"/>
              <a:gd name="connsiteX1" fmla="*/ 10387 w 119672"/>
              <a:gd name="connsiteY1" fmla="*/ 49742 h 115943"/>
              <a:gd name="connsiteX2" fmla="*/ 66173 w 119672"/>
              <a:gd name="connsiteY2" fmla="*/ 105528 h 115943"/>
              <a:gd name="connsiteX3" fmla="*/ 116472 w 119672"/>
              <a:gd name="connsiteY3" fmla="*/ 105528 h 115943"/>
              <a:gd name="connsiteX4" fmla="*/ 119672 w 119672"/>
              <a:gd name="connsiteY4" fmla="*/ 102327 h 115943"/>
              <a:gd name="connsiteX5" fmla="*/ 9937 w 119672"/>
              <a:gd name="connsiteY5" fmla="*/ 0 h 115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9672" h="115943">
                <a:moveTo>
                  <a:pt x="9937" y="0"/>
                </a:moveTo>
                <a:cubicBezTo>
                  <a:pt x="-3443" y="13923"/>
                  <a:pt x="-3329" y="36026"/>
                  <a:pt x="10387" y="49742"/>
                </a:cubicBezTo>
                <a:lnTo>
                  <a:pt x="66173" y="105528"/>
                </a:lnTo>
                <a:cubicBezTo>
                  <a:pt x="80060" y="119415"/>
                  <a:pt x="102577" y="119415"/>
                  <a:pt x="116472" y="105528"/>
                </a:cubicBezTo>
                <a:lnTo>
                  <a:pt x="119672" y="102327"/>
                </a:lnTo>
                <a:cubicBezTo>
                  <a:pt x="109814" y="93297"/>
                  <a:pt x="16409" y="6144"/>
                  <a:pt x="9937" y="0"/>
                </a:cubicBezTo>
                <a:close/>
              </a:path>
            </a:pathLst>
          </a:custGeom>
          <a:solidFill>
            <a:srgbClr val="3E4B6D"/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92" name="Freeform: Shape 291">
            <a:extLst>
              <a:ext uri="{FF2B5EF4-FFF2-40B4-BE49-F238E27FC236}">
                <a16:creationId xmlns:a16="http://schemas.microsoft.com/office/drawing/2014/main" id="{03A16C53-AAE0-1CD6-533D-6EB441D5F175}"/>
              </a:ext>
            </a:extLst>
          </p:cNvPr>
          <p:cNvSpPr/>
          <p:nvPr/>
        </p:nvSpPr>
        <p:spPr>
          <a:xfrm>
            <a:off x="8203041" y="-23544"/>
            <a:ext cx="716772" cy="716694"/>
          </a:xfrm>
          <a:custGeom>
            <a:avLst/>
            <a:gdLst>
              <a:gd name="connsiteX0" fmla="*/ 546047 w 622856"/>
              <a:gd name="connsiteY0" fmla="*/ 150526 h 622788"/>
              <a:gd name="connsiteX1" fmla="*/ 477974 w 622856"/>
              <a:gd name="connsiteY1" fmla="*/ 150419 h 622788"/>
              <a:gd name="connsiteX2" fmla="*/ 477838 w 622856"/>
              <a:gd name="connsiteY2" fmla="*/ 82382 h 622788"/>
              <a:gd name="connsiteX3" fmla="*/ 395378 w 622856"/>
              <a:gd name="connsiteY3" fmla="*/ 0 h 622788"/>
              <a:gd name="connsiteX4" fmla="*/ 19317 w 622856"/>
              <a:gd name="connsiteY4" fmla="*/ 429896 h 622788"/>
              <a:gd name="connsiteX5" fmla="*/ 22867 w 622856"/>
              <a:gd name="connsiteY5" fmla="*/ 536531 h 622788"/>
              <a:gd name="connsiteX6" fmla="*/ 86261 w 622856"/>
              <a:gd name="connsiteY6" fmla="*/ 599925 h 622788"/>
              <a:gd name="connsiteX7" fmla="*/ 192895 w 622856"/>
              <a:gd name="connsiteY7" fmla="*/ 603468 h 622788"/>
              <a:gd name="connsiteX8" fmla="*/ 622856 w 622856"/>
              <a:gd name="connsiteY8" fmla="*/ 227257 h 622788"/>
              <a:gd name="connsiteX9" fmla="*/ 546047 w 622856"/>
              <a:gd name="connsiteY9" fmla="*/ 150526 h 622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2856" h="622788">
                <a:moveTo>
                  <a:pt x="546047" y="150526"/>
                </a:moveTo>
                <a:cubicBezTo>
                  <a:pt x="527209" y="169242"/>
                  <a:pt x="496762" y="169214"/>
                  <a:pt x="477974" y="150419"/>
                </a:cubicBezTo>
                <a:cubicBezTo>
                  <a:pt x="459193" y="131638"/>
                  <a:pt x="459150" y="101220"/>
                  <a:pt x="477838" y="82382"/>
                </a:cubicBezTo>
                <a:lnTo>
                  <a:pt x="395378" y="0"/>
                </a:lnTo>
                <a:lnTo>
                  <a:pt x="19317" y="429896"/>
                </a:lnTo>
                <a:cubicBezTo>
                  <a:pt x="-7751" y="460836"/>
                  <a:pt x="-6194" y="507470"/>
                  <a:pt x="22867" y="536531"/>
                </a:cubicBezTo>
                <a:lnTo>
                  <a:pt x="86261" y="599925"/>
                </a:lnTo>
                <a:cubicBezTo>
                  <a:pt x="115328" y="628986"/>
                  <a:pt x="161956" y="630536"/>
                  <a:pt x="192895" y="603468"/>
                </a:cubicBezTo>
                <a:lnTo>
                  <a:pt x="622856" y="227257"/>
                </a:lnTo>
                <a:lnTo>
                  <a:pt x="546047" y="150526"/>
                </a:lnTo>
                <a:close/>
              </a:path>
            </a:pathLst>
          </a:custGeom>
          <a:solidFill>
            <a:srgbClr val="E3B43E"/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93" name="Freeform: Shape 292">
            <a:extLst>
              <a:ext uri="{FF2B5EF4-FFF2-40B4-BE49-F238E27FC236}">
                <a16:creationId xmlns:a16="http://schemas.microsoft.com/office/drawing/2014/main" id="{12C62AED-8CEE-369F-EA82-FCD09038AD8A}"/>
              </a:ext>
            </a:extLst>
          </p:cNvPr>
          <p:cNvSpPr/>
          <p:nvPr/>
        </p:nvSpPr>
        <p:spPr>
          <a:xfrm>
            <a:off x="8339724" y="198337"/>
            <a:ext cx="358125" cy="358125"/>
          </a:xfrm>
          <a:custGeom>
            <a:avLst/>
            <a:gdLst>
              <a:gd name="connsiteX0" fmla="*/ 7849 w 311201"/>
              <a:gd name="connsiteY0" fmla="*/ 303352 h 311201"/>
              <a:gd name="connsiteX1" fmla="*/ 7849 w 311201"/>
              <a:gd name="connsiteY1" fmla="*/ 303352 h 311201"/>
              <a:gd name="connsiteX2" fmla="*/ 7849 w 311201"/>
              <a:gd name="connsiteY2" fmla="*/ 265469 h 311201"/>
              <a:gd name="connsiteX3" fmla="*/ 265474 w 311201"/>
              <a:gd name="connsiteY3" fmla="*/ 7844 h 311201"/>
              <a:gd name="connsiteX4" fmla="*/ 303358 w 311201"/>
              <a:gd name="connsiteY4" fmla="*/ 7844 h 311201"/>
              <a:gd name="connsiteX5" fmla="*/ 303358 w 311201"/>
              <a:gd name="connsiteY5" fmla="*/ 45727 h 311201"/>
              <a:gd name="connsiteX6" fmla="*/ 45732 w 311201"/>
              <a:gd name="connsiteY6" fmla="*/ 303352 h 311201"/>
              <a:gd name="connsiteX7" fmla="*/ 7849 w 311201"/>
              <a:gd name="connsiteY7" fmla="*/ 303352 h 31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1201" h="311201">
                <a:moveTo>
                  <a:pt x="7849" y="303352"/>
                </a:moveTo>
                <a:lnTo>
                  <a:pt x="7849" y="303352"/>
                </a:lnTo>
                <a:cubicBezTo>
                  <a:pt x="-2616" y="292887"/>
                  <a:pt x="-2616" y="275927"/>
                  <a:pt x="7849" y="265469"/>
                </a:cubicBezTo>
                <a:lnTo>
                  <a:pt x="265474" y="7844"/>
                </a:lnTo>
                <a:cubicBezTo>
                  <a:pt x="275933" y="-2615"/>
                  <a:pt x="292892" y="-2615"/>
                  <a:pt x="303358" y="7844"/>
                </a:cubicBezTo>
                <a:cubicBezTo>
                  <a:pt x="313816" y="18317"/>
                  <a:pt x="313816" y="35276"/>
                  <a:pt x="303358" y="45727"/>
                </a:cubicBezTo>
                <a:lnTo>
                  <a:pt x="45732" y="303352"/>
                </a:lnTo>
                <a:cubicBezTo>
                  <a:pt x="35274" y="313818"/>
                  <a:pt x="18308" y="313818"/>
                  <a:pt x="7849" y="303352"/>
                </a:cubicBezTo>
              </a:path>
            </a:pathLst>
          </a:custGeom>
          <a:solidFill>
            <a:srgbClr val="FFFFFF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4" name="Freeform: Shape 293">
            <a:extLst>
              <a:ext uri="{FF2B5EF4-FFF2-40B4-BE49-F238E27FC236}">
                <a16:creationId xmlns:a16="http://schemas.microsoft.com/office/drawing/2014/main" id="{40D85F1F-0346-8E9D-B062-92390B506137}"/>
              </a:ext>
            </a:extLst>
          </p:cNvPr>
          <p:cNvSpPr/>
          <p:nvPr/>
        </p:nvSpPr>
        <p:spPr>
          <a:xfrm rot="18900000">
            <a:off x="9892353" y="-1433884"/>
            <a:ext cx="218468" cy="345224"/>
          </a:xfrm>
          <a:custGeom>
            <a:avLst/>
            <a:gdLst>
              <a:gd name="connsiteX0" fmla="*/ 0 w 189843"/>
              <a:gd name="connsiteY0" fmla="*/ 0 h 299991"/>
              <a:gd name="connsiteX1" fmla="*/ 189843 w 189843"/>
              <a:gd name="connsiteY1" fmla="*/ 0 h 299991"/>
              <a:gd name="connsiteX2" fmla="*/ 189843 w 189843"/>
              <a:gd name="connsiteY2" fmla="*/ 299992 h 299991"/>
              <a:gd name="connsiteX3" fmla="*/ 0 w 189843"/>
              <a:gd name="connsiteY3" fmla="*/ 299992 h 299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9843" h="299991">
                <a:moveTo>
                  <a:pt x="0" y="0"/>
                </a:moveTo>
                <a:lnTo>
                  <a:pt x="189843" y="0"/>
                </a:lnTo>
                <a:lnTo>
                  <a:pt x="189843" y="299992"/>
                </a:lnTo>
                <a:lnTo>
                  <a:pt x="0" y="299992"/>
                </a:lnTo>
                <a:close/>
              </a:path>
            </a:pathLst>
          </a:custGeom>
          <a:solidFill>
            <a:srgbClr val="737373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5" name="Freeform: Shape 294">
            <a:extLst>
              <a:ext uri="{FF2B5EF4-FFF2-40B4-BE49-F238E27FC236}">
                <a16:creationId xmlns:a16="http://schemas.microsoft.com/office/drawing/2014/main" id="{D2C5D204-2130-0755-807C-D045BCB9C7A6}"/>
              </a:ext>
            </a:extLst>
          </p:cNvPr>
          <p:cNvSpPr/>
          <p:nvPr/>
        </p:nvSpPr>
        <p:spPr>
          <a:xfrm>
            <a:off x="9802345" y="-1504212"/>
            <a:ext cx="401056" cy="401081"/>
          </a:xfrm>
          <a:custGeom>
            <a:avLst/>
            <a:gdLst>
              <a:gd name="connsiteX0" fmla="*/ 348508 w 348507"/>
              <a:gd name="connsiteY0" fmla="*/ 212141 h 348529"/>
              <a:gd name="connsiteX1" fmla="*/ 306317 w 348507"/>
              <a:gd name="connsiteY1" fmla="*/ 169943 h 348529"/>
              <a:gd name="connsiteX2" fmla="*/ 224764 w 348507"/>
              <a:gd name="connsiteY2" fmla="*/ 123751 h 348529"/>
              <a:gd name="connsiteX3" fmla="*/ 178579 w 348507"/>
              <a:gd name="connsiteY3" fmla="*/ 42198 h 348529"/>
              <a:gd name="connsiteX4" fmla="*/ 136381 w 348507"/>
              <a:gd name="connsiteY4" fmla="*/ 0 h 348529"/>
              <a:gd name="connsiteX5" fmla="*/ 0 w 348507"/>
              <a:gd name="connsiteY5" fmla="*/ 136389 h 348529"/>
              <a:gd name="connsiteX6" fmla="*/ 42198 w 348507"/>
              <a:gd name="connsiteY6" fmla="*/ 178587 h 348529"/>
              <a:gd name="connsiteX7" fmla="*/ 123744 w 348507"/>
              <a:gd name="connsiteY7" fmla="*/ 224778 h 348529"/>
              <a:gd name="connsiteX8" fmla="*/ 169928 w 348507"/>
              <a:gd name="connsiteY8" fmla="*/ 306331 h 348529"/>
              <a:gd name="connsiteX9" fmla="*/ 212127 w 348507"/>
              <a:gd name="connsiteY9" fmla="*/ 348529 h 348529"/>
              <a:gd name="connsiteX10" fmla="*/ 348508 w 348507"/>
              <a:gd name="connsiteY10" fmla="*/ 212141 h 348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48507" h="348529">
                <a:moveTo>
                  <a:pt x="348508" y="212141"/>
                </a:moveTo>
                <a:lnTo>
                  <a:pt x="306317" y="169943"/>
                </a:lnTo>
                <a:cubicBezTo>
                  <a:pt x="279763" y="165049"/>
                  <a:pt x="250167" y="149154"/>
                  <a:pt x="224764" y="123751"/>
                </a:cubicBezTo>
                <a:cubicBezTo>
                  <a:pt x="199375" y="98355"/>
                  <a:pt x="183473" y="68751"/>
                  <a:pt x="178579" y="42198"/>
                </a:cubicBezTo>
                <a:lnTo>
                  <a:pt x="136381" y="0"/>
                </a:lnTo>
                <a:lnTo>
                  <a:pt x="0" y="136389"/>
                </a:lnTo>
                <a:lnTo>
                  <a:pt x="42198" y="178587"/>
                </a:lnTo>
                <a:cubicBezTo>
                  <a:pt x="68744" y="183480"/>
                  <a:pt x="98348" y="199382"/>
                  <a:pt x="123744" y="224778"/>
                </a:cubicBezTo>
                <a:cubicBezTo>
                  <a:pt x="149147" y="250181"/>
                  <a:pt x="165042" y="279785"/>
                  <a:pt x="169928" y="306331"/>
                </a:cubicBezTo>
                <a:lnTo>
                  <a:pt x="212127" y="348529"/>
                </a:lnTo>
                <a:lnTo>
                  <a:pt x="348508" y="212141"/>
                </a:lnTo>
                <a:close/>
              </a:path>
            </a:pathLst>
          </a:custGeom>
          <a:solidFill>
            <a:srgbClr val="6A8D6C"/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96" name="Freeform: Shape 295">
            <a:extLst>
              <a:ext uri="{FF2B5EF4-FFF2-40B4-BE49-F238E27FC236}">
                <a16:creationId xmlns:a16="http://schemas.microsoft.com/office/drawing/2014/main" id="{C86332CF-E99D-7595-52BC-DF1D23F89B96}"/>
              </a:ext>
            </a:extLst>
          </p:cNvPr>
          <p:cNvSpPr/>
          <p:nvPr/>
        </p:nvSpPr>
        <p:spPr>
          <a:xfrm rot="18900000">
            <a:off x="9987583" y="-1498575"/>
            <a:ext cx="73978" cy="345792"/>
          </a:xfrm>
          <a:custGeom>
            <a:avLst/>
            <a:gdLst>
              <a:gd name="connsiteX0" fmla="*/ 0 w 64285"/>
              <a:gd name="connsiteY0" fmla="*/ 0 h 300484"/>
              <a:gd name="connsiteX1" fmla="*/ 64286 w 64285"/>
              <a:gd name="connsiteY1" fmla="*/ 0 h 300484"/>
              <a:gd name="connsiteX2" fmla="*/ 64286 w 64285"/>
              <a:gd name="connsiteY2" fmla="*/ 300485 h 300484"/>
              <a:gd name="connsiteX3" fmla="*/ 0 w 64285"/>
              <a:gd name="connsiteY3" fmla="*/ 300485 h 300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85" h="300484">
                <a:moveTo>
                  <a:pt x="0" y="0"/>
                </a:moveTo>
                <a:lnTo>
                  <a:pt x="64286" y="0"/>
                </a:lnTo>
                <a:lnTo>
                  <a:pt x="64286" y="300485"/>
                </a:lnTo>
                <a:lnTo>
                  <a:pt x="0" y="30048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7" name="Freeform: Shape 296">
            <a:extLst>
              <a:ext uri="{FF2B5EF4-FFF2-40B4-BE49-F238E27FC236}">
                <a16:creationId xmlns:a16="http://schemas.microsoft.com/office/drawing/2014/main" id="{619F679A-E41D-298F-7FCC-0AD16F0325EB}"/>
              </a:ext>
            </a:extLst>
          </p:cNvPr>
          <p:cNvSpPr/>
          <p:nvPr/>
        </p:nvSpPr>
        <p:spPr>
          <a:xfrm rot="18900000">
            <a:off x="9984392" y="-1466574"/>
            <a:ext cx="16441" cy="345833"/>
          </a:xfrm>
          <a:custGeom>
            <a:avLst/>
            <a:gdLst>
              <a:gd name="connsiteX0" fmla="*/ 0 w 14287"/>
              <a:gd name="connsiteY0" fmla="*/ 0 h 300520"/>
              <a:gd name="connsiteX1" fmla="*/ 14287 w 14287"/>
              <a:gd name="connsiteY1" fmla="*/ 0 h 300520"/>
              <a:gd name="connsiteX2" fmla="*/ 14287 w 14287"/>
              <a:gd name="connsiteY2" fmla="*/ 300520 h 300520"/>
              <a:gd name="connsiteX3" fmla="*/ 0 w 14287"/>
              <a:gd name="connsiteY3" fmla="*/ 300520 h 30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87" h="300520">
                <a:moveTo>
                  <a:pt x="0" y="0"/>
                </a:moveTo>
                <a:lnTo>
                  <a:pt x="14287" y="0"/>
                </a:lnTo>
                <a:lnTo>
                  <a:pt x="14287" y="300520"/>
                </a:lnTo>
                <a:lnTo>
                  <a:pt x="0" y="300520"/>
                </a:lnTo>
                <a:close/>
              </a:path>
            </a:pathLst>
          </a:custGeom>
          <a:solidFill>
            <a:srgbClr val="3E4B6D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8" name="Freeform: Shape 297">
            <a:extLst>
              <a:ext uri="{FF2B5EF4-FFF2-40B4-BE49-F238E27FC236}">
                <a16:creationId xmlns:a16="http://schemas.microsoft.com/office/drawing/2014/main" id="{E6769212-ECF2-4274-EA97-A4402743CAD1}"/>
              </a:ext>
            </a:extLst>
          </p:cNvPr>
          <p:cNvSpPr/>
          <p:nvPr/>
        </p:nvSpPr>
        <p:spPr>
          <a:xfrm>
            <a:off x="9998805" y="-1351338"/>
            <a:ext cx="57541" cy="57543"/>
          </a:xfrm>
          <a:custGeom>
            <a:avLst/>
            <a:gdLst>
              <a:gd name="connsiteX0" fmla="*/ 7324 w 50002"/>
              <a:gd name="connsiteY0" fmla="*/ 7324 h 50003"/>
              <a:gd name="connsiteX1" fmla="*/ 7324 w 50002"/>
              <a:gd name="connsiteY1" fmla="*/ 42686 h 50003"/>
              <a:gd name="connsiteX2" fmla="*/ 42678 w 50002"/>
              <a:gd name="connsiteY2" fmla="*/ 42679 h 50003"/>
              <a:gd name="connsiteX3" fmla="*/ 42678 w 50002"/>
              <a:gd name="connsiteY3" fmla="*/ 7324 h 50003"/>
              <a:gd name="connsiteX4" fmla="*/ 7324 w 50002"/>
              <a:gd name="connsiteY4" fmla="*/ 7324 h 50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002" h="50003">
                <a:moveTo>
                  <a:pt x="7324" y="7324"/>
                </a:moveTo>
                <a:cubicBezTo>
                  <a:pt x="-2441" y="17090"/>
                  <a:pt x="-2441" y="32920"/>
                  <a:pt x="7324" y="42686"/>
                </a:cubicBezTo>
                <a:cubicBezTo>
                  <a:pt x="17083" y="52444"/>
                  <a:pt x="32913" y="52444"/>
                  <a:pt x="42678" y="42679"/>
                </a:cubicBezTo>
                <a:cubicBezTo>
                  <a:pt x="52444" y="32920"/>
                  <a:pt x="52444" y="17082"/>
                  <a:pt x="42678" y="7324"/>
                </a:cubicBezTo>
                <a:cubicBezTo>
                  <a:pt x="32920" y="-2441"/>
                  <a:pt x="17090" y="-2441"/>
                  <a:pt x="7324" y="7324"/>
                </a:cubicBezTo>
              </a:path>
            </a:pathLst>
          </a:custGeom>
          <a:solidFill>
            <a:srgbClr val="3E4B6D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9" name="Freeform: Shape 298">
            <a:extLst>
              <a:ext uri="{FF2B5EF4-FFF2-40B4-BE49-F238E27FC236}">
                <a16:creationId xmlns:a16="http://schemas.microsoft.com/office/drawing/2014/main" id="{22730928-3643-C78E-12A1-9695B3E7A8B0}"/>
              </a:ext>
            </a:extLst>
          </p:cNvPr>
          <p:cNvSpPr/>
          <p:nvPr/>
        </p:nvSpPr>
        <p:spPr>
          <a:xfrm>
            <a:off x="10473115" y="-1079290"/>
            <a:ext cx="184284" cy="204206"/>
          </a:xfrm>
          <a:custGeom>
            <a:avLst/>
            <a:gdLst>
              <a:gd name="connsiteX0" fmla="*/ 160139 w 160138"/>
              <a:gd name="connsiteY0" fmla="*/ 113900 h 177450"/>
              <a:gd name="connsiteX1" fmla="*/ 150602 w 160138"/>
              <a:gd name="connsiteY1" fmla="*/ 0 h 177450"/>
              <a:gd name="connsiteX2" fmla="*/ 583 w 160138"/>
              <a:gd name="connsiteY2" fmla="*/ 177451 h 177450"/>
              <a:gd name="connsiteX3" fmla="*/ 114483 w 160138"/>
              <a:gd name="connsiteY3" fmla="*/ 167914 h 177450"/>
              <a:gd name="connsiteX4" fmla="*/ 160139 w 160138"/>
              <a:gd name="connsiteY4" fmla="*/ 113900 h 177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0138" h="177450">
                <a:moveTo>
                  <a:pt x="160139" y="113900"/>
                </a:moveTo>
                <a:lnTo>
                  <a:pt x="150602" y="0"/>
                </a:lnTo>
                <a:cubicBezTo>
                  <a:pt x="60177" y="7580"/>
                  <a:pt x="-6996" y="87025"/>
                  <a:pt x="583" y="177451"/>
                </a:cubicBezTo>
                <a:lnTo>
                  <a:pt x="114483" y="167914"/>
                </a:lnTo>
                <a:cubicBezTo>
                  <a:pt x="112176" y="140382"/>
                  <a:pt x="132614" y="116207"/>
                  <a:pt x="160139" y="113900"/>
                </a:cubicBezTo>
                <a:close/>
              </a:path>
            </a:pathLst>
          </a:custGeom>
          <a:solidFill>
            <a:srgbClr val="737373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0" name="Freeform: Shape 299">
            <a:extLst>
              <a:ext uri="{FF2B5EF4-FFF2-40B4-BE49-F238E27FC236}">
                <a16:creationId xmlns:a16="http://schemas.microsoft.com/office/drawing/2014/main" id="{854FA7CC-BFAC-F5A6-D213-48872E93AB8B}"/>
              </a:ext>
            </a:extLst>
          </p:cNvPr>
          <p:cNvSpPr/>
          <p:nvPr/>
        </p:nvSpPr>
        <p:spPr>
          <a:xfrm>
            <a:off x="10482007" y="-1070205"/>
            <a:ext cx="172638" cy="172638"/>
          </a:xfrm>
          <a:custGeom>
            <a:avLst/>
            <a:gdLst>
              <a:gd name="connsiteX0" fmla="*/ 0 w 150018"/>
              <a:gd name="connsiteY0" fmla="*/ 150019 h 150018"/>
              <a:gd name="connsiteX1" fmla="*/ 100013 w 150018"/>
              <a:gd name="connsiteY1" fmla="*/ 150019 h 150018"/>
              <a:gd name="connsiteX2" fmla="*/ 150019 w 150018"/>
              <a:gd name="connsiteY2" fmla="*/ 100013 h 150018"/>
              <a:gd name="connsiteX3" fmla="*/ 150019 w 150018"/>
              <a:gd name="connsiteY3" fmla="*/ 0 h 150018"/>
              <a:gd name="connsiteX4" fmla="*/ 0 w 150018"/>
              <a:gd name="connsiteY4" fmla="*/ 150019 h 150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018" h="150018">
                <a:moveTo>
                  <a:pt x="0" y="150019"/>
                </a:moveTo>
                <a:lnTo>
                  <a:pt x="100013" y="150019"/>
                </a:lnTo>
                <a:cubicBezTo>
                  <a:pt x="100013" y="122401"/>
                  <a:pt x="122401" y="100013"/>
                  <a:pt x="150019" y="100013"/>
                </a:cubicBezTo>
                <a:lnTo>
                  <a:pt x="150019" y="0"/>
                </a:lnTo>
                <a:cubicBezTo>
                  <a:pt x="64294" y="0"/>
                  <a:pt x="0" y="68209"/>
                  <a:pt x="0" y="150019"/>
                </a:cubicBezTo>
                <a:close/>
              </a:path>
            </a:pathLst>
          </a:custGeom>
          <a:solidFill>
            <a:srgbClr val="FFFFFF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4" name="Freeform: Shape 303">
            <a:extLst>
              <a:ext uri="{FF2B5EF4-FFF2-40B4-BE49-F238E27FC236}">
                <a16:creationId xmlns:a16="http://schemas.microsoft.com/office/drawing/2014/main" id="{987E1643-4DB5-5C5D-BE7D-072DF221A737}"/>
              </a:ext>
            </a:extLst>
          </p:cNvPr>
          <p:cNvSpPr/>
          <p:nvPr/>
        </p:nvSpPr>
        <p:spPr>
          <a:xfrm>
            <a:off x="10465566" y="-1086648"/>
            <a:ext cx="189080" cy="189080"/>
          </a:xfrm>
          <a:custGeom>
            <a:avLst/>
            <a:gdLst>
              <a:gd name="connsiteX0" fmla="*/ 164306 w 164306"/>
              <a:gd name="connsiteY0" fmla="*/ 21431 h 164306"/>
              <a:gd name="connsiteX1" fmla="*/ 164306 w 164306"/>
              <a:gd name="connsiteY1" fmla="*/ 0 h 164306"/>
              <a:gd name="connsiteX2" fmla="*/ 0 w 164306"/>
              <a:gd name="connsiteY2" fmla="*/ 164306 h 164306"/>
              <a:gd name="connsiteX3" fmla="*/ 21431 w 164306"/>
              <a:gd name="connsiteY3" fmla="*/ 164306 h 164306"/>
              <a:gd name="connsiteX4" fmla="*/ 164306 w 164306"/>
              <a:gd name="connsiteY4" fmla="*/ 21431 h 164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306" h="164306">
                <a:moveTo>
                  <a:pt x="164306" y="21431"/>
                </a:moveTo>
                <a:lnTo>
                  <a:pt x="164306" y="0"/>
                </a:lnTo>
                <a:cubicBezTo>
                  <a:pt x="73566" y="0"/>
                  <a:pt x="0" y="73566"/>
                  <a:pt x="0" y="164306"/>
                </a:cubicBezTo>
                <a:lnTo>
                  <a:pt x="21431" y="164306"/>
                </a:lnTo>
                <a:cubicBezTo>
                  <a:pt x="21431" y="85396"/>
                  <a:pt x="85403" y="21431"/>
                  <a:pt x="164306" y="21431"/>
                </a:cubicBezTo>
              </a:path>
            </a:pathLst>
          </a:custGeom>
          <a:solidFill>
            <a:srgbClr val="505050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5" name="Freeform: Shape 304">
            <a:extLst>
              <a:ext uri="{FF2B5EF4-FFF2-40B4-BE49-F238E27FC236}">
                <a16:creationId xmlns:a16="http://schemas.microsoft.com/office/drawing/2014/main" id="{8545A3BC-8F05-35F5-51F5-0970BFABD73F}"/>
              </a:ext>
            </a:extLst>
          </p:cNvPr>
          <p:cNvSpPr/>
          <p:nvPr/>
        </p:nvSpPr>
        <p:spPr>
          <a:xfrm>
            <a:off x="10501392" y="-304125"/>
            <a:ext cx="248961" cy="135875"/>
          </a:xfrm>
          <a:custGeom>
            <a:avLst/>
            <a:gdLst>
              <a:gd name="connsiteX0" fmla="*/ 143532 w 216341"/>
              <a:gd name="connsiteY0" fmla="*/ 0 h 118072"/>
              <a:gd name="connsiteX1" fmla="*/ 72809 w 216341"/>
              <a:gd name="connsiteY1" fmla="*/ 0 h 118072"/>
              <a:gd name="connsiteX2" fmla="*/ 0 w 216341"/>
              <a:gd name="connsiteY2" fmla="*/ 72809 h 118072"/>
              <a:gd name="connsiteX3" fmla="*/ 216341 w 216341"/>
              <a:gd name="connsiteY3" fmla="*/ 72809 h 118072"/>
              <a:gd name="connsiteX4" fmla="*/ 143532 w 216341"/>
              <a:gd name="connsiteY4" fmla="*/ 0 h 118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341" h="118072">
                <a:moveTo>
                  <a:pt x="143532" y="0"/>
                </a:moveTo>
                <a:cubicBezTo>
                  <a:pt x="124001" y="19524"/>
                  <a:pt x="92340" y="19524"/>
                  <a:pt x="72809" y="0"/>
                </a:cubicBezTo>
                <a:lnTo>
                  <a:pt x="0" y="72809"/>
                </a:lnTo>
                <a:cubicBezTo>
                  <a:pt x="59815" y="132624"/>
                  <a:pt x="155455" y="133695"/>
                  <a:pt x="216341" y="72809"/>
                </a:cubicBezTo>
                <a:lnTo>
                  <a:pt x="143532" y="0"/>
                </a:lnTo>
                <a:close/>
              </a:path>
            </a:pathLst>
          </a:custGeom>
          <a:solidFill>
            <a:srgbClr val="FFFFFF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6" name="Freeform: Shape 305">
            <a:extLst>
              <a:ext uri="{FF2B5EF4-FFF2-40B4-BE49-F238E27FC236}">
                <a16:creationId xmlns:a16="http://schemas.microsoft.com/office/drawing/2014/main" id="{E4BFE203-9EE6-22EF-C344-C1AE2DFD00D3}"/>
              </a:ext>
            </a:extLst>
          </p:cNvPr>
          <p:cNvSpPr/>
          <p:nvPr/>
        </p:nvSpPr>
        <p:spPr>
          <a:xfrm>
            <a:off x="10492177" y="-228567"/>
            <a:ext cx="267400" cy="72823"/>
          </a:xfrm>
          <a:custGeom>
            <a:avLst/>
            <a:gdLst>
              <a:gd name="connsiteX0" fmla="*/ 15152 w 232364"/>
              <a:gd name="connsiteY0" fmla="*/ 0 h 63281"/>
              <a:gd name="connsiteX1" fmla="*/ 0 w 232364"/>
              <a:gd name="connsiteY1" fmla="*/ 15152 h 63281"/>
              <a:gd name="connsiteX2" fmla="*/ 232365 w 232364"/>
              <a:gd name="connsiteY2" fmla="*/ 15152 h 63281"/>
              <a:gd name="connsiteX3" fmla="*/ 217206 w 232364"/>
              <a:gd name="connsiteY3" fmla="*/ 0 h 63281"/>
              <a:gd name="connsiteX4" fmla="*/ 15152 w 232364"/>
              <a:gd name="connsiteY4" fmla="*/ 0 h 63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364" h="63281">
                <a:moveTo>
                  <a:pt x="15152" y="0"/>
                </a:moveTo>
                <a:lnTo>
                  <a:pt x="0" y="15152"/>
                </a:lnTo>
                <a:cubicBezTo>
                  <a:pt x="64158" y="79324"/>
                  <a:pt x="168200" y="79324"/>
                  <a:pt x="232365" y="15152"/>
                </a:cubicBezTo>
                <a:lnTo>
                  <a:pt x="217206" y="0"/>
                </a:lnTo>
                <a:cubicBezTo>
                  <a:pt x="161413" y="55807"/>
                  <a:pt x="70945" y="55807"/>
                  <a:pt x="15152" y="0"/>
                </a:cubicBezTo>
              </a:path>
            </a:pathLst>
          </a:custGeom>
          <a:solidFill>
            <a:schemeClr val="bg1">
              <a:lumMod val="95000"/>
            </a:schemeClr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07" name="Freeform: Shape 306">
            <a:extLst>
              <a:ext uri="{FF2B5EF4-FFF2-40B4-BE49-F238E27FC236}">
                <a16:creationId xmlns:a16="http://schemas.microsoft.com/office/drawing/2014/main" id="{10C83F1E-0D1E-1AC6-E74A-5C4DB189D286}"/>
              </a:ext>
            </a:extLst>
          </p:cNvPr>
          <p:cNvSpPr/>
          <p:nvPr/>
        </p:nvSpPr>
        <p:spPr>
          <a:xfrm>
            <a:off x="8709433" y="871103"/>
            <a:ext cx="172638" cy="172638"/>
          </a:xfrm>
          <a:custGeom>
            <a:avLst/>
            <a:gdLst>
              <a:gd name="connsiteX0" fmla="*/ 50006 w 150018"/>
              <a:gd name="connsiteY0" fmla="*/ 0 h 150018"/>
              <a:gd name="connsiteX1" fmla="*/ 0 w 150018"/>
              <a:gd name="connsiteY1" fmla="*/ 50006 h 150018"/>
              <a:gd name="connsiteX2" fmla="*/ 0 w 150018"/>
              <a:gd name="connsiteY2" fmla="*/ 150019 h 150018"/>
              <a:gd name="connsiteX3" fmla="*/ 150019 w 150018"/>
              <a:gd name="connsiteY3" fmla="*/ 0 h 150018"/>
              <a:gd name="connsiteX4" fmla="*/ 50006 w 150018"/>
              <a:gd name="connsiteY4" fmla="*/ 0 h 150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018" h="150018">
                <a:moveTo>
                  <a:pt x="50006" y="0"/>
                </a:moveTo>
                <a:cubicBezTo>
                  <a:pt x="50006" y="27618"/>
                  <a:pt x="27618" y="50006"/>
                  <a:pt x="0" y="50006"/>
                </a:cubicBezTo>
                <a:lnTo>
                  <a:pt x="0" y="150019"/>
                </a:lnTo>
                <a:cubicBezTo>
                  <a:pt x="84425" y="150019"/>
                  <a:pt x="150019" y="86004"/>
                  <a:pt x="150019" y="0"/>
                </a:cubicBezTo>
                <a:lnTo>
                  <a:pt x="50006" y="0"/>
                </a:lnTo>
                <a:close/>
              </a:path>
            </a:pathLst>
          </a:custGeom>
          <a:solidFill>
            <a:srgbClr val="FFFFFF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8" name="Freeform: Shape 307">
            <a:extLst>
              <a:ext uri="{FF2B5EF4-FFF2-40B4-BE49-F238E27FC236}">
                <a16:creationId xmlns:a16="http://schemas.microsoft.com/office/drawing/2014/main" id="{454DD8E9-49F0-39C5-5725-AB1B54712E07}"/>
              </a:ext>
            </a:extLst>
          </p:cNvPr>
          <p:cNvSpPr/>
          <p:nvPr/>
        </p:nvSpPr>
        <p:spPr>
          <a:xfrm>
            <a:off x="8709433" y="871103"/>
            <a:ext cx="189080" cy="189080"/>
          </a:xfrm>
          <a:custGeom>
            <a:avLst/>
            <a:gdLst>
              <a:gd name="connsiteX0" fmla="*/ 0 w 164306"/>
              <a:gd name="connsiteY0" fmla="*/ 142875 h 164306"/>
              <a:gd name="connsiteX1" fmla="*/ 0 w 164306"/>
              <a:gd name="connsiteY1" fmla="*/ 164306 h 164306"/>
              <a:gd name="connsiteX2" fmla="*/ 164306 w 164306"/>
              <a:gd name="connsiteY2" fmla="*/ 0 h 164306"/>
              <a:gd name="connsiteX3" fmla="*/ 142875 w 164306"/>
              <a:gd name="connsiteY3" fmla="*/ 0 h 164306"/>
              <a:gd name="connsiteX4" fmla="*/ 0 w 164306"/>
              <a:gd name="connsiteY4" fmla="*/ 142875 h 164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306" h="164306">
                <a:moveTo>
                  <a:pt x="0" y="142875"/>
                </a:moveTo>
                <a:lnTo>
                  <a:pt x="0" y="164306"/>
                </a:lnTo>
                <a:cubicBezTo>
                  <a:pt x="90740" y="164306"/>
                  <a:pt x="164306" y="90740"/>
                  <a:pt x="164306" y="0"/>
                </a:cubicBezTo>
                <a:lnTo>
                  <a:pt x="142875" y="0"/>
                </a:lnTo>
                <a:cubicBezTo>
                  <a:pt x="142875" y="78910"/>
                  <a:pt x="78910" y="142875"/>
                  <a:pt x="0" y="142875"/>
                </a:cubicBezTo>
              </a:path>
            </a:pathLst>
          </a:custGeom>
          <a:solidFill>
            <a:srgbClr val="E3B43E"/>
          </a:solidFill>
          <a:ln w="71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57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2EB992D-D262-4E62-998E-BC1E7379037C}"/>
              </a:ext>
            </a:extLst>
          </p:cNvPr>
          <p:cNvGrpSpPr/>
          <p:nvPr/>
        </p:nvGrpSpPr>
        <p:grpSpPr>
          <a:xfrm rot="20219350">
            <a:off x="446125" y="322548"/>
            <a:ext cx="682565" cy="467540"/>
            <a:chOff x="1091790" y="1470063"/>
            <a:chExt cx="6111406" cy="418615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3582250-673B-D9DE-531E-D47BC5150D5D}"/>
                </a:ext>
              </a:extLst>
            </p:cNvPr>
            <p:cNvSpPr/>
            <p:nvPr/>
          </p:nvSpPr>
          <p:spPr>
            <a:xfrm>
              <a:off x="1091790" y="1470063"/>
              <a:ext cx="3231296" cy="3917871"/>
            </a:xfrm>
            <a:custGeom>
              <a:avLst/>
              <a:gdLst>
                <a:gd name="connsiteX0" fmla="*/ 3231296 w 3231296"/>
                <a:gd name="connsiteY0" fmla="*/ 0 h 3917871"/>
                <a:gd name="connsiteX1" fmla="*/ 3231296 w 3231296"/>
                <a:gd name="connsiteY1" fmla="*/ 3917871 h 3917871"/>
                <a:gd name="connsiteX2" fmla="*/ 1753266 w 3231296"/>
                <a:gd name="connsiteY2" fmla="*/ 3279476 h 3917871"/>
                <a:gd name="connsiteX3" fmla="*/ 1753266 w 3231296"/>
                <a:gd name="connsiteY3" fmla="*/ 2954984 h 3917871"/>
                <a:gd name="connsiteX4" fmla="*/ 2328783 w 3231296"/>
                <a:gd name="connsiteY4" fmla="*/ 2506385 h 3917871"/>
                <a:gd name="connsiteX5" fmla="*/ 2549091 w 3231296"/>
                <a:gd name="connsiteY5" fmla="*/ 1806895 h 3917871"/>
                <a:gd name="connsiteX6" fmla="*/ 2126343 w 3231296"/>
                <a:gd name="connsiteY6" fmla="*/ 1000993 h 3917871"/>
                <a:gd name="connsiteX7" fmla="*/ 1334874 w 3231296"/>
                <a:gd name="connsiteY7" fmla="*/ 1374217 h 3917871"/>
                <a:gd name="connsiteX8" fmla="*/ 1885661 w 3231296"/>
                <a:gd name="connsiteY8" fmla="*/ 1547156 h 3917871"/>
                <a:gd name="connsiteX9" fmla="*/ 1925646 w 3231296"/>
                <a:gd name="connsiteY9" fmla="*/ 1622532 h 3917871"/>
                <a:gd name="connsiteX10" fmla="*/ 1850133 w 3231296"/>
                <a:gd name="connsiteY10" fmla="*/ 1660636 h 3917871"/>
                <a:gd name="connsiteX11" fmla="*/ 1296768 w 3231296"/>
                <a:gd name="connsiteY11" fmla="*/ 1487696 h 3917871"/>
                <a:gd name="connsiteX12" fmla="*/ 1261275 w 3231296"/>
                <a:gd name="connsiteY12" fmla="*/ 1601178 h 3917871"/>
                <a:gd name="connsiteX13" fmla="*/ 1814640 w 3231296"/>
                <a:gd name="connsiteY13" fmla="*/ 1774118 h 3917871"/>
                <a:gd name="connsiteX14" fmla="*/ 1854485 w 3231296"/>
                <a:gd name="connsiteY14" fmla="*/ 1847719 h 3917871"/>
                <a:gd name="connsiteX15" fmla="*/ 1778972 w 3231296"/>
                <a:gd name="connsiteY15" fmla="*/ 1887564 h 3917871"/>
                <a:gd name="connsiteX16" fmla="*/ 1225747 w 3231296"/>
                <a:gd name="connsiteY16" fmla="*/ 1714660 h 3917871"/>
                <a:gd name="connsiteX17" fmla="*/ 1190115 w 3231296"/>
                <a:gd name="connsiteY17" fmla="*/ 1827306 h 3917871"/>
                <a:gd name="connsiteX18" fmla="*/ 1743480 w 3231296"/>
                <a:gd name="connsiteY18" fmla="*/ 2002022 h 3917871"/>
                <a:gd name="connsiteX19" fmla="*/ 1781690 w 3231296"/>
                <a:gd name="connsiteY19" fmla="*/ 2075481 h 3917871"/>
                <a:gd name="connsiteX20" fmla="*/ 1707952 w 3231296"/>
                <a:gd name="connsiteY20" fmla="*/ 2115469 h 3917871"/>
                <a:gd name="connsiteX21" fmla="*/ 1155563 w 3231296"/>
                <a:gd name="connsiteY21" fmla="*/ 1941588 h 3917871"/>
                <a:gd name="connsiteX22" fmla="*/ 1120035 w 3231296"/>
                <a:gd name="connsiteY22" fmla="*/ 2055070 h 3917871"/>
                <a:gd name="connsiteX23" fmla="*/ 1673397 w 3231296"/>
                <a:gd name="connsiteY23" fmla="*/ 2228010 h 3917871"/>
                <a:gd name="connsiteX24" fmla="*/ 1711503 w 3231296"/>
                <a:gd name="connsiteY24" fmla="*/ 2303386 h 3917871"/>
                <a:gd name="connsiteX25" fmla="*/ 1637869 w 3231296"/>
                <a:gd name="connsiteY25" fmla="*/ 2341492 h 3917871"/>
                <a:gd name="connsiteX26" fmla="*/ 1086281 w 3231296"/>
                <a:gd name="connsiteY26" fmla="*/ 2168692 h 3917871"/>
                <a:gd name="connsiteX27" fmla="*/ 1494887 w 3231296"/>
                <a:gd name="connsiteY27" fmla="*/ 2918655 h 3917871"/>
                <a:gd name="connsiteX28" fmla="*/ 1494887 w 3231296"/>
                <a:gd name="connsiteY28" fmla="*/ 2844220 h 3917871"/>
                <a:gd name="connsiteX29" fmla="*/ 1392694 w 3231296"/>
                <a:gd name="connsiteY29" fmla="*/ 2671277 h 3917871"/>
                <a:gd name="connsiteX30" fmla="*/ 1590814 w 3231296"/>
                <a:gd name="connsiteY30" fmla="*/ 2471833 h 3917871"/>
                <a:gd name="connsiteX31" fmla="*/ 1608509 w 3231296"/>
                <a:gd name="connsiteY31" fmla="*/ 2473610 h 3917871"/>
                <a:gd name="connsiteX32" fmla="*/ 1593392 w 3231296"/>
                <a:gd name="connsiteY32" fmla="*/ 2478103 h 3917871"/>
                <a:gd name="connsiteX33" fmla="*/ 1586321 w 3231296"/>
                <a:gd name="connsiteY33" fmla="*/ 2480681 h 3917871"/>
                <a:gd name="connsiteX34" fmla="*/ 1584544 w 3231296"/>
                <a:gd name="connsiteY34" fmla="*/ 2480681 h 3917871"/>
                <a:gd name="connsiteX35" fmla="*/ 1566709 w 3231296"/>
                <a:gd name="connsiteY35" fmla="*/ 2487751 h 3917871"/>
                <a:gd name="connsiteX36" fmla="*/ 1546298 w 3231296"/>
                <a:gd name="connsiteY36" fmla="*/ 2501091 h 3917871"/>
                <a:gd name="connsiteX37" fmla="*/ 1543723 w 3231296"/>
                <a:gd name="connsiteY37" fmla="*/ 2502833 h 3917871"/>
                <a:gd name="connsiteX38" fmla="*/ 1539228 w 3231296"/>
                <a:gd name="connsiteY38" fmla="*/ 2505584 h 3917871"/>
                <a:gd name="connsiteX39" fmla="*/ 1528638 w 3231296"/>
                <a:gd name="connsiteY39" fmla="*/ 2514396 h 3917871"/>
                <a:gd name="connsiteX40" fmla="*/ 1526864 w 3231296"/>
                <a:gd name="connsiteY40" fmla="*/ 2516173 h 3917871"/>
                <a:gd name="connsiteX41" fmla="*/ 1524146 w 3231296"/>
                <a:gd name="connsiteY41" fmla="*/ 2517950 h 3917871"/>
                <a:gd name="connsiteX42" fmla="*/ 1524146 w 3231296"/>
                <a:gd name="connsiteY42" fmla="*/ 2519725 h 3917871"/>
                <a:gd name="connsiteX43" fmla="*/ 1521431 w 3231296"/>
                <a:gd name="connsiteY43" fmla="*/ 2522303 h 3917871"/>
                <a:gd name="connsiteX44" fmla="*/ 1519653 w 3231296"/>
                <a:gd name="connsiteY44" fmla="*/ 2522303 h 3917871"/>
                <a:gd name="connsiteX45" fmla="*/ 1517075 w 3231296"/>
                <a:gd name="connsiteY45" fmla="*/ 2525021 h 3917871"/>
                <a:gd name="connsiteX46" fmla="*/ 1514360 w 3231296"/>
                <a:gd name="connsiteY46" fmla="*/ 2527739 h 3917871"/>
                <a:gd name="connsiteX47" fmla="*/ 1511746 w 3231296"/>
                <a:gd name="connsiteY47" fmla="*/ 2532091 h 3917871"/>
                <a:gd name="connsiteX48" fmla="*/ 1509031 w 3231296"/>
                <a:gd name="connsiteY48" fmla="*/ 2534809 h 3917871"/>
                <a:gd name="connsiteX49" fmla="*/ 1506313 w 3231296"/>
                <a:gd name="connsiteY49" fmla="*/ 2539162 h 3917871"/>
                <a:gd name="connsiteX50" fmla="*/ 1501958 w 3231296"/>
                <a:gd name="connsiteY50" fmla="*/ 2542714 h 3917871"/>
                <a:gd name="connsiteX51" fmla="*/ 1499243 w 3231296"/>
                <a:gd name="connsiteY51" fmla="*/ 2545432 h 3917871"/>
                <a:gd name="connsiteX52" fmla="*/ 1499243 w 3231296"/>
                <a:gd name="connsiteY52" fmla="*/ 2547209 h 3917871"/>
                <a:gd name="connsiteX53" fmla="*/ 1497465 w 3231296"/>
                <a:gd name="connsiteY53" fmla="*/ 2547209 h 3917871"/>
                <a:gd name="connsiteX54" fmla="*/ 1495688 w 3231296"/>
                <a:gd name="connsiteY54" fmla="*/ 2549787 h 3917871"/>
                <a:gd name="connsiteX55" fmla="*/ 1489454 w 3231296"/>
                <a:gd name="connsiteY55" fmla="*/ 2556057 h 3917871"/>
                <a:gd name="connsiteX56" fmla="*/ 1489454 w 3231296"/>
                <a:gd name="connsiteY56" fmla="*/ 2557831 h 3917871"/>
                <a:gd name="connsiteX57" fmla="*/ 1487677 w 3231296"/>
                <a:gd name="connsiteY57" fmla="*/ 2560549 h 3917871"/>
                <a:gd name="connsiteX58" fmla="*/ 1485902 w 3231296"/>
                <a:gd name="connsiteY58" fmla="*/ 2560549 h 3917871"/>
                <a:gd name="connsiteX59" fmla="*/ 1485902 w 3231296"/>
                <a:gd name="connsiteY59" fmla="*/ 2562326 h 3917871"/>
                <a:gd name="connsiteX60" fmla="*/ 1484125 w 3231296"/>
                <a:gd name="connsiteY60" fmla="*/ 2564902 h 3917871"/>
                <a:gd name="connsiteX61" fmla="*/ 1481547 w 3231296"/>
                <a:gd name="connsiteY61" fmla="*/ 2569397 h 3917871"/>
                <a:gd name="connsiteX62" fmla="*/ 1479770 w 3231296"/>
                <a:gd name="connsiteY62" fmla="*/ 2573749 h 3917871"/>
                <a:gd name="connsiteX63" fmla="*/ 1477055 w 3231296"/>
                <a:gd name="connsiteY63" fmla="*/ 2576467 h 3917871"/>
                <a:gd name="connsiteX64" fmla="*/ 1477055 w 3231296"/>
                <a:gd name="connsiteY64" fmla="*/ 2578244 h 3917871"/>
                <a:gd name="connsiteX65" fmla="*/ 1475278 w 3231296"/>
                <a:gd name="connsiteY65" fmla="*/ 2582701 h 3917871"/>
                <a:gd name="connsiteX66" fmla="*/ 1473536 w 3231296"/>
                <a:gd name="connsiteY66" fmla="*/ 2587057 h 3917871"/>
                <a:gd name="connsiteX67" fmla="*/ 1470821 w 3231296"/>
                <a:gd name="connsiteY67" fmla="*/ 2589807 h 3917871"/>
                <a:gd name="connsiteX68" fmla="*/ 1470821 w 3231296"/>
                <a:gd name="connsiteY68" fmla="*/ 2592385 h 3917871"/>
                <a:gd name="connsiteX69" fmla="*/ 1469043 w 3231296"/>
                <a:gd name="connsiteY69" fmla="*/ 2594163 h 3917871"/>
                <a:gd name="connsiteX70" fmla="*/ 1469043 w 3231296"/>
                <a:gd name="connsiteY70" fmla="*/ 2597679 h 3917871"/>
                <a:gd name="connsiteX71" fmla="*/ 1467266 w 3231296"/>
                <a:gd name="connsiteY71" fmla="*/ 2599456 h 3917871"/>
                <a:gd name="connsiteX72" fmla="*/ 1467266 w 3231296"/>
                <a:gd name="connsiteY72" fmla="*/ 2602174 h 3917871"/>
                <a:gd name="connsiteX73" fmla="*/ 1465492 w 3231296"/>
                <a:gd name="connsiteY73" fmla="*/ 2604749 h 3917871"/>
                <a:gd name="connsiteX74" fmla="*/ 1465492 w 3231296"/>
                <a:gd name="connsiteY74" fmla="*/ 2606527 h 3917871"/>
                <a:gd name="connsiteX75" fmla="*/ 1463715 w 3231296"/>
                <a:gd name="connsiteY75" fmla="*/ 2609244 h 3917871"/>
                <a:gd name="connsiteX76" fmla="*/ 1461973 w 3231296"/>
                <a:gd name="connsiteY76" fmla="*/ 2613737 h 3917871"/>
                <a:gd name="connsiteX77" fmla="*/ 1461973 w 3231296"/>
                <a:gd name="connsiteY77" fmla="*/ 2615514 h 3917871"/>
                <a:gd name="connsiteX78" fmla="*/ 1460196 w 3231296"/>
                <a:gd name="connsiteY78" fmla="*/ 2622585 h 3917871"/>
                <a:gd name="connsiteX79" fmla="*/ 1460196 w 3231296"/>
                <a:gd name="connsiteY79" fmla="*/ 2625163 h 3917871"/>
                <a:gd name="connsiteX80" fmla="*/ 1458419 w 3231296"/>
                <a:gd name="connsiteY80" fmla="*/ 2626937 h 3917871"/>
                <a:gd name="connsiteX81" fmla="*/ 1458419 w 3231296"/>
                <a:gd name="connsiteY81" fmla="*/ 2634008 h 3917871"/>
                <a:gd name="connsiteX82" fmla="*/ 1456644 w 3231296"/>
                <a:gd name="connsiteY82" fmla="*/ 2634008 h 3917871"/>
                <a:gd name="connsiteX83" fmla="*/ 1456644 w 3231296"/>
                <a:gd name="connsiteY83" fmla="*/ 2644773 h 3917871"/>
                <a:gd name="connsiteX84" fmla="*/ 1454902 w 3231296"/>
                <a:gd name="connsiteY84" fmla="*/ 2647351 h 3917871"/>
                <a:gd name="connsiteX85" fmla="*/ 1454902 w 3231296"/>
                <a:gd name="connsiteY85" fmla="*/ 2664207 h 3917871"/>
                <a:gd name="connsiteX86" fmla="*/ 1556923 w 3231296"/>
                <a:gd name="connsiteY86" fmla="*/ 2837146 h 3917871"/>
                <a:gd name="connsiteX87" fmla="*/ 1556923 w 3231296"/>
                <a:gd name="connsiteY87" fmla="*/ 3763600 h 3917871"/>
                <a:gd name="connsiteX88" fmla="*/ 992969 w 3231296"/>
                <a:gd name="connsiteY88" fmla="*/ 2954183 h 3917871"/>
                <a:gd name="connsiteX89" fmla="*/ 0 w 3231296"/>
                <a:gd name="connsiteY89" fmla="*/ 2524080 h 3917871"/>
                <a:gd name="connsiteX90" fmla="*/ 0 w 3231296"/>
                <a:gd name="connsiteY90" fmla="*/ 1393827 h 3917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231296" h="3917871">
                  <a:moveTo>
                    <a:pt x="3231296" y="0"/>
                  </a:moveTo>
                  <a:lnTo>
                    <a:pt x="3231296" y="3917871"/>
                  </a:lnTo>
                  <a:lnTo>
                    <a:pt x="1753266" y="3279476"/>
                  </a:lnTo>
                  <a:lnTo>
                    <a:pt x="1753266" y="2954984"/>
                  </a:lnTo>
                  <a:cubicBezTo>
                    <a:pt x="2011784" y="2939066"/>
                    <a:pt x="2247173" y="2766126"/>
                    <a:pt x="2328783" y="2506385"/>
                  </a:cubicBezTo>
                  <a:lnTo>
                    <a:pt x="2549091" y="1806895"/>
                  </a:lnTo>
                  <a:cubicBezTo>
                    <a:pt x="2653969" y="1469063"/>
                    <a:pt x="2464730" y="1105628"/>
                    <a:pt x="2126343" y="1000993"/>
                  </a:cubicBezTo>
                  <a:cubicBezTo>
                    <a:pt x="1803875" y="899110"/>
                    <a:pt x="1457478" y="1067521"/>
                    <a:pt x="1334874" y="1374217"/>
                  </a:cubicBezTo>
                  <a:lnTo>
                    <a:pt x="1885661" y="1547156"/>
                  </a:lnTo>
                  <a:cubicBezTo>
                    <a:pt x="1916661" y="1557779"/>
                    <a:pt x="1934493" y="1591497"/>
                    <a:pt x="1925646" y="1622532"/>
                  </a:cubicBezTo>
                  <a:cubicBezTo>
                    <a:pt x="1914919" y="1653565"/>
                    <a:pt x="1881166" y="1671225"/>
                    <a:pt x="1850133" y="1660636"/>
                  </a:cubicBezTo>
                  <a:lnTo>
                    <a:pt x="1296768" y="1487696"/>
                  </a:lnTo>
                  <a:lnTo>
                    <a:pt x="1261275" y="1601178"/>
                  </a:lnTo>
                  <a:lnTo>
                    <a:pt x="1814640" y="1774118"/>
                  </a:lnTo>
                  <a:cubicBezTo>
                    <a:pt x="1845640" y="1784707"/>
                    <a:pt x="1863473" y="1816683"/>
                    <a:pt x="1854485" y="1847719"/>
                  </a:cubicBezTo>
                  <a:cubicBezTo>
                    <a:pt x="1843863" y="1880493"/>
                    <a:pt x="1810145" y="1896412"/>
                    <a:pt x="1778972" y="1887564"/>
                  </a:cubicBezTo>
                  <a:lnTo>
                    <a:pt x="1225747" y="1714660"/>
                  </a:lnTo>
                  <a:lnTo>
                    <a:pt x="1190115" y="1827306"/>
                  </a:lnTo>
                  <a:lnTo>
                    <a:pt x="1743480" y="2002022"/>
                  </a:lnTo>
                  <a:cubicBezTo>
                    <a:pt x="1774617" y="2010834"/>
                    <a:pt x="1792312" y="2044448"/>
                    <a:pt x="1781690" y="2075481"/>
                  </a:cubicBezTo>
                  <a:cubicBezTo>
                    <a:pt x="1772842" y="2106517"/>
                    <a:pt x="1739125" y="2124316"/>
                    <a:pt x="1707952" y="2115469"/>
                  </a:cubicBezTo>
                  <a:lnTo>
                    <a:pt x="1155563" y="1941588"/>
                  </a:lnTo>
                  <a:lnTo>
                    <a:pt x="1120035" y="2055070"/>
                  </a:lnTo>
                  <a:lnTo>
                    <a:pt x="1673397" y="2228010"/>
                  </a:lnTo>
                  <a:cubicBezTo>
                    <a:pt x="1704433" y="2238635"/>
                    <a:pt x="1722233" y="2272350"/>
                    <a:pt x="1711503" y="2303386"/>
                  </a:cubicBezTo>
                  <a:cubicBezTo>
                    <a:pt x="1702656" y="2334421"/>
                    <a:pt x="1668905" y="2352081"/>
                    <a:pt x="1637869" y="2341492"/>
                  </a:cubicBezTo>
                  <a:lnTo>
                    <a:pt x="1086281" y="2168692"/>
                  </a:lnTo>
                  <a:cubicBezTo>
                    <a:pt x="1013379" y="2483396"/>
                    <a:pt x="1188337" y="2807888"/>
                    <a:pt x="1494887" y="2918655"/>
                  </a:cubicBezTo>
                  <a:lnTo>
                    <a:pt x="1494887" y="2844220"/>
                  </a:lnTo>
                  <a:cubicBezTo>
                    <a:pt x="1434492" y="2810466"/>
                    <a:pt x="1392694" y="2744912"/>
                    <a:pt x="1392694" y="2671277"/>
                  </a:cubicBezTo>
                  <a:cubicBezTo>
                    <a:pt x="1392694" y="2562326"/>
                    <a:pt x="1481547" y="2471833"/>
                    <a:pt x="1590814" y="2471833"/>
                  </a:cubicBezTo>
                  <a:cubicBezTo>
                    <a:pt x="1596944" y="2471833"/>
                    <a:pt x="1602237" y="2473610"/>
                    <a:pt x="1608509" y="2473610"/>
                  </a:cubicBezTo>
                  <a:cubicBezTo>
                    <a:pt x="1604014" y="2475349"/>
                    <a:pt x="1597884" y="2476325"/>
                    <a:pt x="1593392" y="2478103"/>
                  </a:cubicBezTo>
                  <a:cubicBezTo>
                    <a:pt x="1590814" y="2478103"/>
                    <a:pt x="1587122" y="2479844"/>
                    <a:pt x="1586321" y="2480681"/>
                  </a:cubicBezTo>
                  <a:lnTo>
                    <a:pt x="1584544" y="2480681"/>
                  </a:lnTo>
                  <a:cubicBezTo>
                    <a:pt x="1578274" y="2483396"/>
                    <a:pt x="1572981" y="2485173"/>
                    <a:pt x="1566709" y="2487751"/>
                  </a:cubicBezTo>
                  <a:cubicBezTo>
                    <a:pt x="1559641" y="2492244"/>
                    <a:pt x="1553404" y="2496599"/>
                    <a:pt x="1546298" y="2501091"/>
                  </a:cubicBezTo>
                  <a:lnTo>
                    <a:pt x="1543723" y="2502833"/>
                  </a:lnTo>
                  <a:lnTo>
                    <a:pt x="1539228" y="2505584"/>
                  </a:lnTo>
                  <a:cubicBezTo>
                    <a:pt x="1534735" y="2508162"/>
                    <a:pt x="1532157" y="2511681"/>
                    <a:pt x="1528638" y="2514396"/>
                  </a:cubicBezTo>
                  <a:lnTo>
                    <a:pt x="1526864" y="2516173"/>
                  </a:lnTo>
                  <a:lnTo>
                    <a:pt x="1524146" y="2517950"/>
                  </a:lnTo>
                  <a:lnTo>
                    <a:pt x="1524146" y="2519725"/>
                  </a:lnTo>
                  <a:lnTo>
                    <a:pt x="1521431" y="2522303"/>
                  </a:lnTo>
                  <a:lnTo>
                    <a:pt x="1519653" y="2522303"/>
                  </a:lnTo>
                  <a:lnTo>
                    <a:pt x="1517075" y="2525021"/>
                  </a:lnTo>
                  <a:lnTo>
                    <a:pt x="1514360" y="2527739"/>
                  </a:lnTo>
                  <a:lnTo>
                    <a:pt x="1511746" y="2532091"/>
                  </a:lnTo>
                  <a:lnTo>
                    <a:pt x="1509031" y="2534809"/>
                  </a:lnTo>
                  <a:lnTo>
                    <a:pt x="1506313" y="2539162"/>
                  </a:lnTo>
                  <a:lnTo>
                    <a:pt x="1501958" y="2542714"/>
                  </a:lnTo>
                  <a:lnTo>
                    <a:pt x="1499243" y="2545432"/>
                  </a:lnTo>
                  <a:lnTo>
                    <a:pt x="1499243" y="2547209"/>
                  </a:lnTo>
                  <a:lnTo>
                    <a:pt x="1497465" y="2547209"/>
                  </a:lnTo>
                  <a:lnTo>
                    <a:pt x="1495688" y="2549787"/>
                  </a:lnTo>
                  <a:lnTo>
                    <a:pt x="1489454" y="2556057"/>
                  </a:lnTo>
                  <a:lnTo>
                    <a:pt x="1489454" y="2557831"/>
                  </a:lnTo>
                  <a:lnTo>
                    <a:pt x="1487677" y="2560549"/>
                  </a:lnTo>
                  <a:lnTo>
                    <a:pt x="1485902" y="2560549"/>
                  </a:lnTo>
                  <a:lnTo>
                    <a:pt x="1485902" y="2562326"/>
                  </a:lnTo>
                  <a:lnTo>
                    <a:pt x="1484125" y="2564902"/>
                  </a:lnTo>
                  <a:lnTo>
                    <a:pt x="1481547" y="2569397"/>
                  </a:lnTo>
                  <a:lnTo>
                    <a:pt x="1479770" y="2573749"/>
                  </a:lnTo>
                  <a:lnTo>
                    <a:pt x="1477055" y="2576467"/>
                  </a:lnTo>
                  <a:lnTo>
                    <a:pt x="1477055" y="2578244"/>
                  </a:lnTo>
                  <a:lnTo>
                    <a:pt x="1475278" y="2582701"/>
                  </a:lnTo>
                  <a:lnTo>
                    <a:pt x="1473536" y="2587057"/>
                  </a:lnTo>
                  <a:lnTo>
                    <a:pt x="1470821" y="2589807"/>
                  </a:lnTo>
                  <a:lnTo>
                    <a:pt x="1470821" y="2592385"/>
                  </a:lnTo>
                  <a:lnTo>
                    <a:pt x="1469043" y="2594163"/>
                  </a:lnTo>
                  <a:lnTo>
                    <a:pt x="1469043" y="2597679"/>
                  </a:lnTo>
                  <a:lnTo>
                    <a:pt x="1467266" y="2599456"/>
                  </a:lnTo>
                  <a:lnTo>
                    <a:pt x="1467266" y="2602174"/>
                  </a:lnTo>
                  <a:lnTo>
                    <a:pt x="1465492" y="2604749"/>
                  </a:lnTo>
                  <a:lnTo>
                    <a:pt x="1465492" y="2606527"/>
                  </a:lnTo>
                  <a:lnTo>
                    <a:pt x="1463715" y="2609244"/>
                  </a:lnTo>
                  <a:lnTo>
                    <a:pt x="1461973" y="2613737"/>
                  </a:lnTo>
                  <a:lnTo>
                    <a:pt x="1461973" y="2615514"/>
                  </a:lnTo>
                  <a:cubicBezTo>
                    <a:pt x="1461973" y="2618089"/>
                    <a:pt x="1460196" y="2621644"/>
                    <a:pt x="1460196" y="2622585"/>
                  </a:cubicBezTo>
                  <a:lnTo>
                    <a:pt x="1460196" y="2625163"/>
                  </a:lnTo>
                  <a:lnTo>
                    <a:pt x="1458419" y="2626937"/>
                  </a:lnTo>
                  <a:lnTo>
                    <a:pt x="1458419" y="2634008"/>
                  </a:lnTo>
                  <a:lnTo>
                    <a:pt x="1456644" y="2634008"/>
                  </a:lnTo>
                  <a:lnTo>
                    <a:pt x="1456644" y="2644773"/>
                  </a:lnTo>
                  <a:lnTo>
                    <a:pt x="1454902" y="2647351"/>
                  </a:lnTo>
                  <a:lnTo>
                    <a:pt x="1454902" y="2664207"/>
                  </a:lnTo>
                  <a:cubicBezTo>
                    <a:pt x="1454902" y="2739583"/>
                    <a:pt x="1496665" y="2803396"/>
                    <a:pt x="1556923" y="2837146"/>
                  </a:cubicBezTo>
                  <a:lnTo>
                    <a:pt x="1556923" y="3763600"/>
                  </a:lnTo>
                  <a:lnTo>
                    <a:pt x="992969" y="2954183"/>
                  </a:lnTo>
                  <a:lnTo>
                    <a:pt x="0" y="2524080"/>
                  </a:lnTo>
                  <a:lnTo>
                    <a:pt x="0" y="1393827"/>
                  </a:lnTo>
                  <a:close/>
                </a:path>
              </a:pathLst>
            </a:custGeom>
            <a:solidFill>
              <a:srgbClr val="3E4B6D"/>
            </a:solidFill>
            <a:ln w="9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32B1DDF-1BAA-9C48-EF3C-4B6B321985F3}"/>
                </a:ext>
              </a:extLst>
            </p:cNvPr>
            <p:cNvSpPr txBox="1"/>
            <p:nvPr/>
          </p:nvSpPr>
          <p:spPr>
            <a:xfrm rot="1520721">
              <a:off x="3378064" y="2106818"/>
              <a:ext cx="3825132" cy="3549402"/>
            </a:xfrm>
            <a:custGeom>
              <a:avLst/>
              <a:gdLst/>
              <a:ahLst/>
              <a:cxnLst/>
              <a:rect l="l" t="t" r="r" b="b"/>
              <a:pathLst>
                <a:path w="1620669" h="1503845">
                  <a:moveTo>
                    <a:pt x="0" y="0"/>
                  </a:moveTo>
                  <a:lnTo>
                    <a:pt x="501282" y="0"/>
                  </a:lnTo>
                  <a:lnTo>
                    <a:pt x="811397" y="1034425"/>
                  </a:lnTo>
                  <a:lnTo>
                    <a:pt x="1119388" y="0"/>
                  </a:lnTo>
                  <a:lnTo>
                    <a:pt x="1620669" y="0"/>
                  </a:lnTo>
                  <a:lnTo>
                    <a:pt x="1115140" y="1503845"/>
                  </a:lnTo>
                  <a:lnTo>
                    <a:pt x="505530" y="1503845"/>
                  </a:lnTo>
                  <a:close/>
                </a:path>
              </a:pathLst>
            </a:custGeom>
            <a:solidFill>
              <a:srgbClr val="E3B43E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6700" dirty="0">
                <a:solidFill>
                  <a:srgbClr val="E3B43E"/>
                </a:solidFill>
                <a:latin typeface="Poppins Black" panose="00000A00000000000000" pitchFamily="2" charset="0"/>
                <a:cs typeface="Poppins Black" panose="00000A00000000000000" pitchFamily="2" charset="0"/>
              </a:endParaRPr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2BBE45A-3287-61E4-8B18-E1BE389B580E}"/>
              </a:ext>
            </a:extLst>
          </p:cNvPr>
          <p:cNvSpPr/>
          <p:nvPr/>
        </p:nvSpPr>
        <p:spPr>
          <a:xfrm>
            <a:off x="1715616" y="348135"/>
            <a:ext cx="307443" cy="392814"/>
          </a:xfrm>
          <a:custGeom>
            <a:avLst/>
            <a:gdLst>
              <a:gd name="connsiteX0" fmla="*/ 1073934 w 2238347"/>
              <a:gd name="connsiteY0" fmla="*/ 0 h 2859891"/>
              <a:gd name="connsiteX1" fmla="*/ 1886269 w 2238347"/>
              <a:gd name="connsiteY1" fmla="*/ 236029 h 2859891"/>
              <a:gd name="connsiteX2" fmla="*/ 2202942 w 2238347"/>
              <a:gd name="connsiteY2" fmla="*/ 900846 h 2859891"/>
              <a:gd name="connsiteX3" fmla="*/ 1262758 w 2238347"/>
              <a:gd name="connsiteY3" fmla="*/ 900846 h 2859891"/>
              <a:gd name="connsiteX4" fmla="*/ 1203751 w 2238347"/>
              <a:gd name="connsiteY4" fmla="*/ 731692 h 2859891"/>
              <a:gd name="connsiteX5" fmla="*/ 1070001 w 2238347"/>
              <a:gd name="connsiteY5" fmla="*/ 680552 h 2859891"/>
              <a:gd name="connsiteX6" fmla="*/ 979523 w 2238347"/>
              <a:gd name="connsiteY6" fmla="*/ 717923 h 2859891"/>
              <a:gd name="connsiteX7" fmla="*/ 944118 w 2238347"/>
              <a:gd name="connsiteY7" fmla="*/ 822170 h 2859891"/>
              <a:gd name="connsiteX8" fmla="*/ 1048365 w 2238347"/>
              <a:gd name="connsiteY8" fmla="*/ 977556 h 2859891"/>
              <a:gd name="connsiteX9" fmla="*/ 1380772 w 2238347"/>
              <a:gd name="connsiteY9" fmla="*/ 1125074 h 2859891"/>
              <a:gd name="connsiteX10" fmla="*/ 1815460 w 2238347"/>
              <a:gd name="connsiteY10" fmla="*/ 1313898 h 2859891"/>
              <a:gd name="connsiteX11" fmla="*/ 2112464 w 2238347"/>
              <a:gd name="connsiteY11" fmla="*/ 1565663 h 2859891"/>
              <a:gd name="connsiteX12" fmla="*/ 2238347 w 2238347"/>
              <a:gd name="connsiteY12" fmla="*/ 1970846 h 2859891"/>
              <a:gd name="connsiteX13" fmla="*/ 2112464 w 2238347"/>
              <a:gd name="connsiteY13" fmla="*/ 2429137 h 2859891"/>
              <a:gd name="connsiteX14" fmla="*/ 1746619 w 2238347"/>
              <a:gd name="connsiteY14" fmla="*/ 2745810 h 2859891"/>
              <a:gd name="connsiteX15" fmla="*/ 1176214 w 2238347"/>
              <a:gd name="connsiteY15" fmla="*/ 2859891 h 2859891"/>
              <a:gd name="connsiteX16" fmla="*/ 352077 w 2238347"/>
              <a:gd name="connsiteY16" fmla="*/ 2625828 h 2859891"/>
              <a:gd name="connsiteX17" fmla="*/ 0 w 2238347"/>
              <a:gd name="connsiteY17" fmla="*/ 1939376 h 2859891"/>
              <a:gd name="connsiteX18" fmla="*/ 928383 w 2238347"/>
              <a:gd name="connsiteY18" fmla="*/ 1939376 h 2859891"/>
              <a:gd name="connsiteX19" fmla="*/ 1140809 w 2238347"/>
              <a:gd name="connsiteY19" fmla="*/ 2179339 h 2859891"/>
              <a:gd name="connsiteX20" fmla="*/ 1260791 w 2238347"/>
              <a:gd name="connsiteY20" fmla="*/ 2145902 h 2859891"/>
              <a:gd name="connsiteX21" fmla="*/ 1309964 w 2238347"/>
              <a:gd name="connsiteY21" fmla="*/ 2041655 h 2859891"/>
              <a:gd name="connsiteX22" fmla="*/ 1203751 w 2238347"/>
              <a:gd name="connsiteY22" fmla="*/ 1882335 h 2859891"/>
              <a:gd name="connsiteX23" fmla="*/ 873309 w 2238347"/>
              <a:gd name="connsiteY23" fmla="*/ 1742684 h 2859891"/>
              <a:gd name="connsiteX24" fmla="*/ 430754 w 2238347"/>
              <a:gd name="connsiteY24" fmla="*/ 1557795 h 2859891"/>
              <a:gd name="connsiteX25" fmla="*/ 129817 w 2238347"/>
              <a:gd name="connsiteY25" fmla="*/ 1294229 h 2859891"/>
              <a:gd name="connsiteX26" fmla="*/ 7867 w 2238347"/>
              <a:gd name="connsiteY26" fmla="*/ 849706 h 2859891"/>
              <a:gd name="connsiteX27" fmla="*/ 147519 w 2238347"/>
              <a:gd name="connsiteY27" fmla="*/ 387482 h 2859891"/>
              <a:gd name="connsiteX28" fmla="*/ 529100 w 2238347"/>
              <a:gd name="connsiteY28" fmla="*/ 98345 h 2859891"/>
              <a:gd name="connsiteX29" fmla="*/ 1073934 w 2238347"/>
              <a:gd name="connsiteY29" fmla="*/ 0 h 2859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238347" h="2859891">
                <a:moveTo>
                  <a:pt x="1073934" y="0"/>
                </a:moveTo>
                <a:cubicBezTo>
                  <a:pt x="1414865" y="0"/>
                  <a:pt x="1685643" y="78676"/>
                  <a:pt x="1886269" y="236029"/>
                </a:cubicBezTo>
                <a:cubicBezTo>
                  <a:pt x="2086894" y="393382"/>
                  <a:pt x="2192452" y="614988"/>
                  <a:pt x="2202942" y="900846"/>
                </a:cubicBezTo>
                <a:lnTo>
                  <a:pt x="1262758" y="900846"/>
                </a:lnTo>
                <a:cubicBezTo>
                  <a:pt x="1260135" y="822170"/>
                  <a:pt x="1240467" y="765785"/>
                  <a:pt x="1203751" y="731692"/>
                </a:cubicBezTo>
                <a:cubicBezTo>
                  <a:pt x="1167035" y="697598"/>
                  <a:pt x="1122451" y="680552"/>
                  <a:pt x="1070001" y="680552"/>
                </a:cubicBezTo>
                <a:cubicBezTo>
                  <a:pt x="1033285" y="680552"/>
                  <a:pt x="1003125" y="693009"/>
                  <a:pt x="979523" y="717923"/>
                </a:cubicBezTo>
                <a:cubicBezTo>
                  <a:pt x="955919" y="742837"/>
                  <a:pt x="944118" y="777586"/>
                  <a:pt x="944118" y="822170"/>
                </a:cubicBezTo>
                <a:cubicBezTo>
                  <a:pt x="944118" y="885111"/>
                  <a:pt x="978867" y="936906"/>
                  <a:pt x="1048365" y="977556"/>
                </a:cubicBezTo>
                <a:cubicBezTo>
                  <a:pt x="1117862" y="1018205"/>
                  <a:pt x="1228665" y="1067378"/>
                  <a:pt x="1380772" y="1125074"/>
                </a:cubicBezTo>
                <a:cubicBezTo>
                  <a:pt x="1556483" y="1190638"/>
                  <a:pt x="1701379" y="1253579"/>
                  <a:pt x="1815460" y="1313898"/>
                </a:cubicBezTo>
                <a:cubicBezTo>
                  <a:pt x="1929541" y="1374216"/>
                  <a:pt x="2028543" y="1458138"/>
                  <a:pt x="2112464" y="1565663"/>
                </a:cubicBezTo>
                <a:cubicBezTo>
                  <a:pt x="2196386" y="1673187"/>
                  <a:pt x="2238347" y="1808248"/>
                  <a:pt x="2238347" y="1970846"/>
                </a:cubicBezTo>
                <a:cubicBezTo>
                  <a:pt x="2238347" y="2141312"/>
                  <a:pt x="2196386" y="2294076"/>
                  <a:pt x="2112464" y="2429137"/>
                </a:cubicBezTo>
                <a:cubicBezTo>
                  <a:pt x="2028543" y="2564198"/>
                  <a:pt x="1906593" y="2669756"/>
                  <a:pt x="1746619" y="2745810"/>
                </a:cubicBezTo>
                <a:cubicBezTo>
                  <a:pt x="1586643" y="2821864"/>
                  <a:pt x="1396508" y="2859891"/>
                  <a:pt x="1176214" y="2859891"/>
                </a:cubicBezTo>
                <a:cubicBezTo>
                  <a:pt x="843150" y="2859891"/>
                  <a:pt x="568438" y="2781870"/>
                  <a:pt x="352077" y="2625828"/>
                </a:cubicBezTo>
                <a:cubicBezTo>
                  <a:pt x="135717" y="2469787"/>
                  <a:pt x="18358" y="2240969"/>
                  <a:pt x="0" y="1939376"/>
                </a:cubicBezTo>
                <a:lnTo>
                  <a:pt x="928383" y="1939376"/>
                </a:lnTo>
                <a:cubicBezTo>
                  <a:pt x="941495" y="2099351"/>
                  <a:pt x="1012305" y="2179339"/>
                  <a:pt x="1140809" y="2179339"/>
                </a:cubicBezTo>
                <a:cubicBezTo>
                  <a:pt x="1188015" y="2179339"/>
                  <a:pt x="1228009" y="2168193"/>
                  <a:pt x="1260791" y="2145902"/>
                </a:cubicBezTo>
                <a:cubicBezTo>
                  <a:pt x="1293573" y="2123610"/>
                  <a:pt x="1309964" y="2088861"/>
                  <a:pt x="1309964" y="2041655"/>
                </a:cubicBezTo>
                <a:cubicBezTo>
                  <a:pt x="1309964" y="1976091"/>
                  <a:pt x="1274559" y="1922985"/>
                  <a:pt x="1203751" y="1882335"/>
                </a:cubicBezTo>
                <a:cubicBezTo>
                  <a:pt x="1132941" y="1841686"/>
                  <a:pt x="1022795" y="1795136"/>
                  <a:pt x="873309" y="1742684"/>
                </a:cubicBezTo>
                <a:cubicBezTo>
                  <a:pt x="694975" y="1679743"/>
                  <a:pt x="547457" y="1618114"/>
                  <a:pt x="430754" y="1557795"/>
                </a:cubicBezTo>
                <a:cubicBezTo>
                  <a:pt x="314051" y="1497476"/>
                  <a:pt x="213738" y="1409621"/>
                  <a:pt x="129817" y="1294229"/>
                </a:cubicBezTo>
                <a:cubicBezTo>
                  <a:pt x="45895" y="1178836"/>
                  <a:pt x="5245" y="1030662"/>
                  <a:pt x="7867" y="849706"/>
                </a:cubicBezTo>
                <a:cubicBezTo>
                  <a:pt x="7867" y="668751"/>
                  <a:pt x="54418" y="514675"/>
                  <a:pt x="147519" y="387482"/>
                </a:cubicBezTo>
                <a:cubicBezTo>
                  <a:pt x="240619" y="260288"/>
                  <a:pt x="367813" y="163909"/>
                  <a:pt x="529100" y="98345"/>
                </a:cubicBezTo>
                <a:cubicBezTo>
                  <a:pt x="690387" y="32782"/>
                  <a:pt x="871998" y="0"/>
                  <a:pt x="1073934" y="0"/>
                </a:cubicBezTo>
                <a:close/>
              </a:path>
            </a:pathLst>
          </a:custGeom>
          <a:solidFill>
            <a:srgbClr val="E3B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01AF3A2-9387-F204-139D-78D896970D6B}"/>
              </a:ext>
            </a:extLst>
          </p:cNvPr>
          <p:cNvSpPr/>
          <p:nvPr/>
        </p:nvSpPr>
        <p:spPr>
          <a:xfrm>
            <a:off x="1553502" y="354619"/>
            <a:ext cx="119951" cy="382547"/>
          </a:xfrm>
          <a:custGeom>
            <a:avLst/>
            <a:gdLst>
              <a:gd name="connsiteX0" fmla="*/ 0 w 873310"/>
              <a:gd name="connsiteY0" fmla="*/ 0 h 2785148"/>
              <a:gd name="connsiteX1" fmla="*/ 873310 w 873310"/>
              <a:gd name="connsiteY1" fmla="*/ 0 h 2785148"/>
              <a:gd name="connsiteX2" fmla="*/ 873310 w 873310"/>
              <a:gd name="connsiteY2" fmla="*/ 2785148 h 2785148"/>
              <a:gd name="connsiteX3" fmla="*/ 0 w 873310"/>
              <a:gd name="connsiteY3" fmla="*/ 2785148 h 2785148"/>
              <a:gd name="connsiteX4" fmla="*/ 0 w 873310"/>
              <a:gd name="connsiteY4" fmla="*/ 0 h 2785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3310" h="2785148">
                <a:moveTo>
                  <a:pt x="0" y="0"/>
                </a:moveTo>
                <a:lnTo>
                  <a:pt x="873310" y="0"/>
                </a:lnTo>
                <a:lnTo>
                  <a:pt x="873310" y="2785148"/>
                </a:lnTo>
                <a:lnTo>
                  <a:pt x="0" y="2785148"/>
                </a:lnTo>
                <a:lnTo>
                  <a:pt x="0" y="0"/>
                </a:lnTo>
                <a:close/>
              </a:path>
            </a:pathLst>
          </a:custGeom>
          <a:solidFill>
            <a:srgbClr val="E3B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4693E56-FE7B-091A-2925-09EBA2295EC3}"/>
              </a:ext>
            </a:extLst>
          </p:cNvPr>
          <p:cNvSpPr/>
          <p:nvPr/>
        </p:nvSpPr>
        <p:spPr>
          <a:xfrm>
            <a:off x="1117503" y="348135"/>
            <a:ext cx="393509" cy="392814"/>
          </a:xfrm>
          <a:custGeom>
            <a:avLst/>
            <a:gdLst>
              <a:gd name="connsiteX0" fmla="*/ 1128 w 2864953"/>
              <a:gd name="connsiteY0" fmla="*/ 1446649 h 2859891"/>
              <a:gd name="connsiteX1" fmla="*/ 10924 w 2864953"/>
              <a:gd name="connsiteY1" fmla="*/ 1608789 h 2859891"/>
              <a:gd name="connsiteX2" fmla="*/ 1128 w 2864953"/>
              <a:gd name="connsiteY2" fmla="*/ 1608789 h 2859891"/>
              <a:gd name="connsiteX3" fmla="*/ 1128 w 2864953"/>
              <a:gd name="connsiteY3" fmla="*/ 1409310 h 2859891"/>
              <a:gd name="connsiteX4" fmla="*/ 1128 w 2864953"/>
              <a:gd name="connsiteY4" fmla="*/ 1446649 h 2859891"/>
              <a:gd name="connsiteX5" fmla="*/ 0 w 2864953"/>
              <a:gd name="connsiteY5" fmla="*/ 1427979 h 2859891"/>
              <a:gd name="connsiteX6" fmla="*/ 2856117 w 2864953"/>
              <a:gd name="connsiteY6" fmla="*/ 1299096 h 2859891"/>
              <a:gd name="connsiteX7" fmla="*/ 2864953 w 2864953"/>
              <a:gd name="connsiteY7" fmla="*/ 1299096 h 2859891"/>
              <a:gd name="connsiteX8" fmla="*/ 2864953 w 2864953"/>
              <a:gd name="connsiteY8" fmla="*/ 1608789 h 2859891"/>
              <a:gd name="connsiteX9" fmla="*/ 2853011 w 2864953"/>
              <a:gd name="connsiteY9" fmla="*/ 1608789 h 2859891"/>
              <a:gd name="connsiteX10" fmla="*/ 2863824 w 2864953"/>
              <a:gd name="connsiteY10" fmla="*/ 1427979 h 2859891"/>
              <a:gd name="connsiteX11" fmla="*/ 1999145 w 2864953"/>
              <a:gd name="connsiteY11" fmla="*/ 1299096 h 2859891"/>
              <a:gd name="connsiteX12" fmla="*/ 1999145 w 2864953"/>
              <a:gd name="connsiteY12" fmla="*/ 1608789 h 2859891"/>
              <a:gd name="connsiteX13" fmla="*/ 2198947 w 2864953"/>
              <a:gd name="connsiteY13" fmla="*/ 1608789 h 2859891"/>
              <a:gd name="connsiteX14" fmla="*/ 2198947 w 2864953"/>
              <a:gd name="connsiteY14" fmla="*/ 1299096 h 2859891"/>
              <a:gd name="connsiteX15" fmla="*/ 1128 w 2864953"/>
              <a:gd name="connsiteY15" fmla="*/ 1299096 h 2859891"/>
              <a:gd name="connsiteX16" fmla="*/ 7787 w 2864953"/>
              <a:gd name="connsiteY16" fmla="*/ 1299096 h 2859891"/>
              <a:gd name="connsiteX17" fmla="*/ 1128 w 2864953"/>
              <a:gd name="connsiteY17" fmla="*/ 1409310 h 2859891"/>
              <a:gd name="connsiteX18" fmla="*/ 2332148 w 2864953"/>
              <a:gd name="connsiteY18" fmla="*/ 1145914 h 2859891"/>
              <a:gd name="connsiteX19" fmla="*/ 2332148 w 2864953"/>
              <a:gd name="connsiteY19" fmla="*/ 1768630 h 2859891"/>
              <a:gd name="connsiteX20" fmla="*/ 2531950 w 2864953"/>
              <a:gd name="connsiteY20" fmla="*/ 1768630 h 2859891"/>
              <a:gd name="connsiteX21" fmla="*/ 2531950 w 2864953"/>
              <a:gd name="connsiteY21" fmla="*/ 1145914 h 2859891"/>
              <a:gd name="connsiteX22" fmla="*/ 1666142 w 2864953"/>
              <a:gd name="connsiteY22" fmla="*/ 1145914 h 2859891"/>
              <a:gd name="connsiteX23" fmla="*/ 1666142 w 2864953"/>
              <a:gd name="connsiteY23" fmla="*/ 1768630 h 2859891"/>
              <a:gd name="connsiteX24" fmla="*/ 1865944 w 2864953"/>
              <a:gd name="connsiteY24" fmla="*/ 1768630 h 2859891"/>
              <a:gd name="connsiteX25" fmla="*/ 1865944 w 2864953"/>
              <a:gd name="connsiteY25" fmla="*/ 1145914 h 2859891"/>
              <a:gd name="connsiteX26" fmla="*/ 334131 w 2864953"/>
              <a:gd name="connsiteY26" fmla="*/ 1145914 h 2859891"/>
              <a:gd name="connsiteX27" fmla="*/ 334131 w 2864953"/>
              <a:gd name="connsiteY27" fmla="*/ 1768630 h 2859891"/>
              <a:gd name="connsiteX28" fmla="*/ 533933 w 2864953"/>
              <a:gd name="connsiteY28" fmla="*/ 1768630 h 2859891"/>
              <a:gd name="connsiteX29" fmla="*/ 533933 w 2864953"/>
              <a:gd name="connsiteY29" fmla="*/ 1145914 h 2859891"/>
              <a:gd name="connsiteX30" fmla="*/ 1333139 w 2864953"/>
              <a:gd name="connsiteY30" fmla="*/ 989403 h 2859891"/>
              <a:gd name="connsiteX31" fmla="*/ 1333139 w 2864953"/>
              <a:gd name="connsiteY31" fmla="*/ 1921811 h 2859891"/>
              <a:gd name="connsiteX32" fmla="*/ 1532941 w 2864953"/>
              <a:gd name="connsiteY32" fmla="*/ 1921811 h 2859891"/>
              <a:gd name="connsiteX33" fmla="*/ 1532941 w 2864953"/>
              <a:gd name="connsiteY33" fmla="*/ 989403 h 2859891"/>
              <a:gd name="connsiteX34" fmla="*/ 667133 w 2864953"/>
              <a:gd name="connsiteY34" fmla="*/ 832892 h 2859891"/>
              <a:gd name="connsiteX35" fmla="*/ 667133 w 2864953"/>
              <a:gd name="connsiteY35" fmla="*/ 2074993 h 2859891"/>
              <a:gd name="connsiteX36" fmla="*/ 866935 w 2864953"/>
              <a:gd name="connsiteY36" fmla="*/ 2074993 h 2859891"/>
              <a:gd name="connsiteX37" fmla="*/ 866935 w 2864953"/>
              <a:gd name="connsiteY37" fmla="*/ 832892 h 2859891"/>
              <a:gd name="connsiteX38" fmla="*/ 1000136 w 2864953"/>
              <a:gd name="connsiteY38" fmla="*/ 523199 h 2859891"/>
              <a:gd name="connsiteX39" fmla="*/ 1000136 w 2864953"/>
              <a:gd name="connsiteY39" fmla="*/ 2388015 h 2859891"/>
              <a:gd name="connsiteX40" fmla="*/ 1199938 w 2864953"/>
              <a:gd name="connsiteY40" fmla="*/ 2388015 h 2859891"/>
              <a:gd name="connsiteX41" fmla="*/ 1199938 w 2864953"/>
              <a:gd name="connsiteY41" fmla="*/ 523199 h 2859891"/>
              <a:gd name="connsiteX42" fmla="*/ 1435846 w 2864953"/>
              <a:gd name="connsiteY42" fmla="*/ 0 h 2859891"/>
              <a:gd name="connsiteX43" fmla="*/ 2155736 w 2864953"/>
              <a:gd name="connsiteY43" fmla="*/ 182923 h 2859891"/>
              <a:gd name="connsiteX44" fmla="*/ 2673034 w 2864953"/>
              <a:gd name="connsiteY44" fmla="*/ 692353 h 2859891"/>
              <a:gd name="connsiteX45" fmla="*/ 2851900 w 2864953"/>
              <a:gd name="connsiteY45" fmla="*/ 1228583 h 2859891"/>
              <a:gd name="connsiteX46" fmla="*/ 2856117 w 2864953"/>
              <a:gd name="connsiteY46" fmla="*/ 1299096 h 2859891"/>
              <a:gd name="connsiteX47" fmla="*/ 2665151 w 2864953"/>
              <a:gd name="connsiteY47" fmla="*/ 1299096 h 2859891"/>
              <a:gd name="connsiteX48" fmla="*/ 2665151 w 2864953"/>
              <a:gd name="connsiteY48" fmla="*/ 1608789 h 2859891"/>
              <a:gd name="connsiteX49" fmla="*/ 2853011 w 2864953"/>
              <a:gd name="connsiteY49" fmla="*/ 1608789 h 2859891"/>
              <a:gd name="connsiteX50" fmla="*/ 2851900 w 2864953"/>
              <a:gd name="connsiteY50" fmla="*/ 1627375 h 2859891"/>
              <a:gd name="connsiteX51" fmla="*/ 2673034 w 2864953"/>
              <a:gd name="connsiteY51" fmla="*/ 2163604 h 2859891"/>
              <a:gd name="connsiteX52" fmla="*/ 2153769 w 2864953"/>
              <a:gd name="connsiteY52" fmla="*/ 2675001 h 2859891"/>
              <a:gd name="connsiteX53" fmla="*/ 1435846 w 2864953"/>
              <a:gd name="connsiteY53" fmla="*/ 2859891 h 2859891"/>
              <a:gd name="connsiteX54" fmla="*/ 713989 w 2864953"/>
              <a:gd name="connsiteY54" fmla="*/ 2675001 h 2859891"/>
              <a:gd name="connsiteX55" fmla="*/ 192757 w 2864953"/>
              <a:gd name="connsiteY55" fmla="*/ 2163604 h 2859891"/>
              <a:gd name="connsiteX56" fmla="*/ 12047 w 2864953"/>
              <a:gd name="connsiteY56" fmla="*/ 1627375 h 2859891"/>
              <a:gd name="connsiteX57" fmla="*/ 10924 w 2864953"/>
              <a:gd name="connsiteY57" fmla="*/ 1608789 h 2859891"/>
              <a:gd name="connsiteX58" fmla="*/ 200930 w 2864953"/>
              <a:gd name="connsiteY58" fmla="*/ 1608789 h 2859891"/>
              <a:gd name="connsiteX59" fmla="*/ 200930 w 2864953"/>
              <a:gd name="connsiteY59" fmla="*/ 1299096 h 2859891"/>
              <a:gd name="connsiteX60" fmla="*/ 7787 w 2864953"/>
              <a:gd name="connsiteY60" fmla="*/ 1299096 h 2859891"/>
              <a:gd name="connsiteX61" fmla="*/ 12047 w 2864953"/>
              <a:gd name="connsiteY61" fmla="*/ 1228583 h 2859891"/>
              <a:gd name="connsiteX62" fmla="*/ 192757 w 2864953"/>
              <a:gd name="connsiteY62" fmla="*/ 692353 h 2859891"/>
              <a:gd name="connsiteX63" fmla="*/ 713989 w 2864953"/>
              <a:gd name="connsiteY63" fmla="*/ 182923 h 2859891"/>
              <a:gd name="connsiteX64" fmla="*/ 1435846 w 2864953"/>
              <a:gd name="connsiteY64" fmla="*/ 0 h 2859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2864953" h="2859891">
                <a:moveTo>
                  <a:pt x="1128" y="1446649"/>
                </a:moveTo>
                <a:lnTo>
                  <a:pt x="10924" y="1608789"/>
                </a:lnTo>
                <a:lnTo>
                  <a:pt x="1128" y="1608789"/>
                </a:lnTo>
                <a:close/>
                <a:moveTo>
                  <a:pt x="1128" y="1409310"/>
                </a:moveTo>
                <a:lnTo>
                  <a:pt x="1128" y="1446649"/>
                </a:lnTo>
                <a:lnTo>
                  <a:pt x="0" y="1427979"/>
                </a:lnTo>
                <a:close/>
                <a:moveTo>
                  <a:pt x="2856117" y="1299096"/>
                </a:moveTo>
                <a:lnTo>
                  <a:pt x="2864953" y="1299096"/>
                </a:lnTo>
                <a:lnTo>
                  <a:pt x="2864953" y="1608789"/>
                </a:lnTo>
                <a:lnTo>
                  <a:pt x="2853011" y="1608789"/>
                </a:lnTo>
                <a:lnTo>
                  <a:pt x="2863824" y="1427979"/>
                </a:lnTo>
                <a:close/>
                <a:moveTo>
                  <a:pt x="1999145" y="1299096"/>
                </a:moveTo>
                <a:lnTo>
                  <a:pt x="1999145" y="1608789"/>
                </a:lnTo>
                <a:lnTo>
                  <a:pt x="2198947" y="1608789"/>
                </a:lnTo>
                <a:lnTo>
                  <a:pt x="2198947" y="1299096"/>
                </a:lnTo>
                <a:close/>
                <a:moveTo>
                  <a:pt x="1128" y="1299096"/>
                </a:moveTo>
                <a:lnTo>
                  <a:pt x="7787" y="1299096"/>
                </a:lnTo>
                <a:lnTo>
                  <a:pt x="1128" y="1409310"/>
                </a:lnTo>
                <a:close/>
                <a:moveTo>
                  <a:pt x="2332148" y="1145914"/>
                </a:moveTo>
                <a:lnTo>
                  <a:pt x="2332148" y="1768630"/>
                </a:lnTo>
                <a:lnTo>
                  <a:pt x="2531950" y="1768630"/>
                </a:lnTo>
                <a:lnTo>
                  <a:pt x="2531950" y="1145914"/>
                </a:lnTo>
                <a:close/>
                <a:moveTo>
                  <a:pt x="1666142" y="1145914"/>
                </a:moveTo>
                <a:lnTo>
                  <a:pt x="1666142" y="1768630"/>
                </a:lnTo>
                <a:lnTo>
                  <a:pt x="1865944" y="1768630"/>
                </a:lnTo>
                <a:lnTo>
                  <a:pt x="1865944" y="1145914"/>
                </a:lnTo>
                <a:close/>
                <a:moveTo>
                  <a:pt x="334131" y="1145914"/>
                </a:moveTo>
                <a:lnTo>
                  <a:pt x="334131" y="1768630"/>
                </a:lnTo>
                <a:lnTo>
                  <a:pt x="533933" y="1768630"/>
                </a:lnTo>
                <a:lnTo>
                  <a:pt x="533933" y="1145914"/>
                </a:lnTo>
                <a:close/>
                <a:moveTo>
                  <a:pt x="1333139" y="989403"/>
                </a:moveTo>
                <a:lnTo>
                  <a:pt x="1333139" y="1921811"/>
                </a:lnTo>
                <a:lnTo>
                  <a:pt x="1532941" y="1921811"/>
                </a:lnTo>
                <a:lnTo>
                  <a:pt x="1532941" y="989403"/>
                </a:lnTo>
                <a:close/>
                <a:moveTo>
                  <a:pt x="667133" y="832892"/>
                </a:moveTo>
                <a:lnTo>
                  <a:pt x="667133" y="2074993"/>
                </a:lnTo>
                <a:lnTo>
                  <a:pt x="866935" y="2074993"/>
                </a:lnTo>
                <a:lnTo>
                  <a:pt x="866935" y="832892"/>
                </a:lnTo>
                <a:close/>
                <a:moveTo>
                  <a:pt x="1000136" y="523199"/>
                </a:moveTo>
                <a:lnTo>
                  <a:pt x="1000136" y="2388015"/>
                </a:lnTo>
                <a:lnTo>
                  <a:pt x="1199938" y="2388015"/>
                </a:lnTo>
                <a:lnTo>
                  <a:pt x="1199938" y="523199"/>
                </a:lnTo>
                <a:close/>
                <a:moveTo>
                  <a:pt x="1435846" y="0"/>
                </a:moveTo>
                <a:cubicBezTo>
                  <a:pt x="1698101" y="0"/>
                  <a:pt x="1938064" y="60974"/>
                  <a:pt x="2155736" y="182923"/>
                </a:cubicBezTo>
                <a:cubicBezTo>
                  <a:pt x="2373408" y="304871"/>
                  <a:pt x="2545840" y="474681"/>
                  <a:pt x="2673034" y="692353"/>
                </a:cubicBezTo>
                <a:cubicBezTo>
                  <a:pt x="2768430" y="855607"/>
                  <a:pt x="2828051" y="1034350"/>
                  <a:pt x="2851900" y="1228583"/>
                </a:cubicBezTo>
                <a:lnTo>
                  <a:pt x="2856117" y="1299096"/>
                </a:lnTo>
                <a:lnTo>
                  <a:pt x="2665151" y="1299096"/>
                </a:lnTo>
                <a:lnTo>
                  <a:pt x="2665151" y="1608789"/>
                </a:lnTo>
                <a:lnTo>
                  <a:pt x="2853011" y="1608789"/>
                </a:lnTo>
                <a:lnTo>
                  <a:pt x="2851900" y="1627375"/>
                </a:lnTo>
                <a:cubicBezTo>
                  <a:pt x="2828051" y="1821607"/>
                  <a:pt x="2768430" y="2000350"/>
                  <a:pt x="2673034" y="2163604"/>
                </a:cubicBezTo>
                <a:cubicBezTo>
                  <a:pt x="2545840" y="2381275"/>
                  <a:pt x="2372752" y="2551741"/>
                  <a:pt x="2153769" y="2675001"/>
                </a:cubicBezTo>
                <a:cubicBezTo>
                  <a:pt x="1934786" y="2798261"/>
                  <a:pt x="1695479" y="2859891"/>
                  <a:pt x="1435846" y="2859891"/>
                </a:cubicBezTo>
                <a:cubicBezTo>
                  <a:pt x="1173591" y="2859891"/>
                  <a:pt x="932972" y="2798261"/>
                  <a:pt x="713989" y="2675001"/>
                </a:cubicBezTo>
                <a:cubicBezTo>
                  <a:pt x="495006" y="2551741"/>
                  <a:pt x="321262" y="2381275"/>
                  <a:pt x="192757" y="2163604"/>
                </a:cubicBezTo>
                <a:cubicBezTo>
                  <a:pt x="96378" y="2000350"/>
                  <a:pt x="36142" y="1821607"/>
                  <a:pt x="12047" y="1627375"/>
                </a:cubicBezTo>
                <a:lnTo>
                  <a:pt x="10924" y="1608789"/>
                </a:lnTo>
                <a:lnTo>
                  <a:pt x="200930" y="1608789"/>
                </a:lnTo>
                <a:lnTo>
                  <a:pt x="200930" y="1299096"/>
                </a:lnTo>
                <a:lnTo>
                  <a:pt x="7787" y="1299096"/>
                </a:lnTo>
                <a:lnTo>
                  <a:pt x="12047" y="1228583"/>
                </a:lnTo>
                <a:cubicBezTo>
                  <a:pt x="36142" y="1034350"/>
                  <a:pt x="96378" y="855607"/>
                  <a:pt x="192757" y="692353"/>
                </a:cubicBezTo>
                <a:cubicBezTo>
                  <a:pt x="321262" y="474681"/>
                  <a:pt x="495006" y="304871"/>
                  <a:pt x="713989" y="182923"/>
                </a:cubicBezTo>
                <a:cubicBezTo>
                  <a:pt x="932972" y="60974"/>
                  <a:pt x="1173591" y="0"/>
                  <a:pt x="1435846" y="0"/>
                </a:cubicBezTo>
                <a:close/>
              </a:path>
            </a:pathLst>
          </a:custGeom>
          <a:solidFill>
            <a:srgbClr val="6A8D6C"/>
          </a:solidFill>
          <a:ln w="322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Title 8">
            <a:extLst>
              <a:ext uri="{FF2B5EF4-FFF2-40B4-BE49-F238E27FC236}">
                <a16:creationId xmlns:a16="http://schemas.microsoft.com/office/drawing/2014/main" id="{3BFFE74C-06C9-07B5-FAB9-E9DECB8FA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453" y="1229326"/>
            <a:ext cx="6307084" cy="7778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6A8D6C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Tools &amp; Technologies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B00625-5BCD-C866-85BF-294D3F3D75FD}"/>
              </a:ext>
            </a:extLst>
          </p:cNvPr>
          <p:cNvSpPr txBox="1"/>
          <p:nvPr/>
        </p:nvSpPr>
        <p:spPr>
          <a:xfrm>
            <a:off x="944772" y="2068771"/>
            <a:ext cx="9908151" cy="4465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82880">
              <a:spcAft>
                <a:spcPts val="100"/>
              </a:spcAft>
              <a:defRPr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Frontend</a:t>
            </a:r>
          </a:p>
          <a:p>
            <a:pPr indent="-182880">
              <a:spcAft>
                <a:spcPts val="100"/>
              </a:spcAft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React for dynamic UI.</a:t>
            </a:r>
            <a:b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</a:br>
            <a:b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</a:b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Backend</a:t>
            </a:r>
          </a:p>
          <a:p>
            <a:pPr indent="-182880">
              <a:spcAft>
                <a:spcPts val="100"/>
              </a:spcAft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Node.js (Express) for server-side logic.</a:t>
            </a:r>
            <a:b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</a:br>
            <a:b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</a:b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Database</a:t>
            </a:r>
          </a:p>
          <a:p>
            <a:pPr indent="-182880">
              <a:spcAft>
                <a:spcPts val="100"/>
              </a:spcAft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MongoDB for flexible data management.</a:t>
            </a:r>
            <a:b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</a:br>
            <a:b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</a:b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Voice Recognition</a:t>
            </a:r>
          </a:p>
          <a:p>
            <a:pPr indent="-182880">
              <a:spcAft>
                <a:spcPts val="100"/>
              </a:spcAft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APIs (e.g., Google Speech-to-Text).</a:t>
            </a:r>
            <a:b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</a:br>
            <a:b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</a:b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Development Environment</a:t>
            </a:r>
          </a:p>
          <a:p>
            <a:pPr indent="-182880">
              <a:spcAft>
                <a:spcPts val="100"/>
              </a:spcAft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cs typeface="Poppins" panose="00000500000000000000" pitchFamily="2" charset="0"/>
              </a:rPr>
              <a:t>VS Code, CI tools like Jenkins, GitHub for version control.</a:t>
            </a:r>
          </a:p>
        </p:txBody>
      </p: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4B21FAE6-04FB-94C9-C809-DC3070915CE2}"/>
              </a:ext>
            </a:extLst>
          </p:cNvPr>
          <p:cNvGrpSpPr/>
          <p:nvPr/>
        </p:nvGrpSpPr>
        <p:grpSpPr>
          <a:xfrm flipH="1">
            <a:off x="6630626" y="2242371"/>
            <a:ext cx="5209736" cy="3189029"/>
            <a:chOff x="7044602" y="545892"/>
            <a:chExt cx="4405121" cy="2696501"/>
          </a:xfrm>
        </p:grpSpPr>
        <p:grpSp>
          <p:nvGrpSpPr>
            <p:cNvPr id="343" name="Group 342">
              <a:extLst>
                <a:ext uri="{FF2B5EF4-FFF2-40B4-BE49-F238E27FC236}">
                  <a16:creationId xmlns:a16="http://schemas.microsoft.com/office/drawing/2014/main" id="{8AE242AB-89AF-C66D-5376-A3763051E3E4}"/>
                </a:ext>
              </a:extLst>
            </p:cNvPr>
            <p:cNvGrpSpPr/>
            <p:nvPr/>
          </p:nvGrpSpPr>
          <p:grpSpPr>
            <a:xfrm>
              <a:off x="7044602" y="818255"/>
              <a:ext cx="3861125" cy="2424138"/>
              <a:chOff x="7044602" y="818255"/>
              <a:chExt cx="3861125" cy="2424138"/>
            </a:xfrm>
            <a:solidFill>
              <a:schemeClr val="bg1"/>
            </a:solidFill>
          </p:grpSpPr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241E0AAF-EF7F-C809-C46C-32B8C1BD8F7C}"/>
                  </a:ext>
                </a:extLst>
              </p:cNvPr>
              <p:cNvSpPr/>
              <p:nvPr/>
            </p:nvSpPr>
            <p:spPr>
              <a:xfrm>
                <a:off x="7193632" y="818255"/>
                <a:ext cx="3563817" cy="2356713"/>
              </a:xfrm>
              <a:custGeom>
                <a:avLst/>
                <a:gdLst>
                  <a:gd name="connsiteX0" fmla="*/ 6806022 w 7000112"/>
                  <a:gd name="connsiteY0" fmla="*/ 4629097 h 4629096"/>
                  <a:gd name="connsiteX1" fmla="*/ 194090 w 7000112"/>
                  <a:gd name="connsiteY1" fmla="*/ 4629097 h 4629096"/>
                  <a:gd name="connsiteX2" fmla="*/ 0 w 7000112"/>
                  <a:gd name="connsiteY2" fmla="*/ 4435007 h 4629096"/>
                  <a:gd name="connsiteX3" fmla="*/ 0 w 7000112"/>
                  <a:gd name="connsiteY3" fmla="*/ 103274 h 4629096"/>
                  <a:gd name="connsiteX4" fmla="*/ 103274 w 7000112"/>
                  <a:gd name="connsiteY4" fmla="*/ 0 h 4629096"/>
                  <a:gd name="connsiteX5" fmla="*/ 6910322 w 7000112"/>
                  <a:gd name="connsiteY5" fmla="*/ 0 h 4629096"/>
                  <a:gd name="connsiteX6" fmla="*/ 7000113 w 7000112"/>
                  <a:gd name="connsiteY6" fmla="*/ 89790 h 4629096"/>
                  <a:gd name="connsiteX7" fmla="*/ 7000113 w 7000112"/>
                  <a:gd name="connsiteY7" fmla="*/ 4435007 h 4629096"/>
                  <a:gd name="connsiteX8" fmla="*/ 6806022 w 7000112"/>
                  <a:gd name="connsiteY8" fmla="*/ 4629097 h 4629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000112" h="4629096">
                    <a:moveTo>
                      <a:pt x="6806022" y="4629097"/>
                    </a:moveTo>
                    <a:lnTo>
                      <a:pt x="194090" y="4629097"/>
                    </a:lnTo>
                    <a:cubicBezTo>
                      <a:pt x="86899" y="4629097"/>
                      <a:pt x="0" y="4542211"/>
                      <a:pt x="0" y="4435007"/>
                    </a:cubicBezTo>
                    <a:lnTo>
                      <a:pt x="0" y="103274"/>
                    </a:lnTo>
                    <a:cubicBezTo>
                      <a:pt x="0" y="46234"/>
                      <a:pt x="46234" y="0"/>
                      <a:pt x="103274" y="0"/>
                    </a:cubicBezTo>
                    <a:lnTo>
                      <a:pt x="6910322" y="0"/>
                    </a:lnTo>
                    <a:cubicBezTo>
                      <a:pt x="6959914" y="0"/>
                      <a:pt x="7000113" y="40198"/>
                      <a:pt x="7000113" y="89790"/>
                    </a:cubicBezTo>
                    <a:lnTo>
                      <a:pt x="7000113" y="4435007"/>
                    </a:lnTo>
                    <a:cubicBezTo>
                      <a:pt x="7000113" y="4542211"/>
                      <a:pt x="6913227" y="4629097"/>
                      <a:pt x="6806022" y="4629097"/>
                    </a:cubicBezTo>
                  </a:path>
                </a:pathLst>
              </a:custGeom>
              <a:grpFill/>
              <a:ln w="15875" cap="flat">
                <a:solidFill>
                  <a:srgbClr val="3E4B6D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endParaRPr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2BB50476-261B-5603-2FC5-870B191C714F}"/>
                  </a:ext>
                </a:extLst>
              </p:cNvPr>
              <p:cNvSpPr/>
              <p:nvPr/>
            </p:nvSpPr>
            <p:spPr>
              <a:xfrm>
                <a:off x="7044602" y="3000677"/>
                <a:ext cx="3861125" cy="206200"/>
              </a:xfrm>
              <a:custGeom>
                <a:avLst/>
                <a:gdLst>
                  <a:gd name="connsiteX0" fmla="*/ 7401258 w 7584089"/>
                  <a:gd name="connsiteY0" fmla="*/ 405022 h 405022"/>
                  <a:gd name="connsiteX1" fmla="*/ 182818 w 7584089"/>
                  <a:gd name="connsiteY1" fmla="*/ 405022 h 405022"/>
                  <a:gd name="connsiteX2" fmla="*/ 0 w 7584089"/>
                  <a:gd name="connsiteY2" fmla="*/ 222191 h 405022"/>
                  <a:gd name="connsiteX3" fmla="*/ 0 w 7584089"/>
                  <a:gd name="connsiteY3" fmla="*/ 0 h 405022"/>
                  <a:gd name="connsiteX4" fmla="*/ 7584089 w 7584089"/>
                  <a:gd name="connsiteY4" fmla="*/ 0 h 405022"/>
                  <a:gd name="connsiteX5" fmla="*/ 7584089 w 7584089"/>
                  <a:gd name="connsiteY5" fmla="*/ 222191 h 405022"/>
                  <a:gd name="connsiteX6" fmla="*/ 7401258 w 7584089"/>
                  <a:gd name="connsiteY6" fmla="*/ 405022 h 40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84089" h="405022">
                    <a:moveTo>
                      <a:pt x="7401258" y="405022"/>
                    </a:moveTo>
                    <a:lnTo>
                      <a:pt x="182818" y="405022"/>
                    </a:lnTo>
                    <a:cubicBezTo>
                      <a:pt x="81849" y="405022"/>
                      <a:pt x="0" y="323160"/>
                      <a:pt x="0" y="222191"/>
                    </a:cubicBezTo>
                    <a:lnTo>
                      <a:pt x="0" y="0"/>
                    </a:lnTo>
                    <a:lnTo>
                      <a:pt x="7584089" y="0"/>
                    </a:lnTo>
                    <a:lnTo>
                      <a:pt x="7584089" y="222191"/>
                    </a:lnTo>
                    <a:cubicBezTo>
                      <a:pt x="7584089" y="323160"/>
                      <a:pt x="7502240" y="405022"/>
                      <a:pt x="7401258" y="405022"/>
                    </a:cubicBezTo>
                  </a:path>
                </a:pathLst>
              </a:custGeom>
              <a:grpFill/>
              <a:ln w="15875" cap="flat">
                <a:solidFill>
                  <a:srgbClr val="3E4B6D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endParaRPr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D5C5497A-841F-FED0-88A7-B7B3065EF1E3}"/>
                  </a:ext>
                </a:extLst>
              </p:cNvPr>
              <p:cNvSpPr/>
              <p:nvPr/>
            </p:nvSpPr>
            <p:spPr>
              <a:xfrm rot="10800000" flipV="1">
                <a:off x="7289291" y="911886"/>
                <a:ext cx="3362528" cy="1990208"/>
              </a:xfrm>
              <a:custGeom>
                <a:avLst/>
                <a:gdLst>
                  <a:gd name="connsiteX0" fmla="*/ 686 w 6604736"/>
                  <a:gd name="connsiteY0" fmla="*/ 145 h 3909202"/>
                  <a:gd name="connsiteX1" fmla="*/ 6605423 w 6604736"/>
                  <a:gd name="connsiteY1" fmla="*/ 145 h 3909202"/>
                  <a:gd name="connsiteX2" fmla="*/ 6605423 w 6604736"/>
                  <a:gd name="connsiteY2" fmla="*/ 3909348 h 3909202"/>
                  <a:gd name="connsiteX3" fmla="*/ 686 w 6604736"/>
                  <a:gd name="connsiteY3" fmla="*/ 3909348 h 3909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04736" h="3909202">
                    <a:moveTo>
                      <a:pt x="686" y="145"/>
                    </a:moveTo>
                    <a:lnTo>
                      <a:pt x="6605423" y="145"/>
                    </a:lnTo>
                    <a:lnTo>
                      <a:pt x="6605423" y="3909348"/>
                    </a:lnTo>
                    <a:lnTo>
                      <a:pt x="686" y="3909348"/>
                    </a:lnTo>
                    <a:close/>
                  </a:path>
                </a:pathLst>
              </a:custGeom>
              <a:grpFill/>
              <a:ln w="15875" cap="flat">
                <a:solidFill>
                  <a:srgbClr val="3E4B6D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endParaRPr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96462B57-3243-CDF4-66CC-EC39B90A78F9}"/>
                  </a:ext>
                </a:extLst>
              </p:cNvPr>
              <p:cNvSpPr/>
              <p:nvPr/>
            </p:nvSpPr>
            <p:spPr>
              <a:xfrm rot="3470503" flipV="1">
                <a:off x="8793961" y="2693464"/>
                <a:ext cx="448868" cy="648990"/>
              </a:xfrm>
              <a:custGeom>
                <a:avLst/>
                <a:gdLst>
                  <a:gd name="connsiteX0" fmla="*/ 1005 w 881674"/>
                  <a:gd name="connsiteY0" fmla="*/ 638 h 1274758"/>
                  <a:gd name="connsiteX1" fmla="*/ 177814 w 881674"/>
                  <a:gd name="connsiteY1" fmla="*/ 638 h 1274758"/>
                  <a:gd name="connsiteX2" fmla="*/ 882680 w 881674"/>
                  <a:gd name="connsiteY2" fmla="*/ 1121744 h 1274758"/>
                  <a:gd name="connsiteX3" fmla="*/ 802469 w 881674"/>
                  <a:gd name="connsiteY3" fmla="*/ 1275396 h 1274758"/>
                  <a:gd name="connsiteX4" fmla="*/ 1005 w 881674"/>
                  <a:gd name="connsiteY4" fmla="*/ 638 h 1274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1674" h="1274758">
                    <a:moveTo>
                      <a:pt x="1005" y="638"/>
                    </a:moveTo>
                    <a:lnTo>
                      <a:pt x="177814" y="638"/>
                    </a:lnTo>
                    <a:lnTo>
                      <a:pt x="882680" y="1121744"/>
                    </a:lnTo>
                    <a:lnTo>
                      <a:pt x="802469" y="1275396"/>
                    </a:lnTo>
                    <a:lnTo>
                      <a:pt x="1005" y="638"/>
                    </a:lnTo>
                    <a:close/>
                  </a:path>
                </a:pathLst>
              </a:custGeom>
              <a:grpFill/>
              <a:ln w="15875" cap="flat">
                <a:solidFill>
                  <a:srgbClr val="3E4B6D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endParaRPr>
              </a:p>
            </p:txBody>
          </p:sp>
          <p:sp>
            <p:nvSpPr>
              <p:cNvPr id="2" name="Freeform: Shape 1">
                <a:extLst>
                  <a:ext uri="{FF2B5EF4-FFF2-40B4-BE49-F238E27FC236}">
                    <a16:creationId xmlns:a16="http://schemas.microsoft.com/office/drawing/2014/main" id="{1BCE9C90-07F0-8582-CDBE-DDCE797B231F}"/>
                  </a:ext>
                </a:extLst>
              </p:cNvPr>
              <p:cNvSpPr/>
              <p:nvPr/>
            </p:nvSpPr>
            <p:spPr>
              <a:xfrm rot="10800000" flipV="1">
                <a:off x="7389060" y="1027189"/>
                <a:ext cx="3171109" cy="1874905"/>
              </a:xfrm>
              <a:custGeom>
                <a:avLst/>
                <a:gdLst>
                  <a:gd name="connsiteX0" fmla="*/ 686 w 6228747"/>
                  <a:gd name="connsiteY0" fmla="*/ 167 h 3682721"/>
                  <a:gd name="connsiteX1" fmla="*/ 6229433 w 6228747"/>
                  <a:gd name="connsiteY1" fmla="*/ 167 h 3682721"/>
                  <a:gd name="connsiteX2" fmla="*/ 6229433 w 6228747"/>
                  <a:gd name="connsiteY2" fmla="*/ 3682888 h 3682721"/>
                  <a:gd name="connsiteX3" fmla="*/ 686 w 6228747"/>
                  <a:gd name="connsiteY3" fmla="*/ 3682888 h 36827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28747" h="3682721">
                    <a:moveTo>
                      <a:pt x="686" y="167"/>
                    </a:moveTo>
                    <a:lnTo>
                      <a:pt x="6229433" y="167"/>
                    </a:lnTo>
                    <a:lnTo>
                      <a:pt x="6229433" y="3682888"/>
                    </a:lnTo>
                    <a:lnTo>
                      <a:pt x="686" y="3682888"/>
                    </a:lnTo>
                    <a:close/>
                  </a:path>
                </a:pathLst>
              </a:custGeom>
              <a:grpFill/>
              <a:ln w="15875" cap="flat">
                <a:solidFill>
                  <a:srgbClr val="3E4B6D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endParaRPr>
              </a:p>
            </p:txBody>
          </p:sp>
        </p:grpSp>
        <p:grpSp>
          <p:nvGrpSpPr>
            <p:cNvPr id="7" name="Graphic 1">
              <a:extLst>
                <a:ext uri="{FF2B5EF4-FFF2-40B4-BE49-F238E27FC236}">
                  <a16:creationId xmlns:a16="http://schemas.microsoft.com/office/drawing/2014/main" id="{F56327DD-7513-7983-3B76-2CA4E3E81870}"/>
                </a:ext>
              </a:extLst>
            </p:cNvPr>
            <p:cNvGrpSpPr/>
            <p:nvPr/>
          </p:nvGrpSpPr>
          <p:grpSpPr>
            <a:xfrm>
              <a:off x="10048343" y="545892"/>
              <a:ext cx="1401380" cy="1401386"/>
              <a:chOff x="6923536" y="1469635"/>
              <a:chExt cx="2875051" cy="2875063"/>
            </a:xfrm>
            <a:solidFill>
              <a:srgbClr val="FFFFFF"/>
            </a:solidFill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4F98C53B-BDD5-2F9E-FDCE-204E15C417F6}"/>
                  </a:ext>
                </a:extLst>
              </p:cNvPr>
              <p:cNvSpPr/>
              <p:nvPr/>
            </p:nvSpPr>
            <p:spPr>
              <a:xfrm>
                <a:off x="6923536" y="1469635"/>
                <a:ext cx="2875051" cy="2875063"/>
              </a:xfrm>
              <a:custGeom>
                <a:avLst/>
                <a:gdLst>
                  <a:gd name="connsiteX0" fmla="*/ 2665309 w 2875051"/>
                  <a:gd name="connsiteY0" fmla="*/ 2054911 h 2875063"/>
                  <a:gd name="connsiteX1" fmla="*/ 2875389 w 2875051"/>
                  <a:gd name="connsiteY1" fmla="*/ 1829333 h 2875063"/>
                  <a:gd name="connsiteX2" fmla="*/ 2875389 w 2875051"/>
                  <a:gd name="connsiteY2" fmla="*/ 763672 h 2875063"/>
                  <a:gd name="connsiteX3" fmla="*/ 2648987 w 2875051"/>
                  <a:gd name="connsiteY3" fmla="*/ 537270 h 2875063"/>
                  <a:gd name="connsiteX4" fmla="*/ 2875389 w 2875051"/>
                  <a:gd name="connsiteY4" fmla="*/ 310880 h 2875063"/>
                  <a:gd name="connsiteX5" fmla="*/ 2875389 w 2875051"/>
                  <a:gd name="connsiteY5" fmla="*/ 160491 h 2875063"/>
                  <a:gd name="connsiteX6" fmla="*/ 2715078 w 2875051"/>
                  <a:gd name="connsiteY6" fmla="*/ 168 h 2875063"/>
                  <a:gd name="connsiteX7" fmla="*/ 160661 w 2875051"/>
                  <a:gd name="connsiteY7" fmla="*/ 168 h 2875063"/>
                  <a:gd name="connsiteX8" fmla="*/ 338 w 2875051"/>
                  <a:gd name="connsiteY8" fmla="*/ 160491 h 2875063"/>
                  <a:gd name="connsiteX9" fmla="*/ 338 w 2875051"/>
                  <a:gd name="connsiteY9" fmla="*/ 310880 h 2875063"/>
                  <a:gd name="connsiteX10" fmla="*/ 226728 w 2875051"/>
                  <a:gd name="connsiteY10" fmla="*/ 537270 h 2875063"/>
                  <a:gd name="connsiteX11" fmla="*/ 338 w 2875051"/>
                  <a:gd name="connsiteY11" fmla="*/ 763672 h 2875063"/>
                  <a:gd name="connsiteX12" fmla="*/ 338 w 2875051"/>
                  <a:gd name="connsiteY12" fmla="*/ 2714907 h 2875063"/>
                  <a:gd name="connsiteX13" fmla="*/ 160661 w 2875051"/>
                  <a:gd name="connsiteY13" fmla="*/ 2875231 h 2875063"/>
                  <a:gd name="connsiteX14" fmla="*/ 760825 w 2875051"/>
                  <a:gd name="connsiteY14" fmla="*/ 2875231 h 2875063"/>
                  <a:gd name="connsiteX15" fmla="*/ 760825 w 2875051"/>
                  <a:gd name="connsiteY15" fmla="*/ 2560547 h 2875063"/>
                  <a:gd name="connsiteX16" fmla="*/ 860574 w 2875051"/>
                  <a:gd name="connsiteY16" fmla="*/ 2450263 h 2875063"/>
                  <a:gd name="connsiteX17" fmla="*/ 974547 w 2875051"/>
                  <a:gd name="connsiteY17" fmla="*/ 2556882 h 2875063"/>
                  <a:gd name="connsiteX18" fmla="*/ 974547 w 2875051"/>
                  <a:gd name="connsiteY18" fmla="*/ 2875231 h 2875063"/>
                  <a:gd name="connsiteX19" fmla="*/ 2715078 w 2875051"/>
                  <a:gd name="connsiteY19" fmla="*/ 2875231 h 2875063"/>
                  <a:gd name="connsiteX20" fmla="*/ 2875389 w 2875051"/>
                  <a:gd name="connsiteY20" fmla="*/ 2714907 h 2875063"/>
                  <a:gd name="connsiteX21" fmla="*/ 2875389 w 2875051"/>
                  <a:gd name="connsiteY21" fmla="*/ 2280488 h 2875063"/>
                  <a:gd name="connsiteX22" fmla="*/ 2665309 w 2875051"/>
                  <a:gd name="connsiteY22" fmla="*/ 2054911 h 2875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875051" h="2875063">
                    <a:moveTo>
                      <a:pt x="2665309" y="2054911"/>
                    </a:moveTo>
                    <a:cubicBezTo>
                      <a:pt x="2665309" y="1935375"/>
                      <a:pt x="2757999" y="1837724"/>
                      <a:pt x="2875389" y="1829333"/>
                    </a:cubicBezTo>
                    <a:lnTo>
                      <a:pt x="2875389" y="763672"/>
                    </a:lnTo>
                    <a:cubicBezTo>
                      <a:pt x="2750350" y="763672"/>
                      <a:pt x="2648987" y="662309"/>
                      <a:pt x="2648987" y="537270"/>
                    </a:cubicBezTo>
                    <a:cubicBezTo>
                      <a:pt x="2648987" y="412243"/>
                      <a:pt x="2750350" y="310880"/>
                      <a:pt x="2875389" y="310880"/>
                    </a:cubicBezTo>
                    <a:lnTo>
                      <a:pt x="2875389" y="160491"/>
                    </a:lnTo>
                    <a:cubicBezTo>
                      <a:pt x="2875389" y="71950"/>
                      <a:pt x="2803607" y="168"/>
                      <a:pt x="2715078" y="168"/>
                    </a:cubicBezTo>
                    <a:lnTo>
                      <a:pt x="160661" y="168"/>
                    </a:lnTo>
                    <a:cubicBezTo>
                      <a:pt x="72120" y="168"/>
                      <a:pt x="338" y="71950"/>
                      <a:pt x="338" y="160491"/>
                    </a:cubicBezTo>
                    <a:lnTo>
                      <a:pt x="338" y="310880"/>
                    </a:lnTo>
                    <a:cubicBezTo>
                      <a:pt x="125377" y="310880"/>
                      <a:pt x="226728" y="412243"/>
                      <a:pt x="226728" y="537270"/>
                    </a:cubicBezTo>
                    <a:cubicBezTo>
                      <a:pt x="226728" y="662309"/>
                      <a:pt x="125377" y="763672"/>
                      <a:pt x="338" y="763672"/>
                    </a:cubicBezTo>
                    <a:lnTo>
                      <a:pt x="338" y="2714907"/>
                    </a:lnTo>
                    <a:cubicBezTo>
                      <a:pt x="338" y="2803448"/>
                      <a:pt x="72120" y="2875231"/>
                      <a:pt x="160661" y="2875231"/>
                    </a:cubicBezTo>
                    <a:lnTo>
                      <a:pt x="760825" y="2875231"/>
                    </a:lnTo>
                    <a:lnTo>
                      <a:pt x="760825" y="2560547"/>
                    </a:lnTo>
                    <a:cubicBezTo>
                      <a:pt x="760825" y="2503637"/>
                      <a:pt x="803782" y="2453940"/>
                      <a:pt x="860574" y="2450263"/>
                    </a:cubicBezTo>
                    <a:cubicBezTo>
                      <a:pt x="922811" y="2446232"/>
                      <a:pt x="974547" y="2495517"/>
                      <a:pt x="974547" y="2556882"/>
                    </a:cubicBezTo>
                    <a:lnTo>
                      <a:pt x="974547" y="2875231"/>
                    </a:lnTo>
                    <a:lnTo>
                      <a:pt x="2715078" y="2875231"/>
                    </a:lnTo>
                    <a:cubicBezTo>
                      <a:pt x="2803607" y="2875231"/>
                      <a:pt x="2875389" y="2803448"/>
                      <a:pt x="2875389" y="2714907"/>
                    </a:cubicBezTo>
                    <a:lnTo>
                      <a:pt x="2875389" y="2280488"/>
                    </a:lnTo>
                    <a:cubicBezTo>
                      <a:pt x="2757999" y="2272097"/>
                      <a:pt x="2665309" y="2174446"/>
                      <a:pt x="2665309" y="2054911"/>
                    </a:cubicBezTo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D704DF9C-CEE2-4411-D537-3322753635F5}"/>
                  </a:ext>
                </a:extLst>
              </p:cNvPr>
              <p:cNvSpPr/>
              <p:nvPr/>
            </p:nvSpPr>
            <p:spPr>
              <a:xfrm rot="-5400000" flipV="1">
                <a:off x="9416004" y="3921681"/>
                <a:ext cx="276087" cy="276052"/>
              </a:xfrm>
              <a:custGeom>
                <a:avLst/>
                <a:gdLst>
                  <a:gd name="connsiteX0" fmla="*/ 138430 w 276087"/>
                  <a:gd name="connsiteY0" fmla="*/ 350 h 276052"/>
                  <a:gd name="connsiteX1" fmla="*/ 380 w 276087"/>
                  <a:gd name="connsiteY1" fmla="*/ 138388 h 276052"/>
                  <a:gd name="connsiteX2" fmla="*/ 138430 w 276087"/>
                  <a:gd name="connsiteY2" fmla="*/ 276403 h 276052"/>
                  <a:gd name="connsiteX3" fmla="*/ 276468 w 276087"/>
                  <a:gd name="connsiteY3" fmla="*/ 138388 h 276052"/>
                  <a:gd name="connsiteX4" fmla="*/ 138430 w 276087"/>
                  <a:gd name="connsiteY4" fmla="*/ 350 h 276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6087" h="276052">
                    <a:moveTo>
                      <a:pt x="138430" y="350"/>
                    </a:moveTo>
                    <a:cubicBezTo>
                      <a:pt x="62181" y="350"/>
                      <a:pt x="380" y="62151"/>
                      <a:pt x="380" y="138388"/>
                    </a:cubicBezTo>
                    <a:cubicBezTo>
                      <a:pt x="380" y="214626"/>
                      <a:pt x="62181" y="276403"/>
                      <a:pt x="138430" y="276403"/>
                    </a:cubicBezTo>
                    <a:cubicBezTo>
                      <a:pt x="214667" y="276403"/>
                      <a:pt x="276468" y="214626"/>
                      <a:pt x="276468" y="138388"/>
                    </a:cubicBezTo>
                    <a:cubicBezTo>
                      <a:pt x="276468" y="62151"/>
                      <a:pt x="214667" y="350"/>
                      <a:pt x="138430" y="350"/>
                    </a:cubicBezTo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F793208A-3E1E-4517-50BC-4507B4E4AD0C}"/>
                  </a:ext>
                </a:extLst>
              </p:cNvPr>
              <p:cNvSpPr/>
              <p:nvPr/>
            </p:nvSpPr>
            <p:spPr>
              <a:xfrm rot="-5400000" flipV="1">
                <a:off x="9487156" y="3991230"/>
                <a:ext cx="136965" cy="136942"/>
              </a:xfrm>
              <a:custGeom>
                <a:avLst/>
                <a:gdLst>
                  <a:gd name="connsiteX0" fmla="*/ 68857 w 136965"/>
                  <a:gd name="connsiteY0" fmla="*/ 350 h 136942"/>
                  <a:gd name="connsiteX1" fmla="*/ 375 w 136965"/>
                  <a:gd name="connsiteY1" fmla="*/ 68821 h 136942"/>
                  <a:gd name="connsiteX2" fmla="*/ 68857 w 136965"/>
                  <a:gd name="connsiteY2" fmla="*/ 137292 h 136942"/>
                  <a:gd name="connsiteX3" fmla="*/ 137340 w 136965"/>
                  <a:gd name="connsiteY3" fmla="*/ 68821 h 136942"/>
                  <a:gd name="connsiteX4" fmla="*/ 68857 w 136965"/>
                  <a:gd name="connsiteY4" fmla="*/ 350 h 136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965" h="136942">
                    <a:moveTo>
                      <a:pt x="68857" y="350"/>
                    </a:moveTo>
                    <a:cubicBezTo>
                      <a:pt x="31039" y="350"/>
                      <a:pt x="375" y="31015"/>
                      <a:pt x="375" y="68821"/>
                    </a:cubicBezTo>
                    <a:cubicBezTo>
                      <a:pt x="375" y="106651"/>
                      <a:pt x="31039" y="137292"/>
                      <a:pt x="68857" y="137292"/>
                    </a:cubicBezTo>
                    <a:cubicBezTo>
                      <a:pt x="106675" y="137292"/>
                      <a:pt x="137340" y="106651"/>
                      <a:pt x="137340" y="68821"/>
                    </a:cubicBezTo>
                    <a:cubicBezTo>
                      <a:pt x="137340" y="31015"/>
                      <a:pt x="106675" y="350"/>
                      <a:pt x="68857" y="350"/>
                    </a:cubicBezTo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3C5B5217-F2E4-A361-3E3E-D1E98517F5F5}"/>
                  </a:ext>
                </a:extLst>
              </p:cNvPr>
              <p:cNvSpPr/>
              <p:nvPr/>
            </p:nvSpPr>
            <p:spPr>
              <a:xfrm>
                <a:off x="8589397" y="2032299"/>
                <a:ext cx="668800" cy="668788"/>
              </a:xfrm>
              <a:custGeom>
                <a:avLst/>
                <a:gdLst>
                  <a:gd name="connsiteX0" fmla="*/ 669126 w 668800"/>
                  <a:gd name="connsiteY0" fmla="*/ 94848 h 668788"/>
                  <a:gd name="connsiteX1" fmla="*/ 669126 w 668800"/>
                  <a:gd name="connsiteY1" fmla="*/ 76923 h 668788"/>
                  <a:gd name="connsiteX2" fmla="*/ 646086 w 668800"/>
                  <a:gd name="connsiteY2" fmla="*/ 76923 h 668788"/>
                  <a:gd name="connsiteX3" fmla="*/ 646086 w 668800"/>
                  <a:gd name="connsiteY3" fmla="*/ 23243 h 668788"/>
                  <a:gd name="connsiteX4" fmla="*/ 608598 w 668800"/>
                  <a:gd name="connsiteY4" fmla="*/ 23243 h 668788"/>
                  <a:gd name="connsiteX5" fmla="*/ 608598 w 668800"/>
                  <a:gd name="connsiteY5" fmla="*/ 179 h 668788"/>
                  <a:gd name="connsiteX6" fmla="*/ 590673 w 668800"/>
                  <a:gd name="connsiteY6" fmla="*/ 179 h 668788"/>
                  <a:gd name="connsiteX7" fmla="*/ 590673 w 668800"/>
                  <a:gd name="connsiteY7" fmla="*/ 23243 h 668788"/>
                  <a:gd name="connsiteX8" fmla="*/ 560810 w 668800"/>
                  <a:gd name="connsiteY8" fmla="*/ 23243 h 668788"/>
                  <a:gd name="connsiteX9" fmla="*/ 560810 w 668800"/>
                  <a:gd name="connsiteY9" fmla="*/ 179 h 668788"/>
                  <a:gd name="connsiteX10" fmla="*/ 542885 w 668800"/>
                  <a:gd name="connsiteY10" fmla="*/ 179 h 668788"/>
                  <a:gd name="connsiteX11" fmla="*/ 542885 w 668800"/>
                  <a:gd name="connsiteY11" fmla="*/ 23243 h 668788"/>
                  <a:gd name="connsiteX12" fmla="*/ 513021 w 668800"/>
                  <a:gd name="connsiteY12" fmla="*/ 23243 h 668788"/>
                  <a:gd name="connsiteX13" fmla="*/ 513021 w 668800"/>
                  <a:gd name="connsiteY13" fmla="*/ 179 h 668788"/>
                  <a:gd name="connsiteX14" fmla="*/ 495096 w 668800"/>
                  <a:gd name="connsiteY14" fmla="*/ 179 h 668788"/>
                  <a:gd name="connsiteX15" fmla="*/ 495096 w 668800"/>
                  <a:gd name="connsiteY15" fmla="*/ 23243 h 668788"/>
                  <a:gd name="connsiteX16" fmla="*/ 465233 w 668800"/>
                  <a:gd name="connsiteY16" fmla="*/ 23243 h 668788"/>
                  <a:gd name="connsiteX17" fmla="*/ 465233 w 668800"/>
                  <a:gd name="connsiteY17" fmla="*/ 179 h 668788"/>
                  <a:gd name="connsiteX18" fmla="*/ 447308 w 668800"/>
                  <a:gd name="connsiteY18" fmla="*/ 179 h 668788"/>
                  <a:gd name="connsiteX19" fmla="*/ 447308 w 668800"/>
                  <a:gd name="connsiteY19" fmla="*/ 23243 h 668788"/>
                  <a:gd name="connsiteX20" fmla="*/ 417445 w 668800"/>
                  <a:gd name="connsiteY20" fmla="*/ 23243 h 668788"/>
                  <a:gd name="connsiteX21" fmla="*/ 417445 w 668800"/>
                  <a:gd name="connsiteY21" fmla="*/ 179 h 668788"/>
                  <a:gd name="connsiteX22" fmla="*/ 399532 w 668800"/>
                  <a:gd name="connsiteY22" fmla="*/ 179 h 668788"/>
                  <a:gd name="connsiteX23" fmla="*/ 399532 w 668800"/>
                  <a:gd name="connsiteY23" fmla="*/ 23243 h 668788"/>
                  <a:gd name="connsiteX24" fmla="*/ 369657 w 668800"/>
                  <a:gd name="connsiteY24" fmla="*/ 23243 h 668788"/>
                  <a:gd name="connsiteX25" fmla="*/ 369657 w 668800"/>
                  <a:gd name="connsiteY25" fmla="*/ 179 h 668788"/>
                  <a:gd name="connsiteX26" fmla="*/ 351743 w 668800"/>
                  <a:gd name="connsiteY26" fmla="*/ 179 h 668788"/>
                  <a:gd name="connsiteX27" fmla="*/ 351743 w 668800"/>
                  <a:gd name="connsiteY27" fmla="*/ 23243 h 668788"/>
                  <a:gd name="connsiteX28" fmla="*/ 321220 w 668800"/>
                  <a:gd name="connsiteY28" fmla="*/ 23243 h 668788"/>
                  <a:gd name="connsiteX29" fmla="*/ 321220 w 668800"/>
                  <a:gd name="connsiteY29" fmla="*/ 179 h 668788"/>
                  <a:gd name="connsiteX30" fmla="*/ 303295 w 668800"/>
                  <a:gd name="connsiteY30" fmla="*/ 179 h 668788"/>
                  <a:gd name="connsiteX31" fmla="*/ 303295 w 668800"/>
                  <a:gd name="connsiteY31" fmla="*/ 23243 h 668788"/>
                  <a:gd name="connsiteX32" fmla="*/ 273432 w 668800"/>
                  <a:gd name="connsiteY32" fmla="*/ 23243 h 668788"/>
                  <a:gd name="connsiteX33" fmla="*/ 273432 w 668800"/>
                  <a:gd name="connsiteY33" fmla="*/ 179 h 668788"/>
                  <a:gd name="connsiteX34" fmla="*/ 255519 w 668800"/>
                  <a:gd name="connsiteY34" fmla="*/ 179 h 668788"/>
                  <a:gd name="connsiteX35" fmla="*/ 255519 w 668800"/>
                  <a:gd name="connsiteY35" fmla="*/ 23243 h 668788"/>
                  <a:gd name="connsiteX36" fmla="*/ 225655 w 668800"/>
                  <a:gd name="connsiteY36" fmla="*/ 23243 h 668788"/>
                  <a:gd name="connsiteX37" fmla="*/ 225655 w 668800"/>
                  <a:gd name="connsiteY37" fmla="*/ 179 h 668788"/>
                  <a:gd name="connsiteX38" fmla="*/ 207730 w 668800"/>
                  <a:gd name="connsiteY38" fmla="*/ 179 h 668788"/>
                  <a:gd name="connsiteX39" fmla="*/ 207730 w 668800"/>
                  <a:gd name="connsiteY39" fmla="*/ 23243 h 668788"/>
                  <a:gd name="connsiteX40" fmla="*/ 177867 w 668800"/>
                  <a:gd name="connsiteY40" fmla="*/ 23243 h 668788"/>
                  <a:gd name="connsiteX41" fmla="*/ 177867 w 668800"/>
                  <a:gd name="connsiteY41" fmla="*/ 179 h 668788"/>
                  <a:gd name="connsiteX42" fmla="*/ 159942 w 668800"/>
                  <a:gd name="connsiteY42" fmla="*/ 179 h 668788"/>
                  <a:gd name="connsiteX43" fmla="*/ 159942 w 668800"/>
                  <a:gd name="connsiteY43" fmla="*/ 23243 h 668788"/>
                  <a:gd name="connsiteX44" fmla="*/ 130079 w 668800"/>
                  <a:gd name="connsiteY44" fmla="*/ 23243 h 668788"/>
                  <a:gd name="connsiteX45" fmla="*/ 130079 w 668800"/>
                  <a:gd name="connsiteY45" fmla="*/ 179 h 668788"/>
                  <a:gd name="connsiteX46" fmla="*/ 112154 w 668800"/>
                  <a:gd name="connsiteY46" fmla="*/ 179 h 668788"/>
                  <a:gd name="connsiteX47" fmla="*/ 112154 w 668800"/>
                  <a:gd name="connsiteY47" fmla="*/ 23243 h 668788"/>
                  <a:gd name="connsiteX48" fmla="*/ 82290 w 668800"/>
                  <a:gd name="connsiteY48" fmla="*/ 23243 h 668788"/>
                  <a:gd name="connsiteX49" fmla="*/ 82290 w 668800"/>
                  <a:gd name="connsiteY49" fmla="*/ 179 h 668788"/>
                  <a:gd name="connsiteX50" fmla="*/ 64377 w 668800"/>
                  <a:gd name="connsiteY50" fmla="*/ 179 h 668788"/>
                  <a:gd name="connsiteX51" fmla="*/ 64377 w 668800"/>
                  <a:gd name="connsiteY51" fmla="*/ 23243 h 668788"/>
                  <a:gd name="connsiteX52" fmla="*/ 25051 w 668800"/>
                  <a:gd name="connsiteY52" fmla="*/ 23243 h 668788"/>
                  <a:gd name="connsiteX53" fmla="*/ 25051 w 668800"/>
                  <a:gd name="connsiteY53" fmla="*/ 76923 h 668788"/>
                  <a:gd name="connsiteX54" fmla="*/ 326 w 668800"/>
                  <a:gd name="connsiteY54" fmla="*/ 76923 h 668788"/>
                  <a:gd name="connsiteX55" fmla="*/ 326 w 668800"/>
                  <a:gd name="connsiteY55" fmla="*/ 94848 h 668788"/>
                  <a:gd name="connsiteX56" fmla="*/ 25051 w 668800"/>
                  <a:gd name="connsiteY56" fmla="*/ 94848 h 668788"/>
                  <a:gd name="connsiteX57" fmla="*/ 25051 w 668800"/>
                  <a:gd name="connsiteY57" fmla="*/ 124712 h 668788"/>
                  <a:gd name="connsiteX58" fmla="*/ 326 w 668800"/>
                  <a:gd name="connsiteY58" fmla="*/ 124712 h 668788"/>
                  <a:gd name="connsiteX59" fmla="*/ 326 w 668800"/>
                  <a:gd name="connsiteY59" fmla="*/ 142637 h 668788"/>
                  <a:gd name="connsiteX60" fmla="*/ 25051 w 668800"/>
                  <a:gd name="connsiteY60" fmla="*/ 142637 h 668788"/>
                  <a:gd name="connsiteX61" fmla="*/ 25051 w 668800"/>
                  <a:gd name="connsiteY61" fmla="*/ 172500 h 668788"/>
                  <a:gd name="connsiteX62" fmla="*/ 326 w 668800"/>
                  <a:gd name="connsiteY62" fmla="*/ 172500 h 668788"/>
                  <a:gd name="connsiteX63" fmla="*/ 326 w 668800"/>
                  <a:gd name="connsiteY63" fmla="*/ 190425 h 668788"/>
                  <a:gd name="connsiteX64" fmla="*/ 25051 w 668800"/>
                  <a:gd name="connsiteY64" fmla="*/ 190425 h 668788"/>
                  <a:gd name="connsiteX65" fmla="*/ 25051 w 668800"/>
                  <a:gd name="connsiteY65" fmla="*/ 220288 h 668788"/>
                  <a:gd name="connsiteX66" fmla="*/ 326 w 668800"/>
                  <a:gd name="connsiteY66" fmla="*/ 220288 h 668788"/>
                  <a:gd name="connsiteX67" fmla="*/ 326 w 668800"/>
                  <a:gd name="connsiteY67" fmla="*/ 238213 h 668788"/>
                  <a:gd name="connsiteX68" fmla="*/ 25051 w 668800"/>
                  <a:gd name="connsiteY68" fmla="*/ 238213 h 668788"/>
                  <a:gd name="connsiteX69" fmla="*/ 25051 w 668800"/>
                  <a:gd name="connsiteY69" fmla="*/ 268076 h 668788"/>
                  <a:gd name="connsiteX70" fmla="*/ 326 w 668800"/>
                  <a:gd name="connsiteY70" fmla="*/ 268076 h 668788"/>
                  <a:gd name="connsiteX71" fmla="*/ 326 w 668800"/>
                  <a:gd name="connsiteY71" fmla="*/ 286001 h 668788"/>
                  <a:gd name="connsiteX72" fmla="*/ 25051 w 668800"/>
                  <a:gd name="connsiteY72" fmla="*/ 286001 h 668788"/>
                  <a:gd name="connsiteX73" fmla="*/ 25051 w 668800"/>
                  <a:gd name="connsiteY73" fmla="*/ 315865 h 668788"/>
                  <a:gd name="connsiteX74" fmla="*/ 326 w 668800"/>
                  <a:gd name="connsiteY74" fmla="*/ 315865 h 668788"/>
                  <a:gd name="connsiteX75" fmla="*/ 326 w 668800"/>
                  <a:gd name="connsiteY75" fmla="*/ 333778 h 668788"/>
                  <a:gd name="connsiteX76" fmla="*/ 25051 w 668800"/>
                  <a:gd name="connsiteY76" fmla="*/ 333778 h 668788"/>
                  <a:gd name="connsiteX77" fmla="*/ 25051 w 668800"/>
                  <a:gd name="connsiteY77" fmla="*/ 364301 h 668788"/>
                  <a:gd name="connsiteX78" fmla="*/ 326 w 668800"/>
                  <a:gd name="connsiteY78" fmla="*/ 364301 h 668788"/>
                  <a:gd name="connsiteX79" fmla="*/ 326 w 668800"/>
                  <a:gd name="connsiteY79" fmla="*/ 382214 h 668788"/>
                  <a:gd name="connsiteX80" fmla="*/ 25051 w 668800"/>
                  <a:gd name="connsiteY80" fmla="*/ 382214 h 668788"/>
                  <a:gd name="connsiteX81" fmla="*/ 25051 w 668800"/>
                  <a:gd name="connsiteY81" fmla="*/ 412078 h 668788"/>
                  <a:gd name="connsiteX82" fmla="*/ 326 w 668800"/>
                  <a:gd name="connsiteY82" fmla="*/ 412078 h 668788"/>
                  <a:gd name="connsiteX83" fmla="*/ 326 w 668800"/>
                  <a:gd name="connsiteY83" fmla="*/ 430003 h 668788"/>
                  <a:gd name="connsiteX84" fmla="*/ 25051 w 668800"/>
                  <a:gd name="connsiteY84" fmla="*/ 430003 h 668788"/>
                  <a:gd name="connsiteX85" fmla="*/ 25051 w 668800"/>
                  <a:gd name="connsiteY85" fmla="*/ 459866 h 668788"/>
                  <a:gd name="connsiteX86" fmla="*/ 326 w 668800"/>
                  <a:gd name="connsiteY86" fmla="*/ 459866 h 668788"/>
                  <a:gd name="connsiteX87" fmla="*/ 326 w 668800"/>
                  <a:gd name="connsiteY87" fmla="*/ 477791 h 668788"/>
                  <a:gd name="connsiteX88" fmla="*/ 25051 w 668800"/>
                  <a:gd name="connsiteY88" fmla="*/ 477791 h 668788"/>
                  <a:gd name="connsiteX89" fmla="*/ 25051 w 668800"/>
                  <a:gd name="connsiteY89" fmla="*/ 507654 h 668788"/>
                  <a:gd name="connsiteX90" fmla="*/ 326 w 668800"/>
                  <a:gd name="connsiteY90" fmla="*/ 507654 h 668788"/>
                  <a:gd name="connsiteX91" fmla="*/ 326 w 668800"/>
                  <a:gd name="connsiteY91" fmla="*/ 525579 h 668788"/>
                  <a:gd name="connsiteX92" fmla="*/ 25051 w 668800"/>
                  <a:gd name="connsiteY92" fmla="*/ 525579 h 668788"/>
                  <a:gd name="connsiteX93" fmla="*/ 25051 w 668800"/>
                  <a:gd name="connsiteY93" fmla="*/ 555443 h 668788"/>
                  <a:gd name="connsiteX94" fmla="*/ 326 w 668800"/>
                  <a:gd name="connsiteY94" fmla="*/ 555443 h 668788"/>
                  <a:gd name="connsiteX95" fmla="*/ 326 w 668800"/>
                  <a:gd name="connsiteY95" fmla="*/ 573368 h 668788"/>
                  <a:gd name="connsiteX96" fmla="*/ 25051 w 668800"/>
                  <a:gd name="connsiteY96" fmla="*/ 573368 h 668788"/>
                  <a:gd name="connsiteX97" fmla="*/ 25051 w 668800"/>
                  <a:gd name="connsiteY97" fmla="*/ 603231 h 668788"/>
                  <a:gd name="connsiteX98" fmla="*/ 326 w 668800"/>
                  <a:gd name="connsiteY98" fmla="*/ 603231 h 668788"/>
                  <a:gd name="connsiteX99" fmla="*/ 326 w 668800"/>
                  <a:gd name="connsiteY99" fmla="*/ 621156 h 668788"/>
                  <a:gd name="connsiteX100" fmla="*/ 25051 w 668800"/>
                  <a:gd name="connsiteY100" fmla="*/ 621156 h 668788"/>
                  <a:gd name="connsiteX101" fmla="*/ 25051 w 668800"/>
                  <a:gd name="connsiteY101" fmla="*/ 644290 h 668788"/>
                  <a:gd name="connsiteX102" fmla="*/ 64377 w 668800"/>
                  <a:gd name="connsiteY102" fmla="*/ 644290 h 668788"/>
                  <a:gd name="connsiteX103" fmla="*/ 64377 w 668800"/>
                  <a:gd name="connsiteY103" fmla="*/ 668968 h 668788"/>
                  <a:gd name="connsiteX104" fmla="*/ 82290 w 668800"/>
                  <a:gd name="connsiteY104" fmla="*/ 668968 h 668788"/>
                  <a:gd name="connsiteX105" fmla="*/ 82290 w 668800"/>
                  <a:gd name="connsiteY105" fmla="*/ 644290 h 668788"/>
                  <a:gd name="connsiteX106" fmla="*/ 112154 w 668800"/>
                  <a:gd name="connsiteY106" fmla="*/ 644290 h 668788"/>
                  <a:gd name="connsiteX107" fmla="*/ 112154 w 668800"/>
                  <a:gd name="connsiteY107" fmla="*/ 668968 h 668788"/>
                  <a:gd name="connsiteX108" fmla="*/ 130079 w 668800"/>
                  <a:gd name="connsiteY108" fmla="*/ 668968 h 668788"/>
                  <a:gd name="connsiteX109" fmla="*/ 130079 w 668800"/>
                  <a:gd name="connsiteY109" fmla="*/ 644290 h 668788"/>
                  <a:gd name="connsiteX110" fmla="*/ 159942 w 668800"/>
                  <a:gd name="connsiteY110" fmla="*/ 644290 h 668788"/>
                  <a:gd name="connsiteX111" fmla="*/ 159942 w 668800"/>
                  <a:gd name="connsiteY111" fmla="*/ 668968 h 668788"/>
                  <a:gd name="connsiteX112" fmla="*/ 177867 w 668800"/>
                  <a:gd name="connsiteY112" fmla="*/ 668968 h 668788"/>
                  <a:gd name="connsiteX113" fmla="*/ 177867 w 668800"/>
                  <a:gd name="connsiteY113" fmla="*/ 644290 h 668788"/>
                  <a:gd name="connsiteX114" fmla="*/ 207730 w 668800"/>
                  <a:gd name="connsiteY114" fmla="*/ 644290 h 668788"/>
                  <a:gd name="connsiteX115" fmla="*/ 207730 w 668800"/>
                  <a:gd name="connsiteY115" fmla="*/ 668968 h 668788"/>
                  <a:gd name="connsiteX116" fmla="*/ 225655 w 668800"/>
                  <a:gd name="connsiteY116" fmla="*/ 668968 h 668788"/>
                  <a:gd name="connsiteX117" fmla="*/ 225655 w 668800"/>
                  <a:gd name="connsiteY117" fmla="*/ 644290 h 668788"/>
                  <a:gd name="connsiteX118" fmla="*/ 255519 w 668800"/>
                  <a:gd name="connsiteY118" fmla="*/ 644290 h 668788"/>
                  <a:gd name="connsiteX119" fmla="*/ 255519 w 668800"/>
                  <a:gd name="connsiteY119" fmla="*/ 668968 h 668788"/>
                  <a:gd name="connsiteX120" fmla="*/ 273432 w 668800"/>
                  <a:gd name="connsiteY120" fmla="*/ 668968 h 668788"/>
                  <a:gd name="connsiteX121" fmla="*/ 273432 w 668800"/>
                  <a:gd name="connsiteY121" fmla="*/ 644290 h 668788"/>
                  <a:gd name="connsiteX122" fmla="*/ 303295 w 668800"/>
                  <a:gd name="connsiteY122" fmla="*/ 644290 h 668788"/>
                  <a:gd name="connsiteX123" fmla="*/ 303295 w 668800"/>
                  <a:gd name="connsiteY123" fmla="*/ 668968 h 668788"/>
                  <a:gd name="connsiteX124" fmla="*/ 321220 w 668800"/>
                  <a:gd name="connsiteY124" fmla="*/ 668968 h 668788"/>
                  <a:gd name="connsiteX125" fmla="*/ 321220 w 668800"/>
                  <a:gd name="connsiteY125" fmla="*/ 644290 h 668788"/>
                  <a:gd name="connsiteX126" fmla="*/ 351743 w 668800"/>
                  <a:gd name="connsiteY126" fmla="*/ 644290 h 668788"/>
                  <a:gd name="connsiteX127" fmla="*/ 351743 w 668800"/>
                  <a:gd name="connsiteY127" fmla="*/ 668968 h 668788"/>
                  <a:gd name="connsiteX128" fmla="*/ 369657 w 668800"/>
                  <a:gd name="connsiteY128" fmla="*/ 668968 h 668788"/>
                  <a:gd name="connsiteX129" fmla="*/ 369657 w 668800"/>
                  <a:gd name="connsiteY129" fmla="*/ 644290 h 668788"/>
                  <a:gd name="connsiteX130" fmla="*/ 399532 w 668800"/>
                  <a:gd name="connsiteY130" fmla="*/ 644290 h 668788"/>
                  <a:gd name="connsiteX131" fmla="*/ 399532 w 668800"/>
                  <a:gd name="connsiteY131" fmla="*/ 668968 h 668788"/>
                  <a:gd name="connsiteX132" fmla="*/ 417445 w 668800"/>
                  <a:gd name="connsiteY132" fmla="*/ 668968 h 668788"/>
                  <a:gd name="connsiteX133" fmla="*/ 417445 w 668800"/>
                  <a:gd name="connsiteY133" fmla="*/ 644290 h 668788"/>
                  <a:gd name="connsiteX134" fmla="*/ 447308 w 668800"/>
                  <a:gd name="connsiteY134" fmla="*/ 644290 h 668788"/>
                  <a:gd name="connsiteX135" fmla="*/ 447308 w 668800"/>
                  <a:gd name="connsiteY135" fmla="*/ 668968 h 668788"/>
                  <a:gd name="connsiteX136" fmla="*/ 465233 w 668800"/>
                  <a:gd name="connsiteY136" fmla="*/ 668968 h 668788"/>
                  <a:gd name="connsiteX137" fmla="*/ 465233 w 668800"/>
                  <a:gd name="connsiteY137" fmla="*/ 644290 h 668788"/>
                  <a:gd name="connsiteX138" fmla="*/ 495096 w 668800"/>
                  <a:gd name="connsiteY138" fmla="*/ 644290 h 668788"/>
                  <a:gd name="connsiteX139" fmla="*/ 495096 w 668800"/>
                  <a:gd name="connsiteY139" fmla="*/ 668968 h 668788"/>
                  <a:gd name="connsiteX140" fmla="*/ 513021 w 668800"/>
                  <a:gd name="connsiteY140" fmla="*/ 668968 h 668788"/>
                  <a:gd name="connsiteX141" fmla="*/ 513021 w 668800"/>
                  <a:gd name="connsiteY141" fmla="*/ 644290 h 668788"/>
                  <a:gd name="connsiteX142" fmla="*/ 542885 w 668800"/>
                  <a:gd name="connsiteY142" fmla="*/ 644290 h 668788"/>
                  <a:gd name="connsiteX143" fmla="*/ 542885 w 668800"/>
                  <a:gd name="connsiteY143" fmla="*/ 668968 h 668788"/>
                  <a:gd name="connsiteX144" fmla="*/ 560810 w 668800"/>
                  <a:gd name="connsiteY144" fmla="*/ 668968 h 668788"/>
                  <a:gd name="connsiteX145" fmla="*/ 560810 w 668800"/>
                  <a:gd name="connsiteY145" fmla="*/ 644290 h 668788"/>
                  <a:gd name="connsiteX146" fmla="*/ 590673 w 668800"/>
                  <a:gd name="connsiteY146" fmla="*/ 644290 h 668788"/>
                  <a:gd name="connsiteX147" fmla="*/ 590673 w 668800"/>
                  <a:gd name="connsiteY147" fmla="*/ 668968 h 668788"/>
                  <a:gd name="connsiteX148" fmla="*/ 608598 w 668800"/>
                  <a:gd name="connsiteY148" fmla="*/ 668968 h 668788"/>
                  <a:gd name="connsiteX149" fmla="*/ 608598 w 668800"/>
                  <a:gd name="connsiteY149" fmla="*/ 644290 h 668788"/>
                  <a:gd name="connsiteX150" fmla="*/ 646086 w 668800"/>
                  <a:gd name="connsiteY150" fmla="*/ 644290 h 668788"/>
                  <a:gd name="connsiteX151" fmla="*/ 646086 w 668800"/>
                  <a:gd name="connsiteY151" fmla="*/ 621156 h 668788"/>
                  <a:gd name="connsiteX152" fmla="*/ 669126 w 668800"/>
                  <a:gd name="connsiteY152" fmla="*/ 621156 h 668788"/>
                  <a:gd name="connsiteX153" fmla="*/ 669126 w 668800"/>
                  <a:gd name="connsiteY153" fmla="*/ 603231 h 668788"/>
                  <a:gd name="connsiteX154" fmla="*/ 646086 w 668800"/>
                  <a:gd name="connsiteY154" fmla="*/ 603231 h 668788"/>
                  <a:gd name="connsiteX155" fmla="*/ 646086 w 668800"/>
                  <a:gd name="connsiteY155" fmla="*/ 573368 h 668788"/>
                  <a:gd name="connsiteX156" fmla="*/ 669126 w 668800"/>
                  <a:gd name="connsiteY156" fmla="*/ 573368 h 668788"/>
                  <a:gd name="connsiteX157" fmla="*/ 669126 w 668800"/>
                  <a:gd name="connsiteY157" fmla="*/ 555443 h 668788"/>
                  <a:gd name="connsiteX158" fmla="*/ 646086 w 668800"/>
                  <a:gd name="connsiteY158" fmla="*/ 555443 h 668788"/>
                  <a:gd name="connsiteX159" fmla="*/ 646086 w 668800"/>
                  <a:gd name="connsiteY159" fmla="*/ 525579 h 668788"/>
                  <a:gd name="connsiteX160" fmla="*/ 669126 w 668800"/>
                  <a:gd name="connsiteY160" fmla="*/ 525579 h 668788"/>
                  <a:gd name="connsiteX161" fmla="*/ 669126 w 668800"/>
                  <a:gd name="connsiteY161" fmla="*/ 507654 h 668788"/>
                  <a:gd name="connsiteX162" fmla="*/ 646086 w 668800"/>
                  <a:gd name="connsiteY162" fmla="*/ 507654 h 668788"/>
                  <a:gd name="connsiteX163" fmla="*/ 646086 w 668800"/>
                  <a:gd name="connsiteY163" fmla="*/ 477791 h 668788"/>
                  <a:gd name="connsiteX164" fmla="*/ 669126 w 668800"/>
                  <a:gd name="connsiteY164" fmla="*/ 477791 h 668788"/>
                  <a:gd name="connsiteX165" fmla="*/ 669126 w 668800"/>
                  <a:gd name="connsiteY165" fmla="*/ 459866 h 668788"/>
                  <a:gd name="connsiteX166" fmla="*/ 646086 w 668800"/>
                  <a:gd name="connsiteY166" fmla="*/ 459866 h 668788"/>
                  <a:gd name="connsiteX167" fmla="*/ 646086 w 668800"/>
                  <a:gd name="connsiteY167" fmla="*/ 430003 h 668788"/>
                  <a:gd name="connsiteX168" fmla="*/ 669126 w 668800"/>
                  <a:gd name="connsiteY168" fmla="*/ 430003 h 668788"/>
                  <a:gd name="connsiteX169" fmla="*/ 669126 w 668800"/>
                  <a:gd name="connsiteY169" fmla="*/ 412078 h 668788"/>
                  <a:gd name="connsiteX170" fmla="*/ 646086 w 668800"/>
                  <a:gd name="connsiteY170" fmla="*/ 412078 h 668788"/>
                  <a:gd name="connsiteX171" fmla="*/ 646086 w 668800"/>
                  <a:gd name="connsiteY171" fmla="*/ 382214 h 668788"/>
                  <a:gd name="connsiteX172" fmla="*/ 669126 w 668800"/>
                  <a:gd name="connsiteY172" fmla="*/ 382214 h 668788"/>
                  <a:gd name="connsiteX173" fmla="*/ 669126 w 668800"/>
                  <a:gd name="connsiteY173" fmla="*/ 364301 h 668788"/>
                  <a:gd name="connsiteX174" fmla="*/ 646086 w 668800"/>
                  <a:gd name="connsiteY174" fmla="*/ 364301 h 668788"/>
                  <a:gd name="connsiteX175" fmla="*/ 646086 w 668800"/>
                  <a:gd name="connsiteY175" fmla="*/ 333778 h 668788"/>
                  <a:gd name="connsiteX176" fmla="*/ 669126 w 668800"/>
                  <a:gd name="connsiteY176" fmla="*/ 333778 h 668788"/>
                  <a:gd name="connsiteX177" fmla="*/ 669126 w 668800"/>
                  <a:gd name="connsiteY177" fmla="*/ 315865 h 668788"/>
                  <a:gd name="connsiteX178" fmla="*/ 646086 w 668800"/>
                  <a:gd name="connsiteY178" fmla="*/ 315865 h 668788"/>
                  <a:gd name="connsiteX179" fmla="*/ 646086 w 668800"/>
                  <a:gd name="connsiteY179" fmla="*/ 286001 h 668788"/>
                  <a:gd name="connsiteX180" fmla="*/ 669126 w 668800"/>
                  <a:gd name="connsiteY180" fmla="*/ 286001 h 668788"/>
                  <a:gd name="connsiteX181" fmla="*/ 669126 w 668800"/>
                  <a:gd name="connsiteY181" fmla="*/ 268076 h 668788"/>
                  <a:gd name="connsiteX182" fmla="*/ 646086 w 668800"/>
                  <a:gd name="connsiteY182" fmla="*/ 268076 h 668788"/>
                  <a:gd name="connsiteX183" fmla="*/ 646086 w 668800"/>
                  <a:gd name="connsiteY183" fmla="*/ 238213 h 668788"/>
                  <a:gd name="connsiteX184" fmla="*/ 669126 w 668800"/>
                  <a:gd name="connsiteY184" fmla="*/ 238213 h 668788"/>
                  <a:gd name="connsiteX185" fmla="*/ 669126 w 668800"/>
                  <a:gd name="connsiteY185" fmla="*/ 220288 h 668788"/>
                  <a:gd name="connsiteX186" fmla="*/ 646086 w 668800"/>
                  <a:gd name="connsiteY186" fmla="*/ 220288 h 668788"/>
                  <a:gd name="connsiteX187" fmla="*/ 646086 w 668800"/>
                  <a:gd name="connsiteY187" fmla="*/ 190425 h 668788"/>
                  <a:gd name="connsiteX188" fmla="*/ 669126 w 668800"/>
                  <a:gd name="connsiteY188" fmla="*/ 190425 h 668788"/>
                  <a:gd name="connsiteX189" fmla="*/ 669126 w 668800"/>
                  <a:gd name="connsiteY189" fmla="*/ 172500 h 668788"/>
                  <a:gd name="connsiteX190" fmla="*/ 646086 w 668800"/>
                  <a:gd name="connsiteY190" fmla="*/ 172500 h 668788"/>
                  <a:gd name="connsiteX191" fmla="*/ 646086 w 668800"/>
                  <a:gd name="connsiteY191" fmla="*/ 142637 h 668788"/>
                  <a:gd name="connsiteX192" fmla="*/ 669126 w 668800"/>
                  <a:gd name="connsiteY192" fmla="*/ 142637 h 668788"/>
                  <a:gd name="connsiteX193" fmla="*/ 669126 w 668800"/>
                  <a:gd name="connsiteY193" fmla="*/ 124712 h 668788"/>
                  <a:gd name="connsiteX194" fmla="*/ 646086 w 668800"/>
                  <a:gd name="connsiteY194" fmla="*/ 124712 h 668788"/>
                  <a:gd name="connsiteX195" fmla="*/ 646086 w 668800"/>
                  <a:gd name="connsiteY195" fmla="*/ 94848 h 668788"/>
                  <a:gd name="connsiteX196" fmla="*/ 669126 w 668800"/>
                  <a:gd name="connsiteY196" fmla="*/ 94848 h 668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</a:cxnLst>
                <a:rect l="l" t="t" r="r" b="b"/>
                <a:pathLst>
                  <a:path w="668800" h="668788">
                    <a:moveTo>
                      <a:pt x="669126" y="94848"/>
                    </a:moveTo>
                    <a:lnTo>
                      <a:pt x="669126" y="76923"/>
                    </a:lnTo>
                    <a:lnTo>
                      <a:pt x="646086" y="76923"/>
                    </a:lnTo>
                    <a:lnTo>
                      <a:pt x="646086" y="23243"/>
                    </a:lnTo>
                    <a:lnTo>
                      <a:pt x="608598" y="23243"/>
                    </a:lnTo>
                    <a:lnTo>
                      <a:pt x="608598" y="179"/>
                    </a:lnTo>
                    <a:lnTo>
                      <a:pt x="590673" y="179"/>
                    </a:lnTo>
                    <a:lnTo>
                      <a:pt x="590673" y="23243"/>
                    </a:lnTo>
                    <a:lnTo>
                      <a:pt x="560810" y="23243"/>
                    </a:lnTo>
                    <a:lnTo>
                      <a:pt x="560810" y="179"/>
                    </a:lnTo>
                    <a:lnTo>
                      <a:pt x="542885" y="179"/>
                    </a:lnTo>
                    <a:lnTo>
                      <a:pt x="542885" y="23243"/>
                    </a:lnTo>
                    <a:lnTo>
                      <a:pt x="513021" y="23243"/>
                    </a:lnTo>
                    <a:lnTo>
                      <a:pt x="513021" y="179"/>
                    </a:lnTo>
                    <a:lnTo>
                      <a:pt x="495096" y="179"/>
                    </a:lnTo>
                    <a:lnTo>
                      <a:pt x="495096" y="23243"/>
                    </a:lnTo>
                    <a:lnTo>
                      <a:pt x="465233" y="23243"/>
                    </a:lnTo>
                    <a:lnTo>
                      <a:pt x="465233" y="179"/>
                    </a:lnTo>
                    <a:lnTo>
                      <a:pt x="447308" y="179"/>
                    </a:lnTo>
                    <a:lnTo>
                      <a:pt x="447308" y="23243"/>
                    </a:lnTo>
                    <a:lnTo>
                      <a:pt x="417445" y="23243"/>
                    </a:lnTo>
                    <a:lnTo>
                      <a:pt x="417445" y="179"/>
                    </a:lnTo>
                    <a:lnTo>
                      <a:pt x="399532" y="179"/>
                    </a:lnTo>
                    <a:lnTo>
                      <a:pt x="399532" y="23243"/>
                    </a:lnTo>
                    <a:lnTo>
                      <a:pt x="369657" y="23243"/>
                    </a:lnTo>
                    <a:lnTo>
                      <a:pt x="369657" y="179"/>
                    </a:lnTo>
                    <a:lnTo>
                      <a:pt x="351743" y="179"/>
                    </a:lnTo>
                    <a:lnTo>
                      <a:pt x="351743" y="23243"/>
                    </a:lnTo>
                    <a:lnTo>
                      <a:pt x="321220" y="23243"/>
                    </a:lnTo>
                    <a:lnTo>
                      <a:pt x="321220" y="179"/>
                    </a:lnTo>
                    <a:lnTo>
                      <a:pt x="303295" y="179"/>
                    </a:lnTo>
                    <a:lnTo>
                      <a:pt x="303295" y="23243"/>
                    </a:lnTo>
                    <a:lnTo>
                      <a:pt x="273432" y="23243"/>
                    </a:lnTo>
                    <a:lnTo>
                      <a:pt x="273432" y="179"/>
                    </a:lnTo>
                    <a:lnTo>
                      <a:pt x="255519" y="179"/>
                    </a:lnTo>
                    <a:lnTo>
                      <a:pt x="255519" y="23243"/>
                    </a:lnTo>
                    <a:lnTo>
                      <a:pt x="225655" y="23243"/>
                    </a:lnTo>
                    <a:lnTo>
                      <a:pt x="225655" y="179"/>
                    </a:lnTo>
                    <a:lnTo>
                      <a:pt x="207730" y="179"/>
                    </a:lnTo>
                    <a:lnTo>
                      <a:pt x="207730" y="23243"/>
                    </a:lnTo>
                    <a:lnTo>
                      <a:pt x="177867" y="23243"/>
                    </a:lnTo>
                    <a:lnTo>
                      <a:pt x="177867" y="179"/>
                    </a:lnTo>
                    <a:lnTo>
                      <a:pt x="159942" y="179"/>
                    </a:lnTo>
                    <a:lnTo>
                      <a:pt x="159942" y="23243"/>
                    </a:lnTo>
                    <a:lnTo>
                      <a:pt x="130079" y="23243"/>
                    </a:lnTo>
                    <a:lnTo>
                      <a:pt x="130079" y="179"/>
                    </a:lnTo>
                    <a:lnTo>
                      <a:pt x="112154" y="179"/>
                    </a:lnTo>
                    <a:lnTo>
                      <a:pt x="112154" y="23243"/>
                    </a:lnTo>
                    <a:lnTo>
                      <a:pt x="82290" y="23243"/>
                    </a:lnTo>
                    <a:lnTo>
                      <a:pt x="82290" y="179"/>
                    </a:lnTo>
                    <a:lnTo>
                      <a:pt x="64377" y="179"/>
                    </a:lnTo>
                    <a:lnTo>
                      <a:pt x="64377" y="23243"/>
                    </a:lnTo>
                    <a:lnTo>
                      <a:pt x="25051" y="23243"/>
                    </a:lnTo>
                    <a:lnTo>
                      <a:pt x="25051" y="76923"/>
                    </a:lnTo>
                    <a:lnTo>
                      <a:pt x="326" y="76923"/>
                    </a:lnTo>
                    <a:lnTo>
                      <a:pt x="326" y="94848"/>
                    </a:lnTo>
                    <a:lnTo>
                      <a:pt x="25051" y="94848"/>
                    </a:lnTo>
                    <a:lnTo>
                      <a:pt x="25051" y="124712"/>
                    </a:lnTo>
                    <a:lnTo>
                      <a:pt x="326" y="124712"/>
                    </a:lnTo>
                    <a:lnTo>
                      <a:pt x="326" y="142637"/>
                    </a:lnTo>
                    <a:lnTo>
                      <a:pt x="25051" y="142637"/>
                    </a:lnTo>
                    <a:lnTo>
                      <a:pt x="25051" y="172500"/>
                    </a:lnTo>
                    <a:lnTo>
                      <a:pt x="326" y="172500"/>
                    </a:lnTo>
                    <a:lnTo>
                      <a:pt x="326" y="190425"/>
                    </a:lnTo>
                    <a:lnTo>
                      <a:pt x="25051" y="190425"/>
                    </a:lnTo>
                    <a:lnTo>
                      <a:pt x="25051" y="220288"/>
                    </a:lnTo>
                    <a:lnTo>
                      <a:pt x="326" y="220288"/>
                    </a:lnTo>
                    <a:lnTo>
                      <a:pt x="326" y="238213"/>
                    </a:lnTo>
                    <a:lnTo>
                      <a:pt x="25051" y="238213"/>
                    </a:lnTo>
                    <a:lnTo>
                      <a:pt x="25051" y="268076"/>
                    </a:lnTo>
                    <a:lnTo>
                      <a:pt x="326" y="268076"/>
                    </a:lnTo>
                    <a:lnTo>
                      <a:pt x="326" y="286001"/>
                    </a:lnTo>
                    <a:lnTo>
                      <a:pt x="25051" y="286001"/>
                    </a:lnTo>
                    <a:lnTo>
                      <a:pt x="25051" y="315865"/>
                    </a:lnTo>
                    <a:lnTo>
                      <a:pt x="326" y="315865"/>
                    </a:lnTo>
                    <a:lnTo>
                      <a:pt x="326" y="333778"/>
                    </a:lnTo>
                    <a:lnTo>
                      <a:pt x="25051" y="333778"/>
                    </a:lnTo>
                    <a:lnTo>
                      <a:pt x="25051" y="364301"/>
                    </a:lnTo>
                    <a:lnTo>
                      <a:pt x="326" y="364301"/>
                    </a:lnTo>
                    <a:lnTo>
                      <a:pt x="326" y="382214"/>
                    </a:lnTo>
                    <a:lnTo>
                      <a:pt x="25051" y="382214"/>
                    </a:lnTo>
                    <a:lnTo>
                      <a:pt x="25051" y="412078"/>
                    </a:lnTo>
                    <a:lnTo>
                      <a:pt x="326" y="412078"/>
                    </a:lnTo>
                    <a:lnTo>
                      <a:pt x="326" y="430003"/>
                    </a:lnTo>
                    <a:lnTo>
                      <a:pt x="25051" y="430003"/>
                    </a:lnTo>
                    <a:lnTo>
                      <a:pt x="25051" y="459866"/>
                    </a:lnTo>
                    <a:lnTo>
                      <a:pt x="326" y="459866"/>
                    </a:lnTo>
                    <a:lnTo>
                      <a:pt x="326" y="477791"/>
                    </a:lnTo>
                    <a:lnTo>
                      <a:pt x="25051" y="477791"/>
                    </a:lnTo>
                    <a:lnTo>
                      <a:pt x="25051" y="507654"/>
                    </a:lnTo>
                    <a:lnTo>
                      <a:pt x="326" y="507654"/>
                    </a:lnTo>
                    <a:lnTo>
                      <a:pt x="326" y="525579"/>
                    </a:lnTo>
                    <a:lnTo>
                      <a:pt x="25051" y="525579"/>
                    </a:lnTo>
                    <a:lnTo>
                      <a:pt x="25051" y="555443"/>
                    </a:lnTo>
                    <a:lnTo>
                      <a:pt x="326" y="555443"/>
                    </a:lnTo>
                    <a:lnTo>
                      <a:pt x="326" y="573368"/>
                    </a:lnTo>
                    <a:lnTo>
                      <a:pt x="25051" y="573368"/>
                    </a:lnTo>
                    <a:lnTo>
                      <a:pt x="25051" y="603231"/>
                    </a:lnTo>
                    <a:lnTo>
                      <a:pt x="326" y="603231"/>
                    </a:lnTo>
                    <a:lnTo>
                      <a:pt x="326" y="621156"/>
                    </a:lnTo>
                    <a:lnTo>
                      <a:pt x="25051" y="621156"/>
                    </a:lnTo>
                    <a:lnTo>
                      <a:pt x="25051" y="644290"/>
                    </a:lnTo>
                    <a:lnTo>
                      <a:pt x="64377" y="644290"/>
                    </a:lnTo>
                    <a:lnTo>
                      <a:pt x="64377" y="668968"/>
                    </a:lnTo>
                    <a:lnTo>
                      <a:pt x="82290" y="668968"/>
                    </a:lnTo>
                    <a:lnTo>
                      <a:pt x="82290" y="644290"/>
                    </a:lnTo>
                    <a:lnTo>
                      <a:pt x="112154" y="644290"/>
                    </a:lnTo>
                    <a:lnTo>
                      <a:pt x="112154" y="668968"/>
                    </a:lnTo>
                    <a:lnTo>
                      <a:pt x="130079" y="668968"/>
                    </a:lnTo>
                    <a:lnTo>
                      <a:pt x="130079" y="644290"/>
                    </a:lnTo>
                    <a:lnTo>
                      <a:pt x="159942" y="644290"/>
                    </a:lnTo>
                    <a:lnTo>
                      <a:pt x="159942" y="668968"/>
                    </a:lnTo>
                    <a:lnTo>
                      <a:pt x="177867" y="668968"/>
                    </a:lnTo>
                    <a:lnTo>
                      <a:pt x="177867" y="644290"/>
                    </a:lnTo>
                    <a:lnTo>
                      <a:pt x="207730" y="644290"/>
                    </a:lnTo>
                    <a:lnTo>
                      <a:pt x="207730" y="668968"/>
                    </a:lnTo>
                    <a:lnTo>
                      <a:pt x="225655" y="668968"/>
                    </a:lnTo>
                    <a:lnTo>
                      <a:pt x="225655" y="644290"/>
                    </a:lnTo>
                    <a:lnTo>
                      <a:pt x="255519" y="644290"/>
                    </a:lnTo>
                    <a:lnTo>
                      <a:pt x="255519" y="668968"/>
                    </a:lnTo>
                    <a:lnTo>
                      <a:pt x="273432" y="668968"/>
                    </a:lnTo>
                    <a:lnTo>
                      <a:pt x="273432" y="644290"/>
                    </a:lnTo>
                    <a:lnTo>
                      <a:pt x="303295" y="644290"/>
                    </a:lnTo>
                    <a:lnTo>
                      <a:pt x="303295" y="668968"/>
                    </a:lnTo>
                    <a:lnTo>
                      <a:pt x="321220" y="668968"/>
                    </a:lnTo>
                    <a:lnTo>
                      <a:pt x="321220" y="644290"/>
                    </a:lnTo>
                    <a:lnTo>
                      <a:pt x="351743" y="644290"/>
                    </a:lnTo>
                    <a:lnTo>
                      <a:pt x="351743" y="668968"/>
                    </a:lnTo>
                    <a:lnTo>
                      <a:pt x="369657" y="668968"/>
                    </a:lnTo>
                    <a:lnTo>
                      <a:pt x="369657" y="644290"/>
                    </a:lnTo>
                    <a:lnTo>
                      <a:pt x="399532" y="644290"/>
                    </a:lnTo>
                    <a:lnTo>
                      <a:pt x="399532" y="668968"/>
                    </a:lnTo>
                    <a:lnTo>
                      <a:pt x="417445" y="668968"/>
                    </a:lnTo>
                    <a:lnTo>
                      <a:pt x="417445" y="644290"/>
                    </a:lnTo>
                    <a:lnTo>
                      <a:pt x="447308" y="644290"/>
                    </a:lnTo>
                    <a:lnTo>
                      <a:pt x="447308" y="668968"/>
                    </a:lnTo>
                    <a:lnTo>
                      <a:pt x="465233" y="668968"/>
                    </a:lnTo>
                    <a:lnTo>
                      <a:pt x="465233" y="644290"/>
                    </a:lnTo>
                    <a:lnTo>
                      <a:pt x="495096" y="644290"/>
                    </a:lnTo>
                    <a:lnTo>
                      <a:pt x="495096" y="668968"/>
                    </a:lnTo>
                    <a:lnTo>
                      <a:pt x="513021" y="668968"/>
                    </a:lnTo>
                    <a:lnTo>
                      <a:pt x="513021" y="644290"/>
                    </a:lnTo>
                    <a:lnTo>
                      <a:pt x="542885" y="644290"/>
                    </a:lnTo>
                    <a:lnTo>
                      <a:pt x="542885" y="668968"/>
                    </a:lnTo>
                    <a:lnTo>
                      <a:pt x="560810" y="668968"/>
                    </a:lnTo>
                    <a:lnTo>
                      <a:pt x="560810" y="644290"/>
                    </a:lnTo>
                    <a:lnTo>
                      <a:pt x="590673" y="644290"/>
                    </a:lnTo>
                    <a:lnTo>
                      <a:pt x="590673" y="668968"/>
                    </a:lnTo>
                    <a:lnTo>
                      <a:pt x="608598" y="668968"/>
                    </a:lnTo>
                    <a:lnTo>
                      <a:pt x="608598" y="644290"/>
                    </a:lnTo>
                    <a:lnTo>
                      <a:pt x="646086" y="644290"/>
                    </a:lnTo>
                    <a:lnTo>
                      <a:pt x="646086" y="621156"/>
                    </a:lnTo>
                    <a:lnTo>
                      <a:pt x="669126" y="621156"/>
                    </a:lnTo>
                    <a:lnTo>
                      <a:pt x="669126" y="603231"/>
                    </a:lnTo>
                    <a:lnTo>
                      <a:pt x="646086" y="603231"/>
                    </a:lnTo>
                    <a:lnTo>
                      <a:pt x="646086" y="573368"/>
                    </a:lnTo>
                    <a:lnTo>
                      <a:pt x="669126" y="573368"/>
                    </a:lnTo>
                    <a:lnTo>
                      <a:pt x="669126" y="555443"/>
                    </a:lnTo>
                    <a:lnTo>
                      <a:pt x="646086" y="555443"/>
                    </a:lnTo>
                    <a:lnTo>
                      <a:pt x="646086" y="525579"/>
                    </a:lnTo>
                    <a:lnTo>
                      <a:pt x="669126" y="525579"/>
                    </a:lnTo>
                    <a:lnTo>
                      <a:pt x="669126" y="507654"/>
                    </a:lnTo>
                    <a:lnTo>
                      <a:pt x="646086" y="507654"/>
                    </a:lnTo>
                    <a:lnTo>
                      <a:pt x="646086" y="477791"/>
                    </a:lnTo>
                    <a:lnTo>
                      <a:pt x="669126" y="477791"/>
                    </a:lnTo>
                    <a:lnTo>
                      <a:pt x="669126" y="459866"/>
                    </a:lnTo>
                    <a:lnTo>
                      <a:pt x="646086" y="459866"/>
                    </a:lnTo>
                    <a:lnTo>
                      <a:pt x="646086" y="430003"/>
                    </a:lnTo>
                    <a:lnTo>
                      <a:pt x="669126" y="430003"/>
                    </a:lnTo>
                    <a:lnTo>
                      <a:pt x="669126" y="412078"/>
                    </a:lnTo>
                    <a:lnTo>
                      <a:pt x="646086" y="412078"/>
                    </a:lnTo>
                    <a:lnTo>
                      <a:pt x="646086" y="382214"/>
                    </a:lnTo>
                    <a:lnTo>
                      <a:pt x="669126" y="382214"/>
                    </a:lnTo>
                    <a:lnTo>
                      <a:pt x="669126" y="364301"/>
                    </a:lnTo>
                    <a:lnTo>
                      <a:pt x="646086" y="364301"/>
                    </a:lnTo>
                    <a:lnTo>
                      <a:pt x="646086" y="333778"/>
                    </a:lnTo>
                    <a:lnTo>
                      <a:pt x="669126" y="333778"/>
                    </a:lnTo>
                    <a:lnTo>
                      <a:pt x="669126" y="315865"/>
                    </a:lnTo>
                    <a:lnTo>
                      <a:pt x="646086" y="315865"/>
                    </a:lnTo>
                    <a:lnTo>
                      <a:pt x="646086" y="286001"/>
                    </a:lnTo>
                    <a:lnTo>
                      <a:pt x="669126" y="286001"/>
                    </a:lnTo>
                    <a:lnTo>
                      <a:pt x="669126" y="268076"/>
                    </a:lnTo>
                    <a:lnTo>
                      <a:pt x="646086" y="268076"/>
                    </a:lnTo>
                    <a:lnTo>
                      <a:pt x="646086" y="238213"/>
                    </a:lnTo>
                    <a:lnTo>
                      <a:pt x="669126" y="238213"/>
                    </a:lnTo>
                    <a:lnTo>
                      <a:pt x="669126" y="220288"/>
                    </a:lnTo>
                    <a:lnTo>
                      <a:pt x="646086" y="220288"/>
                    </a:lnTo>
                    <a:lnTo>
                      <a:pt x="646086" y="190425"/>
                    </a:lnTo>
                    <a:lnTo>
                      <a:pt x="669126" y="190425"/>
                    </a:lnTo>
                    <a:lnTo>
                      <a:pt x="669126" y="172500"/>
                    </a:lnTo>
                    <a:lnTo>
                      <a:pt x="646086" y="172500"/>
                    </a:lnTo>
                    <a:lnTo>
                      <a:pt x="646086" y="142637"/>
                    </a:lnTo>
                    <a:lnTo>
                      <a:pt x="669126" y="142637"/>
                    </a:lnTo>
                    <a:lnTo>
                      <a:pt x="669126" y="124712"/>
                    </a:lnTo>
                    <a:lnTo>
                      <a:pt x="646086" y="124712"/>
                    </a:lnTo>
                    <a:lnTo>
                      <a:pt x="646086" y="94848"/>
                    </a:lnTo>
                    <a:lnTo>
                      <a:pt x="669126" y="94848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5DC59EC7-AA73-8D50-52E2-8FC7999790FB}"/>
                  </a:ext>
                </a:extLst>
              </p:cNvPr>
              <p:cNvSpPr/>
              <p:nvPr/>
            </p:nvSpPr>
            <p:spPr>
              <a:xfrm>
                <a:off x="7093553" y="2244230"/>
                <a:ext cx="353397" cy="1591449"/>
              </a:xfrm>
              <a:custGeom>
                <a:avLst/>
                <a:gdLst>
                  <a:gd name="connsiteX0" fmla="*/ 179608 w 353397"/>
                  <a:gd name="connsiteY0" fmla="*/ 1591617 h 1591449"/>
                  <a:gd name="connsiteX1" fmla="*/ 167823 w 353397"/>
                  <a:gd name="connsiteY1" fmla="*/ 1591617 h 1591449"/>
                  <a:gd name="connsiteX2" fmla="*/ 167823 w 353397"/>
                  <a:gd name="connsiteY2" fmla="*/ 1356742 h 1591449"/>
                  <a:gd name="connsiteX3" fmla="*/ 165101 w 353397"/>
                  <a:gd name="connsiteY3" fmla="*/ 1350166 h 1591449"/>
                  <a:gd name="connsiteX4" fmla="*/ 6286 w 353397"/>
                  <a:gd name="connsiteY4" fmla="*/ 1191351 h 1591449"/>
                  <a:gd name="connsiteX5" fmla="*/ 110 w 353397"/>
                  <a:gd name="connsiteY5" fmla="*/ 1176431 h 1591449"/>
                  <a:gd name="connsiteX6" fmla="*/ 110 w 353397"/>
                  <a:gd name="connsiteY6" fmla="*/ 117417 h 1591449"/>
                  <a:gd name="connsiteX7" fmla="*/ 6286 w 353397"/>
                  <a:gd name="connsiteY7" fmla="*/ 102485 h 1591449"/>
                  <a:gd name="connsiteX8" fmla="*/ 102428 w 353397"/>
                  <a:gd name="connsiteY8" fmla="*/ 6343 h 1591449"/>
                  <a:gd name="connsiteX9" fmla="*/ 117348 w 353397"/>
                  <a:gd name="connsiteY9" fmla="*/ 168 h 1591449"/>
                  <a:gd name="connsiteX10" fmla="*/ 353508 w 353397"/>
                  <a:gd name="connsiteY10" fmla="*/ 168 h 1591449"/>
                  <a:gd name="connsiteX11" fmla="*/ 353508 w 353397"/>
                  <a:gd name="connsiteY11" fmla="*/ 11953 h 1591449"/>
                  <a:gd name="connsiteX12" fmla="*/ 117348 w 353397"/>
                  <a:gd name="connsiteY12" fmla="*/ 11953 h 1591449"/>
                  <a:gd name="connsiteX13" fmla="*/ 110748 w 353397"/>
                  <a:gd name="connsiteY13" fmla="*/ 14687 h 1591449"/>
                  <a:gd name="connsiteX14" fmla="*/ 14618 w 353397"/>
                  <a:gd name="connsiteY14" fmla="*/ 110829 h 1591449"/>
                  <a:gd name="connsiteX15" fmla="*/ 11895 w 353397"/>
                  <a:gd name="connsiteY15" fmla="*/ 117417 h 1591449"/>
                  <a:gd name="connsiteX16" fmla="*/ 11895 w 353397"/>
                  <a:gd name="connsiteY16" fmla="*/ 1176431 h 1591449"/>
                  <a:gd name="connsiteX17" fmla="*/ 14618 w 353397"/>
                  <a:gd name="connsiteY17" fmla="*/ 1183019 h 1591449"/>
                  <a:gd name="connsiteX18" fmla="*/ 173433 w 353397"/>
                  <a:gd name="connsiteY18" fmla="*/ 1341822 h 1591449"/>
                  <a:gd name="connsiteX19" fmla="*/ 179608 w 353397"/>
                  <a:gd name="connsiteY19" fmla="*/ 1356742 h 1591449"/>
                  <a:gd name="connsiteX20" fmla="*/ 179608 w 353397"/>
                  <a:gd name="connsiteY20" fmla="*/ 1591617 h 1591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53397" h="1591449">
                    <a:moveTo>
                      <a:pt x="179608" y="1591617"/>
                    </a:moveTo>
                    <a:lnTo>
                      <a:pt x="167823" y="1591617"/>
                    </a:lnTo>
                    <a:lnTo>
                      <a:pt x="167823" y="1356742"/>
                    </a:lnTo>
                    <a:cubicBezTo>
                      <a:pt x="167823" y="1354291"/>
                      <a:pt x="166833" y="1351886"/>
                      <a:pt x="165101" y="1350166"/>
                    </a:cubicBezTo>
                    <a:lnTo>
                      <a:pt x="6286" y="1191351"/>
                    </a:lnTo>
                    <a:cubicBezTo>
                      <a:pt x="2302" y="1187368"/>
                      <a:pt x="110" y="1182064"/>
                      <a:pt x="110" y="1176431"/>
                    </a:cubicBezTo>
                    <a:lnTo>
                      <a:pt x="110" y="117417"/>
                    </a:lnTo>
                    <a:cubicBezTo>
                      <a:pt x="110" y="111854"/>
                      <a:pt x="2361" y="106410"/>
                      <a:pt x="6286" y="102485"/>
                    </a:cubicBezTo>
                    <a:lnTo>
                      <a:pt x="102428" y="6343"/>
                    </a:lnTo>
                    <a:cubicBezTo>
                      <a:pt x="106423" y="2360"/>
                      <a:pt x="111715" y="168"/>
                      <a:pt x="117348" y="168"/>
                    </a:cubicBezTo>
                    <a:lnTo>
                      <a:pt x="353508" y="168"/>
                    </a:lnTo>
                    <a:lnTo>
                      <a:pt x="353508" y="11953"/>
                    </a:lnTo>
                    <a:lnTo>
                      <a:pt x="117348" y="11953"/>
                    </a:lnTo>
                    <a:cubicBezTo>
                      <a:pt x="114861" y="11953"/>
                      <a:pt x="112516" y="12919"/>
                      <a:pt x="110748" y="14687"/>
                    </a:cubicBezTo>
                    <a:lnTo>
                      <a:pt x="14618" y="110829"/>
                    </a:lnTo>
                    <a:cubicBezTo>
                      <a:pt x="12885" y="112561"/>
                      <a:pt x="11895" y="114954"/>
                      <a:pt x="11895" y="117417"/>
                    </a:cubicBezTo>
                    <a:lnTo>
                      <a:pt x="11895" y="1176431"/>
                    </a:lnTo>
                    <a:cubicBezTo>
                      <a:pt x="11895" y="1178918"/>
                      <a:pt x="12862" y="1181251"/>
                      <a:pt x="14618" y="1183019"/>
                    </a:cubicBezTo>
                    <a:lnTo>
                      <a:pt x="173433" y="1341822"/>
                    </a:lnTo>
                    <a:cubicBezTo>
                      <a:pt x="177357" y="1345747"/>
                      <a:pt x="179608" y="1351179"/>
                      <a:pt x="179608" y="1356742"/>
                    </a:cubicBezTo>
                    <a:lnTo>
                      <a:pt x="179608" y="1591617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D232E403-5D7C-4880-E82C-7FABBAB5DF66}"/>
                  </a:ext>
                </a:extLst>
              </p:cNvPr>
              <p:cNvSpPr/>
              <p:nvPr/>
            </p:nvSpPr>
            <p:spPr>
              <a:xfrm>
                <a:off x="7175192" y="2322600"/>
                <a:ext cx="348885" cy="1499255"/>
              </a:xfrm>
              <a:custGeom>
                <a:avLst/>
                <a:gdLst>
                  <a:gd name="connsiteX0" fmla="*/ 171876 w 348885"/>
                  <a:gd name="connsiteY0" fmla="*/ 1499431 h 1499255"/>
                  <a:gd name="connsiteX1" fmla="*/ 160090 w 348885"/>
                  <a:gd name="connsiteY1" fmla="*/ 1499431 h 1499255"/>
                  <a:gd name="connsiteX2" fmla="*/ 160090 w 348885"/>
                  <a:gd name="connsiteY2" fmla="*/ 1247349 h 1499255"/>
                  <a:gd name="connsiteX3" fmla="*/ 157368 w 348885"/>
                  <a:gd name="connsiteY3" fmla="*/ 1240761 h 1499255"/>
                  <a:gd name="connsiteX4" fmla="*/ 6296 w 348885"/>
                  <a:gd name="connsiteY4" fmla="*/ 1089689 h 1499255"/>
                  <a:gd name="connsiteX5" fmla="*/ 121 w 348885"/>
                  <a:gd name="connsiteY5" fmla="*/ 1074510 h 1499255"/>
                  <a:gd name="connsiteX6" fmla="*/ 12165 w 348885"/>
                  <a:gd name="connsiteY6" fmla="*/ 88645 h 1499255"/>
                  <a:gd name="connsiteX7" fmla="*/ 18599 w 348885"/>
                  <a:gd name="connsiteY7" fmla="*/ 73737 h 1499255"/>
                  <a:gd name="connsiteX8" fmla="*/ 82250 w 348885"/>
                  <a:gd name="connsiteY8" fmla="*/ 12196 h 1499255"/>
                  <a:gd name="connsiteX9" fmla="*/ 96404 w 348885"/>
                  <a:gd name="connsiteY9" fmla="*/ 6268 h 1499255"/>
                  <a:gd name="connsiteX10" fmla="*/ 348710 w 348885"/>
                  <a:gd name="connsiteY10" fmla="*/ 175 h 1499255"/>
                  <a:gd name="connsiteX11" fmla="*/ 349004 w 348885"/>
                  <a:gd name="connsiteY11" fmla="*/ 11960 h 1499255"/>
                  <a:gd name="connsiteX12" fmla="*/ 96699 w 348885"/>
                  <a:gd name="connsiteY12" fmla="*/ 18053 h 1499255"/>
                  <a:gd name="connsiteX13" fmla="*/ 90441 w 348885"/>
                  <a:gd name="connsiteY13" fmla="*/ 20669 h 1499255"/>
                  <a:gd name="connsiteX14" fmla="*/ 26790 w 348885"/>
                  <a:gd name="connsiteY14" fmla="*/ 82211 h 1499255"/>
                  <a:gd name="connsiteX15" fmla="*/ 23950 w 348885"/>
                  <a:gd name="connsiteY15" fmla="*/ 88787 h 1499255"/>
                  <a:gd name="connsiteX16" fmla="*/ 11906 w 348885"/>
                  <a:gd name="connsiteY16" fmla="*/ 1074663 h 1499255"/>
                  <a:gd name="connsiteX17" fmla="*/ 14628 w 348885"/>
                  <a:gd name="connsiteY17" fmla="*/ 1081357 h 1499255"/>
                  <a:gd name="connsiteX18" fmla="*/ 165700 w 348885"/>
                  <a:gd name="connsiteY18" fmla="*/ 1232429 h 1499255"/>
                  <a:gd name="connsiteX19" fmla="*/ 171876 w 348885"/>
                  <a:gd name="connsiteY19" fmla="*/ 1247349 h 1499255"/>
                  <a:gd name="connsiteX20" fmla="*/ 171876 w 348885"/>
                  <a:gd name="connsiteY20" fmla="*/ 1499431 h 1499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48885" h="1499255">
                    <a:moveTo>
                      <a:pt x="171876" y="1499431"/>
                    </a:moveTo>
                    <a:lnTo>
                      <a:pt x="160090" y="1499431"/>
                    </a:lnTo>
                    <a:lnTo>
                      <a:pt x="160090" y="1247349"/>
                    </a:lnTo>
                    <a:cubicBezTo>
                      <a:pt x="160090" y="1244851"/>
                      <a:pt x="159124" y="1242517"/>
                      <a:pt x="157368" y="1240761"/>
                    </a:cubicBezTo>
                    <a:lnTo>
                      <a:pt x="6296" y="1089689"/>
                    </a:lnTo>
                    <a:cubicBezTo>
                      <a:pt x="2301" y="1085694"/>
                      <a:pt x="50" y="1080155"/>
                      <a:pt x="121" y="1074510"/>
                    </a:cubicBezTo>
                    <a:lnTo>
                      <a:pt x="12165" y="88645"/>
                    </a:lnTo>
                    <a:cubicBezTo>
                      <a:pt x="12236" y="83059"/>
                      <a:pt x="14581" y="77626"/>
                      <a:pt x="18599" y="73737"/>
                    </a:cubicBezTo>
                    <a:lnTo>
                      <a:pt x="82250" y="12196"/>
                    </a:lnTo>
                    <a:cubicBezTo>
                      <a:pt x="86069" y="8507"/>
                      <a:pt x="91101" y="6409"/>
                      <a:pt x="96404" y="6268"/>
                    </a:cubicBezTo>
                    <a:lnTo>
                      <a:pt x="348710" y="175"/>
                    </a:lnTo>
                    <a:lnTo>
                      <a:pt x="349004" y="11960"/>
                    </a:lnTo>
                    <a:lnTo>
                      <a:pt x="96699" y="18053"/>
                    </a:lnTo>
                    <a:cubicBezTo>
                      <a:pt x="94342" y="18112"/>
                      <a:pt x="92126" y="19043"/>
                      <a:pt x="90441" y="20669"/>
                    </a:cubicBezTo>
                    <a:lnTo>
                      <a:pt x="26790" y="82211"/>
                    </a:lnTo>
                    <a:cubicBezTo>
                      <a:pt x="25022" y="83931"/>
                      <a:pt x="23985" y="86324"/>
                      <a:pt x="23950" y="88787"/>
                    </a:cubicBezTo>
                    <a:lnTo>
                      <a:pt x="11906" y="1074663"/>
                    </a:lnTo>
                    <a:cubicBezTo>
                      <a:pt x="11870" y="1077150"/>
                      <a:pt x="12860" y="1079589"/>
                      <a:pt x="14628" y="1081357"/>
                    </a:cubicBezTo>
                    <a:lnTo>
                      <a:pt x="165700" y="1232429"/>
                    </a:lnTo>
                    <a:cubicBezTo>
                      <a:pt x="169684" y="1236413"/>
                      <a:pt x="171876" y="1241704"/>
                      <a:pt x="171876" y="1247349"/>
                    </a:cubicBezTo>
                    <a:lnTo>
                      <a:pt x="171876" y="1499431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923B5F3E-7E13-EE5E-4FD0-132FD5F60148}"/>
                  </a:ext>
                </a:extLst>
              </p:cNvPr>
              <p:cNvSpPr/>
              <p:nvPr/>
            </p:nvSpPr>
            <p:spPr>
              <a:xfrm>
                <a:off x="7334229" y="2580162"/>
                <a:ext cx="129222" cy="122964"/>
              </a:xfrm>
              <a:custGeom>
                <a:avLst/>
                <a:gdLst>
                  <a:gd name="connsiteX0" fmla="*/ 129353 w 129222"/>
                  <a:gd name="connsiteY0" fmla="*/ 123150 h 122964"/>
                  <a:gd name="connsiteX1" fmla="*/ 23783 w 129222"/>
                  <a:gd name="connsiteY1" fmla="*/ 123150 h 122964"/>
                  <a:gd name="connsiteX2" fmla="*/ 130 w 129222"/>
                  <a:gd name="connsiteY2" fmla="*/ 99485 h 122964"/>
                  <a:gd name="connsiteX3" fmla="*/ 130 w 129222"/>
                  <a:gd name="connsiteY3" fmla="*/ 23849 h 122964"/>
                  <a:gd name="connsiteX4" fmla="*/ 23783 w 129222"/>
                  <a:gd name="connsiteY4" fmla="*/ 185 h 122964"/>
                  <a:gd name="connsiteX5" fmla="*/ 129353 w 129222"/>
                  <a:gd name="connsiteY5" fmla="*/ 185 h 122964"/>
                  <a:gd name="connsiteX6" fmla="*/ 129353 w 129222"/>
                  <a:gd name="connsiteY6" fmla="*/ 11970 h 122964"/>
                  <a:gd name="connsiteX7" fmla="*/ 23783 w 129222"/>
                  <a:gd name="connsiteY7" fmla="*/ 11970 h 122964"/>
                  <a:gd name="connsiteX8" fmla="*/ 11915 w 129222"/>
                  <a:gd name="connsiteY8" fmla="*/ 23849 h 122964"/>
                  <a:gd name="connsiteX9" fmla="*/ 11915 w 129222"/>
                  <a:gd name="connsiteY9" fmla="*/ 99485 h 122964"/>
                  <a:gd name="connsiteX10" fmla="*/ 23783 w 129222"/>
                  <a:gd name="connsiteY10" fmla="*/ 111365 h 122964"/>
                  <a:gd name="connsiteX11" fmla="*/ 129353 w 129222"/>
                  <a:gd name="connsiteY11" fmla="*/ 111365 h 122964"/>
                  <a:gd name="connsiteX12" fmla="*/ 129353 w 129222"/>
                  <a:gd name="connsiteY12" fmla="*/ 123150 h 1229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9222" h="122964">
                    <a:moveTo>
                      <a:pt x="129353" y="123150"/>
                    </a:moveTo>
                    <a:lnTo>
                      <a:pt x="23783" y="123150"/>
                    </a:lnTo>
                    <a:cubicBezTo>
                      <a:pt x="10749" y="123150"/>
                      <a:pt x="130" y="112531"/>
                      <a:pt x="130" y="99485"/>
                    </a:cubicBezTo>
                    <a:lnTo>
                      <a:pt x="130" y="23849"/>
                    </a:lnTo>
                    <a:cubicBezTo>
                      <a:pt x="130" y="10803"/>
                      <a:pt x="10749" y="185"/>
                      <a:pt x="23783" y="185"/>
                    </a:cubicBezTo>
                    <a:lnTo>
                      <a:pt x="129353" y="185"/>
                    </a:lnTo>
                    <a:lnTo>
                      <a:pt x="129353" y="11970"/>
                    </a:lnTo>
                    <a:lnTo>
                      <a:pt x="23783" y="11970"/>
                    </a:lnTo>
                    <a:cubicBezTo>
                      <a:pt x="17242" y="11970"/>
                      <a:pt x="11915" y="17308"/>
                      <a:pt x="11915" y="23849"/>
                    </a:cubicBezTo>
                    <a:lnTo>
                      <a:pt x="11915" y="99485"/>
                    </a:lnTo>
                    <a:cubicBezTo>
                      <a:pt x="11915" y="106038"/>
                      <a:pt x="17242" y="111365"/>
                      <a:pt x="23783" y="111365"/>
                    </a:cubicBezTo>
                    <a:lnTo>
                      <a:pt x="129353" y="111365"/>
                    </a:lnTo>
                    <a:lnTo>
                      <a:pt x="129353" y="123150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4807144E-1AC7-1CF6-F6E5-40128A97CC11}"/>
                  </a:ext>
                </a:extLst>
              </p:cNvPr>
              <p:cNvSpPr/>
              <p:nvPr/>
            </p:nvSpPr>
            <p:spPr>
              <a:xfrm>
                <a:off x="7277346" y="2465800"/>
                <a:ext cx="860141" cy="1308903"/>
              </a:xfrm>
              <a:custGeom>
                <a:avLst/>
                <a:gdLst>
                  <a:gd name="connsiteX0" fmla="*/ 860338 w 860141"/>
                  <a:gd name="connsiteY0" fmla="*/ 1309093 h 1308903"/>
                  <a:gd name="connsiteX1" fmla="*/ 848553 w 860141"/>
                  <a:gd name="connsiteY1" fmla="*/ 1309093 h 1308903"/>
                  <a:gd name="connsiteX2" fmla="*/ 848553 w 860141"/>
                  <a:gd name="connsiteY2" fmla="*/ 1208331 h 1308903"/>
                  <a:gd name="connsiteX3" fmla="*/ 839231 w 860141"/>
                  <a:gd name="connsiteY3" fmla="*/ 1199020 h 1308903"/>
                  <a:gd name="connsiteX4" fmla="*/ 362916 w 860141"/>
                  <a:gd name="connsiteY4" fmla="*/ 1199020 h 1308903"/>
                  <a:gd name="connsiteX5" fmla="*/ 348008 w 860141"/>
                  <a:gd name="connsiteY5" fmla="*/ 1192845 h 1308903"/>
                  <a:gd name="connsiteX6" fmla="*/ 6371 w 860141"/>
                  <a:gd name="connsiteY6" fmla="*/ 851197 h 1308903"/>
                  <a:gd name="connsiteX7" fmla="*/ 196 w 860141"/>
                  <a:gd name="connsiteY7" fmla="*/ 836277 h 1308903"/>
                  <a:gd name="connsiteX8" fmla="*/ 196 w 860141"/>
                  <a:gd name="connsiteY8" fmla="*/ 21284 h 1308903"/>
                  <a:gd name="connsiteX9" fmla="*/ 21291 w 860141"/>
                  <a:gd name="connsiteY9" fmla="*/ 189 h 1308903"/>
                  <a:gd name="connsiteX10" fmla="*/ 133296 w 860141"/>
                  <a:gd name="connsiteY10" fmla="*/ 189 h 1308903"/>
                  <a:gd name="connsiteX11" fmla="*/ 133296 w 860141"/>
                  <a:gd name="connsiteY11" fmla="*/ 11974 h 1308903"/>
                  <a:gd name="connsiteX12" fmla="*/ 21291 w 860141"/>
                  <a:gd name="connsiteY12" fmla="*/ 11974 h 1308903"/>
                  <a:gd name="connsiteX13" fmla="*/ 11981 w 860141"/>
                  <a:gd name="connsiteY13" fmla="*/ 21284 h 1308903"/>
                  <a:gd name="connsiteX14" fmla="*/ 11981 w 860141"/>
                  <a:gd name="connsiteY14" fmla="*/ 836277 h 1308903"/>
                  <a:gd name="connsiteX15" fmla="*/ 14704 w 860141"/>
                  <a:gd name="connsiteY15" fmla="*/ 842865 h 1308903"/>
                  <a:gd name="connsiteX16" fmla="*/ 356328 w 860141"/>
                  <a:gd name="connsiteY16" fmla="*/ 1184501 h 1308903"/>
                  <a:gd name="connsiteX17" fmla="*/ 362916 w 860141"/>
                  <a:gd name="connsiteY17" fmla="*/ 1187235 h 1308903"/>
                  <a:gd name="connsiteX18" fmla="*/ 839231 w 860141"/>
                  <a:gd name="connsiteY18" fmla="*/ 1187235 h 1308903"/>
                  <a:gd name="connsiteX19" fmla="*/ 860338 w 860141"/>
                  <a:gd name="connsiteY19" fmla="*/ 1208331 h 1308903"/>
                  <a:gd name="connsiteX20" fmla="*/ 860338 w 860141"/>
                  <a:gd name="connsiteY20" fmla="*/ 1309093 h 1308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60141" h="1308903">
                    <a:moveTo>
                      <a:pt x="860338" y="1309093"/>
                    </a:moveTo>
                    <a:lnTo>
                      <a:pt x="848553" y="1309093"/>
                    </a:lnTo>
                    <a:lnTo>
                      <a:pt x="848553" y="1208331"/>
                    </a:lnTo>
                    <a:cubicBezTo>
                      <a:pt x="848553" y="1203192"/>
                      <a:pt x="844381" y="1199020"/>
                      <a:pt x="839231" y="1199020"/>
                    </a:cubicBezTo>
                    <a:lnTo>
                      <a:pt x="362916" y="1199020"/>
                    </a:lnTo>
                    <a:cubicBezTo>
                      <a:pt x="357294" y="1199020"/>
                      <a:pt x="351991" y="1196828"/>
                      <a:pt x="348008" y="1192845"/>
                    </a:cubicBezTo>
                    <a:lnTo>
                      <a:pt x="6371" y="851197"/>
                    </a:lnTo>
                    <a:cubicBezTo>
                      <a:pt x="2388" y="847226"/>
                      <a:pt x="196" y="841922"/>
                      <a:pt x="196" y="836277"/>
                    </a:cubicBezTo>
                    <a:lnTo>
                      <a:pt x="196" y="21284"/>
                    </a:lnTo>
                    <a:cubicBezTo>
                      <a:pt x="196" y="9652"/>
                      <a:pt x="9660" y="189"/>
                      <a:pt x="21291" y="189"/>
                    </a:cubicBezTo>
                    <a:lnTo>
                      <a:pt x="133296" y="189"/>
                    </a:lnTo>
                    <a:lnTo>
                      <a:pt x="133296" y="11974"/>
                    </a:lnTo>
                    <a:lnTo>
                      <a:pt x="21291" y="11974"/>
                    </a:lnTo>
                    <a:cubicBezTo>
                      <a:pt x="16153" y="11974"/>
                      <a:pt x="11981" y="16146"/>
                      <a:pt x="11981" y="21284"/>
                    </a:cubicBezTo>
                    <a:lnTo>
                      <a:pt x="11981" y="836277"/>
                    </a:lnTo>
                    <a:cubicBezTo>
                      <a:pt x="11981" y="838776"/>
                      <a:pt x="12948" y="841109"/>
                      <a:pt x="14704" y="842865"/>
                    </a:cubicBezTo>
                    <a:lnTo>
                      <a:pt x="356328" y="1184501"/>
                    </a:lnTo>
                    <a:cubicBezTo>
                      <a:pt x="358096" y="1186257"/>
                      <a:pt x="360441" y="1187235"/>
                      <a:pt x="362916" y="1187235"/>
                    </a:cubicBezTo>
                    <a:lnTo>
                      <a:pt x="839231" y="1187235"/>
                    </a:lnTo>
                    <a:cubicBezTo>
                      <a:pt x="850875" y="1187235"/>
                      <a:pt x="860338" y="1196699"/>
                      <a:pt x="860338" y="1208331"/>
                    </a:cubicBezTo>
                    <a:lnTo>
                      <a:pt x="860338" y="1309093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C96C11F2-B670-0BCE-4B64-D6978C8C760A}"/>
                  </a:ext>
                </a:extLst>
              </p:cNvPr>
              <p:cNvSpPr/>
              <p:nvPr/>
            </p:nvSpPr>
            <p:spPr>
              <a:xfrm>
                <a:off x="7611970" y="2523629"/>
                <a:ext cx="599787" cy="1251074"/>
              </a:xfrm>
              <a:custGeom>
                <a:avLst/>
                <a:gdLst>
                  <a:gd name="connsiteX0" fmla="*/ 599995 w 599787"/>
                  <a:gd name="connsiteY0" fmla="*/ 1251269 h 1251074"/>
                  <a:gd name="connsiteX1" fmla="*/ 588210 w 599787"/>
                  <a:gd name="connsiteY1" fmla="*/ 1251269 h 1251074"/>
                  <a:gd name="connsiteX2" fmla="*/ 588210 w 599787"/>
                  <a:gd name="connsiteY2" fmla="*/ 1052149 h 1251074"/>
                  <a:gd name="connsiteX3" fmla="*/ 578888 w 599787"/>
                  <a:gd name="connsiteY3" fmla="*/ 1042839 h 1251074"/>
                  <a:gd name="connsiteX4" fmla="*/ 110858 w 599787"/>
                  <a:gd name="connsiteY4" fmla="*/ 1042839 h 1251074"/>
                  <a:gd name="connsiteX5" fmla="*/ 89751 w 599787"/>
                  <a:gd name="connsiteY5" fmla="*/ 1021732 h 1251074"/>
                  <a:gd name="connsiteX6" fmla="*/ 89751 w 599787"/>
                  <a:gd name="connsiteY6" fmla="*/ 21301 h 1251074"/>
                  <a:gd name="connsiteX7" fmla="*/ 80441 w 599787"/>
                  <a:gd name="connsiteY7" fmla="*/ 11979 h 1251074"/>
                  <a:gd name="connsiteX8" fmla="*/ 208 w 599787"/>
                  <a:gd name="connsiteY8" fmla="*/ 11979 h 1251074"/>
                  <a:gd name="connsiteX9" fmla="*/ 208 w 599787"/>
                  <a:gd name="connsiteY9" fmla="*/ 194 h 1251074"/>
                  <a:gd name="connsiteX10" fmla="*/ 80441 w 599787"/>
                  <a:gd name="connsiteY10" fmla="*/ 194 h 1251074"/>
                  <a:gd name="connsiteX11" fmla="*/ 101536 w 599787"/>
                  <a:gd name="connsiteY11" fmla="*/ 21301 h 1251074"/>
                  <a:gd name="connsiteX12" fmla="*/ 101536 w 599787"/>
                  <a:gd name="connsiteY12" fmla="*/ 1021732 h 1251074"/>
                  <a:gd name="connsiteX13" fmla="*/ 110858 w 599787"/>
                  <a:gd name="connsiteY13" fmla="*/ 1031054 h 1251074"/>
                  <a:gd name="connsiteX14" fmla="*/ 578888 w 599787"/>
                  <a:gd name="connsiteY14" fmla="*/ 1031054 h 1251074"/>
                  <a:gd name="connsiteX15" fmla="*/ 599995 w 599787"/>
                  <a:gd name="connsiteY15" fmla="*/ 1052149 h 1251074"/>
                  <a:gd name="connsiteX16" fmla="*/ 599995 w 599787"/>
                  <a:gd name="connsiteY16" fmla="*/ 1251269 h 1251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99787" h="1251074">
                    <a:moveTo>
                      <a:pt x="599995" y="1251269"/>
                    </a:moveTo>
                    <a:lnTo>
                      <a:pt x="588210" y="1251269"/>
                    </a:lnTo>
                    <a:lnTo>
                      <a:pt x="588210" y="1052149"/>
                    </a:lnTo>
                    <a:cubicBezTo>
                      <a:pt x="588210" y="1047011"/>
                      <a:pt x="584038" y="1042839"/>
                      <a:pt x="578888" y="1042839"/>
                    </a:cubicBezTo>
                    <a:lnTo>
                      <a:pt x="110858" y="1042839"/>
                    </a:lnTo>
                    <a:cubicBezTo>
                      <a:pt x="99214" y="1042839"/>
                      <a:pt x="89751" y="1033376"/>
                      <a:pt x="89751" y="1021732"/>
                    </a:cubicBezTo>
                    <a:lnTo>
                      <a:pt x="89751" y="21301"/>
                    </a:lnTo>
                    <a:cubicBezTo>
                      <a:pt x="89751" y="16163"/>
                      <a:pt x="85579" y="11979"/>
                      <a:pt x="80441" y="11979"/>
                    </a:cubicBezTo>
                    <a:lnTo>
                      <a:pt x="208" y="11979"/>
                    </a:lnTo>
                    <a:lnTo>
                      <a:pt x="208" y="194"/>
                    </a:lnTo>
                    <a:lnTo>
                      <a:pt x="80441" y="194"/>
                    </a:lnTo>
                    <a:cubicBezTo>
                      <a:pt x="92073" y="194"/>
                      <a:pt x="101536" y="9658"/>
                      <a:pt x="101536" y="21301"/>
                    </a:cubicBezTo>
                    <a:lnTo>
                      <a:pt x="101536" y="1021732"/>
                    </a:lnTo>
                    <a:cubicBezTo>
                      <a:pt x="101536" y="1026870"/>
                      <a:pt x="105720" y="1031054"/>
                      <a:pt x="110858" y="1031054"/>
                    </a:cubicBezTo>
                    <a:lnTo>
                      <a:pt x="578888" y="1031054"/>
                    </a:lnTo>
                    <a:cubicBezTo>
                      <a:pt x="590532" y="1031054"/>
                      <a:pt x="599995" y="1040518"/>
                      <a:pt x="599995" y="1052149"/>
                    </a:cubicBezTo>
                    <a:lnTo>
                      <a:pt x="599995" y="1251269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36B53919-18CB-CB43-8E4C-32600C0BFC9D}"/>
                  </a:ext>
                </a:extLst>
              </p:cNvPr>
              <p:cNvSpPr/>
              <p:nvPr/>
            </p:nvSpPr>
            <p:spPr>
              <a:xfrm>
                <a:off x="7238517" y="1678271"/>
                <a:ext cx="684097" cy="491635"/>
              </a:xfrm>
              <a:custGeom>
                <a:avLst/>
                <a:gdLst>
                  <a:gd name="connsiteX0" fmla="*/ 172051 w 684097"/>
                  <a:gd name="connsiteY0" fmla="*/ 491724 h 491635"/>
                  <a:gd name="connsiteX1" fmla="*/ 18492 w 684097"/>
                  <a:gd name="connsiteY1" fmla="*/ 491724 h 491635"/>
                  <a:gd name="connsiteX2" fmla="*/ 131 w 684097"/>
                  <a:gd name="connsiteY2" fmla="*/ 473351 h 491635"/>
                  <a:gd name="connsiteX3" fmla="*/ 131 w 684097"/>
                  <a:gd name="connsiteY3" fmla="*/ 18461 h 491635"/>
                  <a:gd name="connsiteX4" fmla="*/ 18492 w 684097"/>
                  <a:gd name="connsiteY4" fmla="*/ 88 h 491635"/>
                  <a:gd name="connsiteX5" fmla="*/ 684228 w 684097"/>
                  <a:gd name="connsiteY5" fmla="*/ 88 h 491635"/>
                  <a:gd name="connsiteX6" fmla="*/ 684228 w 684097"/>
                  <a:gd name="connsiteY6" fmla="*/ 11873 h 491635"/>
                  <a:gd name="connsiteX7" fmla="*/ 18492 w 684097"/>
                  <a:gd name="connsiteY7" fmla="*/ 11873 h 491635"/>
                  <a:gd name="connsiteX8" fmla="*/ 11916 w 684097"/>
                  <a:gd name="connsiteY8" fmla="*/ 18461 h 491635"/>
                  <a:gd name="connsiteX9" fmla="*/ 11916 w 684097"/>
                  <a:gd name="connsiteY9" fmla="*/ 473351 h 491635"/>
                  <a:gd name="connsiteX10" fmla="*/ 18492 w 684097"/>
                  <a:gd name="connsiteY10" fmla="*/ 479939 h 491635"/>
                  <a:gd name="connsiteX11" fmla="*/ 172051 w 684097"/>
                  <a:gd name="connsiteY11" fmla="*/ 479939 h 491635"/>
                  <a:gd name="connsiteX12" fmla="*/ 172051 w 684097"/>
                  <a:gd name="connsiteY12" fmla="*/ 491724 h 491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84097" h="491635">
                    <a:moveTo>
                      <a:pt x="172051" y="491724"/>
                    </a:moveTo>
                    <a:lnTo>
                      <a:pt x="18492" y="491724"/>
                    </a:lnTo>
                    <a:cubicBezTo>
                      <a:pt x="8369" y="491724"/>
                      <a:pt x="131" y="483486"/>
                      <a:pt x="131" y="473351"/>
                    </a:cubicBezTo>
                    <a:lnTo>
                      <a:pt x="131" y="18461"/>
                    </a:lnTo>
                    <a:cubicBezTo>
                      <a:pt x="131" y="8326"/>
                      <a:pt x="8369" y="88"/>
                      <a:pt x="18492" y="88"/>
                    </a:cubicBezTo>
                    <a:lnTo>
                      <a:pt x="684228" y="88"/>
                    </a:lnTo>
                    <a:lnTo>
                      <a:pt x="684228" y="11873"/>
                    </a:lnTo>
                    <a:lnTo>
                      <a:pt x="18492" y="11873"/>
                    </a:lnTo>
                    <a:cubicBezTo>
                      <a:pt x="14862" y="11873"/>
                      <a:pt x="11916" y="14831"/>
                      <a:pt x="11916" y="18461"/>
                    </a:cubicBezTo>
                    <a:lnTo>
                      <a:pt x="11916" y="473351"/>
                    </a:lnTo>
                    <a:cubicBezTo>
                      <a:pt x="11916" y="476993"/>
                      <a:pt x="14862" y="479939"/>
                      <a:pt x="18492" y="479939"/>
                    </a:cubicBezTo>
                    <a:lnTo>
                      <a:pt x="172051" y="479939"/>
                    </a:lnTo>
                    <a:lnTo>
                      <a:pt x="172051" y="49172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26001A3B-4A5B-26F0-38BC-929DE9834E7C}"/>
                  </a:ext>
                </a:extLst>
              </p:cNvPr>
              <p:cNvSpPr/>
              <p:nvPr/>
            </p:nvSpPr>
            <p:spPr>
              <a:xfrm>
                <a:off x="8182578" y="1678270"/>
                <a:ext cx="1256024" cy="2096438"/>
              </a:xfrm>
              <a:custGeom>
                <a:avLst/>
                <a:gdLst>
                  <a:gd name="connsiteX0" fmla="*/ 990116 w 1256024"/>
                  <a:gd name="connsiteY0" fmla="*/ 2096549 h 2096438"/>
                  <a:gd name="connsiteX1" fmla="*/ 978331 w 1256024"/>
                  <a:gd name="connsiteY1" fmla="*/ 2096549 h 2096438"/>
                  <a:gd name="connsiteX2" fmla="*/ 978331 w 1256024"/>
                  <a:gd name="connsiteY2" fmla="*/ 1967161 h 2096438"/>
                  <a:gd name="connsiteX3" fmla="*/ 999179 w 1256024"/>
                  <a:gd name="connsiteY3" fmla="*/ 1934458 h 2096438"/>
                  <a:gd name="connsiteX4" fmla="*/ 1230519 w 1256024"/>
                  <a:gd name="connsiteY4" fmla="*/ 1826684 h 2096438"/>
                  <a:gd name="connsiteX5" fmla="*/ 1244555 w 1256024"/>
                  <a:gd name="connsiteY5" fmla="*/ 1804646 h 2096438"/>
                  <a:gd name="connsiteX6" fmla="*/ 1244555 w 1256024"/>
                  <a:gd name="connsiteY6" fmla="*/ 242505 h 2096438"/>
                  <a:gd name="connsiteX7" fmla="*/ 1236694 w 1256024"/>
                  <a:gd name="connsiteY7" fmla="*/ 224604 h 2096438"/>
                  <a:gd name="connsiteX8" fmla="*/ 1011906 w 1256024"/>
                  <a:gd name="connsiteY8" fmla="*/ 18295 h 2096438"/>
                  <a:gd name="connsiteX9" fmla="*/ 995478 w 1256024"/>
                  <a:gd name="connsiteY9" fmla="*/ 11896 h 2096438"/>
                  <a:gd name="connsiteX10" fmla="*/ 315 w 1256024"/>
                  <a:gd name="connsiteY10" fmla="*/ 11896 h 2096438"/>
                  <a:gd name="connsiteX11" fmla="*/ 315 w 1256024"/>
                  <a:gd name="connsiteY11" fmla="*/ 111 h 2096438"/>
                  <a:gd name="connsiteX12" fmla="*/ 995478 w 1256024"/>
                  <a:gd name="connsiteY12" fmla="*/ 111 h 2096438"/>
                  <a:gd name="connsiteX13" fmla="*/ 1019873 w 1256024"/>
                  <a:gd name="connsiteY13" fmla="*/ 9621 h 2096438"/>
                  <a:gd name="connsiteX14" fmla="*/ 1244661 w 1256024"/>
                  <a:gd name="connsiteY14" fmla="*/ 215918 h 2096438"/>
                  <a:gd name="connsiteX15" fmla="*/ 1256340 w 1256024"/>
                  <a:gd name="connsiteY15" fmla="*/ 242505 h 2096438"/>
                  <a:gd name="connsiteX16" fmla="*/ 1256340 w 1256024"/>
                  <a:gd name="connsiteY16" fmla="*/ 1804646 h 2096438"/>
                  <a:gd name="connsiteX17" fmla="*/ 1235492 w 1256024"/>
                  <a:gd name="connsiteY17" fmla="*/ 1837361 h 2096438"/>
                  <a:gd name="connsiteX18" fmla="*/ 1004140 w 1256024"/>
                  <a:gd name="connsiteY18" fmla="*/ 1945135 h 2096438"/>
                  <a:gd name="connsiteX19" fmla="*/ 990116 w 1256024"/>
                  <a:gd name="connsiteY19" fmla="*/ 1967161 h 2096438"/>
                  <a:gd name="connsiteX20" fmla="*/ 990116 w 1256024"/>
                  <a:gd name="connsiteY20" fmla="*/ 2096549 h 2096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256024" h="2096438">
                    <a:moveTo>
                      <a:pt x="990116" y="2096549"/>
                    </a:moveTo>
                    <a:lnTo>
                      <a:pt x="978331" y="2096549"/>
                    </a:lnTo>
                    <a:lnTo>
                      <a:pt x="978331" y="1967161"/>
                    </a:lnTo>
                    <a:cubicBezTo>
                      <a:pt x="978331" y="1953184"/>
                      <a:pt x="986510" y="1940350"/>
                      <a:pt x="999179" y="1934458"/>
                    </a:cubicBezTo>
                    <a:lnTo>
                      <a:pt x="1230519" y="1826684"/>
                    </a:lnTo>
                    <a:cubicBezTo>
                      <a:pt x="1239039" y="1822712"/>
                      <a:pt x="1244555" y="1814062"/>
                      <a:pt x="1244555" y="1804646"/>
                    </a:cubicBezTo>
                    <a:lnTo>
                      <a:pt x="1244555" y="242505"/>
                    </a:lnTo>
                    <a:cubicBezTo>
                      <a:pt x="1244555" y="235717"/>
                      <a:pt x="1241691" y="229188"/>
                      <a:pt x="1236694" y="224604"/>
                    </a:cubicBezTo>
                    <a:lnTo>
                      <a:pt x="1011906" y="18295"/>
                    </a:lnTo>
                    <a:cubicBezTo>
                      <a:pt x="1007405" y="14170"/>
                      <a:pt x="1001583" y="11896"/>
                      <a:pt x="995478" y="11896"/>
                    </a:cubicBezTo>
                    <a:lnTo>
                      <a:pt x="315" y="11896"/>
                    </a:lnTo>
                    <a:lnTo>
                      <a:pt x="315" y="111"/>
                    </a:lnTo>
                    <a:lnTo>
                      <a:pt x="995478" y="111"/>
                    </a:lnTo>
                    <a:cubicBezTo>
                      <a:pt x="1004541" y="111"/>
                      <a:pt x="1013203" y="3493"/>
                      <a:pt x="1019873" y="9621"/>
                    </a:cubicBezTo>
                    <a:lnTo>
                      <a:pt x="1244661" y="215918"/>
                    </a:lnTo>
                    <a:cubicBezTo>
                      <a:pt x="1252085" y="222742"/>
                      <a:pt x="1256340" y="232429"/>
                      <a:pt x="1256340" y="242505"/>
                    </a:cubicBezTo>
                    <a:lnTo>
                      <a:pt x="1256340" y="1804646"/>
                    </a:lnTo>
                    <a:cubicBezTo>
                      <a:pt x="1256340" y="1818623"/>
                      <a:pt x="1248149" y="1831457"/>
                      <a:pt x="1235492" y="1837361"/>
                    </a:cubicBezTo>
                    <a:lnTo>
                      <a:pt x="1004140" y="1945135"/>
                    </a:lnTo>
                    <a:cubicBezTo>
                      <a:pt x="995620" y="1949106"/>
                      <a:pt x="990116" y="1957745"/>
                      <a:pt x="990116" y="1967161"/>
                    </a:cubicBezTo>
                    <a:lnTo>
                      <a:pt x="990116" y="2096549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57C56D55-47E7-BB24-B040-88C1851E510F}"/>
                  </a:ext>
                </a:extLst>
              </p:cNvPr>
              <p:cNvSpPr/>
              <p:nvPr/>
            </p:nvSpPr>
            <p:spPr>
              <a:xfrm>
                <a:off x="7633772" y="1756647"/>
                <a:ext cx="310264" cy="450400"/>
              </a:xfrm>
              <a:custGeom>
                <a:avLst/>
                <a:gdLst>
                  <a:gd name="connsiteX0" fmla="*/ 126714 w 310264"/>
                  <a:gd name="connsiteY0" fmla="*/ 450496 h 450400"/>
                  <a:gd name="connsiteX1" fmla="*/ 166 w 310264"/>
                  <a:gd name="connsiteY1" fmla="*/ 450496 h 450400"/>
                  <a:gd name="connsiteX2" fmla="*/ 166 w 310264"/>
                  <a:gd name="connsiteY2" fmla="*/ 438711 h 450400"/>
                  <a:gd name="connsiteX3" fmla="*/ 126714 w 310264"/>
                  <a:gd name="connsiteY3" fmla="*/ 438711 h 450400"/>
                  <a:gd name="connsiteX4" fmla="*/ 133302 w 310264"/>
                  <a:gd name="connsiteY4" fmla="*/ 432124 h 450400"/>
                  <a:gd name="connsiteX5" fmla="*/ 133302 w 310264"/>
                  <a:gd name="connsiteY5" fmla="*/ 18469 h 450400"/>
                  <a:gd name="connsiteX6" fmla="*/ 151663 w 310264"/>
                  <a:gd name="connsiteY6" fmla="*/ 96 h 450400"/>
                  <a:gd name="connsiteX7" fmla="*/ 310431 w 310264"/>
                  <a:gd name="connsiteY7" fmla="*/ 96 h 450400"/>
                  <a:gd name="connsiteX8" fmla="*/ 310431 w 310264"/>
                  <a:gd name="connsiteY8" fmla="*/ 11881 h 450400"/>
                  <a:gd name="connsiteX9" fmla="*/ 151663 w 310264"/>
                  <a:gd name="connsiteY9" fmla="*/ 11881 h 450400"/>
                  <a:gd name="connsiteX10" fmla="*/ 145087 w 310264"/>
                  <a:gd name="connsiteY10" fmla="*/ 18469 h 450400"/>
                  <a:gd name="connsiteX11" fmla="*/ 145087 w 310264"/>
                  <a:gd name="connsiteY11" fmla="*/ 432124 h 450400"/>
                  <a:gd name="connsiteX12" fmla="*/ 126714 w 310264"/>
                  <a:gd name="connsiteY12" fmla="*/ 450496 h 45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0264" h="450400">
                    <a:moveTo>
                      <a:pt x="126714" y="450496"/>
                    </a:moveTo>
                    <a:lnTo>
                      <a:pt x="166" y="450496"/>
                    </a:lnTo>
                    <a:lnTo>
                      <a:pt x="166" y="438711"/>
                    </a:lnTo>
                    <a:lnTo>
                      <a:pt x="126714" y="438711"/>
                    </a:lnTo>
                    <a:cubicBezTo>
                      <a:pt x="130344" y="438711"/>
                      <a:pt x="133302" y="435765"/>
                      <a:pt x="133302" y="432124"/>
                    </a:cubicBezTo>
                    <a:lnTo>
                      <a:pt x="133302" y="18469"/>
                    </a:lnTo>
                    <a:cubicBezTo>
                      <a:pt x="133302" y="8334"/>
                      <a:pt x="141540" y="96"/>
                      <a:pt x="151663" y="96"/>
                    </a:cubicBezTo>
                    <a:lnTo>
                      <a:pt x="310431" y="96"/>
                    </a:lnTo>
                    <a:lnTo>
                      <a:pt x="310431" y="11881"/>
                    </a:lnTo>
                    <a:lnTo>
                      <a:pt x="151663" y="11881"/>
                    </a:lnTo>
                    <a:cubicBezTo>
                      <a:pt x="148033" y="11881"/>
                      <a:pt x="145087" y="14839"/>
                      <a:pt x="145087" y="18469"/>
                    </a:cubicBezTo>
                    <a:lnTo>
                      <a:pt x="145087" y="432124"/>
                    </a:lnTo>
                    <a:cubicBezTo>
                      <a:pt x="145087" y="442259"/>
                      <a:pt x="136837" y="450496"/>
                      <a:pt x="126714" y="450496"/>
                    </a:cubicBezTo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71FA8E4B-C165-FF42-617D-3413C4AD279D}"/>
                  </a:ext>
                </a:extLst>
              </p:cNvPr>
              <p:cNvSpPr/>
              <p:nvPr/>
            </p:nvSpPr>
            <p:spPr>
              <a:xfrm>
                <a:off x="7786766" y="1883529"/>
                <a:ext cx="677179" cy="1909633"/>
              </a:xfrm>
              <a:custGeom>
                <a:avLst/>
                <a:gdLst>
                  <a:gd name="connsiteX0" fmla="*/ 677415 w 677179"/>
                  <a:gd name="connsiteY0" fmla="*/ 1909765 h 1909633"/>
                  <a:gd name="connsiteX1" fmla="*/ 665630 w 677179"/>
                  <a:gd name="connsiteY1" fmla="*/ 1909765 h 1909633"/>
                  <a:gd name="connsiteX2" fmla="*/ 665630 w 677179"/>
                  <a:gd name="connsiteY2" fmla="*/ 1620726 h 1909633"/>
                  <a:gd name="connsiteX3" fmla="*/ 656308 w 677179"/>
                  <a:gd name="connsiteY3" fmla="*/ 1611404 h 1909633"/>
                  <a:gd name="connsiteX4" fmla="*/ 21331 w 677179"/>
                  <a:gd name="connsiteY4" fmla="*/ 1611404 h 1909633"/>
                  <a:gd name="connsiteX5" fmla="*/ 236 w 677179"/>
                  <a:gd name="connsiteY5" fmla="*/ 1590297 h 1909633"/>
                  <a:gd name="connsiteX6" fmla="*/ 236 w 677179"/>
                  <a:gd name="connsiteY6" fmla="*/ 475433 h 1909633"/>
                  <a:gd name="connsiteX7" fmla="*/ 21331 w 677179"/>
                  <a:gd name="connsiteY7" fmla="*/ 454338 h 1909633"/>
                  <a:gd name="connsiteX8" fmla="*/ 159121 w 677179"/>
                  <a:gd name="connsiteY8" fmla="*/ 454338 h 1909633"/>
                  <a:gd name="connsiteX9" fmla="*/ 168432 w 677179"/>
                  <a:gd name="connsiteY9" fmla="*/ 445016 h 1909633"/>
                  <a:gd name="connsiteX10" fmla="*/ 168432 w 677179"/>
                  <a:gd name="connsiteY10" fmla="*/ 131 h 1909633"/>
                  <a:gd name="connsiteX11" fmla="*/ 180217 w 677179"/>
                  <a:gd name="connsiteY11" fmla="*/ 131 h 1909633"/>
                  <a:gd name="connsiteX12" fmla="*/ 180217 w 677179"/>
                  <a:gd name="connsiteY12" fmla="*/ 445016 h 1909633"/>
                  <a:gd name="connsiteX13" fmla="*/ 159121 w 677179"/>
                  <a:gd name="connsiteY13" fmla="*/ 466123 h 1909633"/>
                  <a:gd name="connsiteX14" fmla="*/ 21331 w 677179"/>
                  <a:gd name="connsiteY14" fmla="*/ 466123 h 1909633"/>
                  <a:gd name="connsiteX15" fmla="*/ 12021 w 677179"/>
                  <a:gd name="connsiteY15" fmla="*/ 475433 h 1909633"/>
                  <a:gd name="connsiteX16" fmla="*/ 12021 w 677179"/>
                  <a:gd name="connsiteY16" fmla="*/ 1590297 h 1909633"/>
                  <a:gd name="connsiteX17" fmla="*/ 21331 w 677179"/>
                  <a:gd name="connsiteY17" fmla="*/ 1599619 h 1909633"/>
                  <a:gd name="connsiteX18" fmla="*/ 656308 w 677179"/>
                  <a:gd name="connsiteY18" fmla="*/ 1599619 h 1909633"/>
                  <a:gd name="connsiteX19" fmla="*/ 677415 w 677179"/>
                  <a:gd name="connsiteY19" fmla="*/ 1620726 h 1909633"/>
                  <a:gd name="connsiteX20" fmla="*/ 677415 w 677179"/>
                  <a:gd name="connsiteY20" fmla="*/ 1909765 h 1909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77179" h="1909633">
                    <a:moveTo>
                      <a:pt x="677415" y="1909765"/>
                    </a:moveTo>
                    <a:lnTo>
                      <a:pt x="665630" y="1909765"/>
                    </a:lnTo>
                    <a:lnTo>
                      <a:pt x="665630" y="1620726"/>
                    </a:lnTo>
                    <a:cubicBezTo>
                      <a:pt x="665630" y="1615587"/>
                      <a:pt x="661446" y="1611404"/>
                      <a:pt x="656308" y="1611404"/>
                    </a:cubicBezTo>
                    <a:lnTo>
                      <a:pt x="21331" y="1611404"/>
                    </a:lnTo>
                    <a:cubicBezTo>
                      <a:pt x="9699" y="1611404"/>
                      <a:pt x="236" y="1601928"/>
                      <a:pt x="236" y="1590297"/>
                    </a:cubicBezTo>
                    <a:lnTo>
                      <a:pt x="236" y="475433"/>
                    </a:lnTo>
                    <a:cubicBezTo>
                      <a:pt x="236" y="463801"/>
                      <a:pt x="9699" y="454338"/>
                      <a:pt x="21331" y="454338"/>
                    </a:cubicBezTo>
                    <a:lnTo>
                      <a:pt x="159121" y="454338"/>
                    </a:lnTo>
                    <a:cubicBezTo>
                      <a:pt x="164260" y="454338"/>
                      <a:pt x="168432" y="450154"/>
                      <a:pt x="168432" y="445016"/>
                    </a:cubicBezTo>
                    <a:lnTo>
                      <a:pt x="168432" y="131"/>
                    </a:lnTo>
                    <a:lnTo>
                      <a:pt x="180217" y="131"/>
                    </a:lnTo>
                    <a:lnTo>
                      <a:pt x="180217" y="445016"/>
                    </a:lnTo>
                    <a:cubicBezTo>
                      <a:pt x="180217" y="456660"/>
                      <a:pt x="170753" y="466123"/>
                      <a:pt x="159121" y="466123"/>
                    </a:cubicBezTo>
                    <a:lnTo>
                      <a:pt x="21331" y="466123"/>
                    </a:lnTo>
                    <a:cubicBezTo>
                      <a:pt x="16193" y="466123"/>
                      <a:pt x="12021" y="470295"/>
                      <a:pt x="12021" y="475433"/>
                    </a:cubicBezTo>
                    <a:lnTo>
                      <a:pt x="12021" y="1590297"/>
                    </a:lnTo>
                    <a:cubicBezTo>
                      <a:pt x="12021" y="1595435"/>
                      <a:pt x="16193" y="1599619"/>
                      <a:pt x="21331" y="1599619"/>
                    </a:cubicBezTo>
                    <a:lnTo>
                      <a:pt x="656308" y="1599619"/>
                    </a:lnTo>
                    <a:cubicBezTo>
                      <a:pt x="667952" y="1599619"/>
                      <a:pt x="677415" y="1609082"/>
                      <a:pt x="677415" y="1620726"/>
                    </a:cubicBezTo>
                    <a:lnTo>
                      <a:pt x="677415" y="1909765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267F1DCF-3292-0931-B13B-25853D6F0BBD}"/>
                  </a:ext>
                </a:extLst>
              </p:cNvPr>
              <p:cNvSpPr/>
              <p:nvPr/>
            </p:nvSpPr>
            <p:spPr>
              <a:xfrm>
                <a:off x="7633772" y="1811237"/>
                <a:ext cx="310264" cy="444778"/>
              </a:xfrm>
              <a:custGeom>
                <a:avLst/>
                <a:gdLst>
                  <a:gd name="connsiteX0" fmla="*/ 179445 w 310264"/>
                  <a:gd name="connsiteY0" fmla="*/ 444881 h 444778"/>
                  <a:gd name="connsiteX1" fmla="*/ 171 w 310264"/>
                  <a:gd name="connsiteY1" fmla="*/ 444881 h 444778"/>
                  <a:gd name="connsiteX2" fmla="*/ 171 w 310264"/>
                  <a:gd name="connsiteY2" fmla="*/ 433096 h 444778"/>
                  <a:gd name="connsiteX3" fmla="*/ 179445 w 310264"/>
                  <a:gd name="connsiteY3" fmla="*/ 433096 h 444778"/>
                  <a:gd name="connsiteX4" fmla="*/ 186033 w 310264"/>
                  <a:gd name="connsiteY4" fmla="*/ 426508 h 444778"/>
                  <a:gd name="connsiteX5" fmla="*/ 186033 w 310264"/>
                  <a:gd name="connsiteY5" fmla="*/ 18475 h 444778"/>
                  <a:gd name="connsiteX6" fmla="*/ 204394 w 310264"/>
                  <a:gd name="connsiteY6" fmla="*/ 102 h 444778"/>
                  <a:gd name="connsiteX7" fmla="*/ 310435 w 310264"/>
                  <a:gd name="connsiteY7" fmla="*/ 102 h 444778"/>
                  <a:gd name="connsiteX8" fmla="*/ 310435 w 310264"/>
                  <a:gd name="connsiteY8" fmla="*/ 11887 h 444778"/>
                  <a:gd name="connsiteX9" fmla="*/ 204394 w 310264"/>
                  <a:gd name="connsiteY9" fmla="*/ 11887 h 444778"/>
                  <a:gd name="connsiteX10" fmla="*/ 197818 w 310264"/>
                  <a:gd name="connsiteY10" fmla="*/ 18475 h 444778"/>
                  <a:gd name="connsiteX11" fmla="*/ 197818 w 310264"/>
                  <a:gd name="connsiteY11" fmla="*/ 426508 h 444778"/>
                  <a:gd name="connsiteX12" fmla="*/ 179445 w 310264"/>
                  <a:gd name="connsiteY12" fmla="*/ 444881 h 444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0264" h="444778">
                    <a:moveTo>
                      <a:pt x="179445" y="444881"/>
                    </a:moveTo>
                    <a:lnTo>
                      <a:pt x="171" y="444881"/>
                    </a:lnTo>
                    <a:lnTo>
                      <a:pt x="171" y="433096"/>
                    </a:lnTo>
                    <a:lnTo>
                      <a:pt x="179445" y="433096"/>
                    </a:lnTo>
                    <a:cubicBezTo>
                      <a:pt x="183075" y="433096"/>
                      <a:pt x="186033" y="430150"/>
                      <a:pt x="186033" y="426508"/>
                    </a:cubicBezTo>
                    <a:lnTo>
                      <a:pt x="186033" y="18475"/>
                    </a:lnTo>
                    <a:cubicBezTo>
                      <a:pt x="186033" y="8340"/>
                      <a:pt x="194270" y="102"/>
                      <a:pt x="204394" y="102"/>
                    </a:cubicBezTo>
                    <a:lnTo>
                      <a:pt x="310435" y="102"/>
                    </a:lnTo>
                    <a:lnTo>
                      <a:pt x="310435" y="11887"/>
                    </a:lnTo>
                    <a:lnTo>
                      <a:pt x="204394" y="11887"/>
                    </a:lnTo>
                    <a:cubicBezTo>
                      <a:pt x="200764" y="11887"/>
                      <a:pt x="197818" y="14845"/>
                      <a:pt x="197818" y="18475"/>
                    </a:cubicBezTo>
                    <a:lnTo>
                      <a:pt x="197818" y="426508"/>
                    </a:lnTo>
                    <a:cubicBezTo>
                      <a:pt x="197818" y="436643"/>
                      <a:pt x="189568" y="444881"/>
                      <a:pt x="179445" y="444881"/>
                    </a:cubicBezTo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ED760C82-4032-95DA-3BC4-C4628D7B4BF4}"/>
                  </a:ext>
                </a:extLst>
              </p:cNvPr>
              <p:cNvSpPr/>
              <p:nvPr/>
            </p:nvSpPr>
            <p:spPr>
              <a:xfrm>
                <a:off x="7334232" y="1775940"/>
                <a:ext cx="350793" cy="263583"/>
              </a:xfrm>
              <a:custGeom>
                <a:avLst/>
                <a:gdLst>
                  <a:gd name="connsiteX0" fmla="*/ 332571 w 350793"/>
                  <a:gd name="connsiteY0" fmla="*/ 263680 h 263583"/>
                  <a:gd name="connsiteX1" fmla="*/ 299691 w 350793"/>
                  <a:gd name="connsiteY1" fmla="*/ 263680 h 263583"/>
                  <a:gd name="connsiteX2" fmla="*/ 299691 w 350793"/>
                  <a:gd name="connsiteY2" fmla="*/ 251895 h 263583"/>
                  <a:gd name="connsiteX3" fmla="*/ 332571 w 350793"/>
                  <a:gd name="connsiteY3" fmla="*/ 251895 h 263583"/>
                  <a:gd name="connsiteX4" fmla="*/ 339159 w 350793"/>
                  <a:gd name="connsiteY4" fmla="*/ 245307 h 263583"/>
                  <a:gd name="connsiteX5" fmla="*/ 339159 w 350793"/>
                  <a:gd name="connsiteY5" fmla="*/ 18457 h 263583"/>
                  <a:gd name="connsiteX6" fmla="*/ 332571 w 350793"/>
                  <a:gd name="connsiteY6" fmla="*/ 11881 h 263583"/>
                  <a:gd name="connsiteX7" fmla="*/ 18523 w 350793"/>
                  <a:gd name="connsiteY7" fmla="*/ 11881 h 263583"/>
                  <a:gd name="connsiteX8" fmla="*/ 11936 w 350793"/>
                  <a:gd name="connsiteY8" fmla="*/ 18457 h 263583"/>
                  <a:gd name="connsiteX9" fmla="*/ 11936 w 350793"/>
                  <a:gd name="connsiteY9" fmla="*/ 245307 h 263583"/>
                  <a:gd name="connsiteX10" fmla="*/ 18523 w 350793"/>
                  <a:gd name="connsiteY10" fmla="*/ 251895 h 263583"/>
                  <a:gd name="connsiteX11" fmla="*/ 76353 w 350793"/>
                  <a:gd name="connsiteY11" fmla="*/ 251895 h 263583"/>
                  <a:gd name="connsiteX12" fmla="*/ 76353 w 350793"/>
                  <a:gd name="connsiteY12" fmla="*/ 263680 h 263583"/>
                  <a:gd name="connsiteX13" fmla="*/ 18523 w 350793"/>
                  <a:gd name="connsiteY13" fmla="*/ 263680 h 263583"/>
                  <a:gd name="connsiteX14" fmla="*/ 151 w 350793"/>
                  <a:gd name="connsiteY14" fmla="*/ 245307 h 263583"/>
                  <a:gd name="connsiteX15" fmla="*/ 151 w 350793"/>
                  <a:gd name="connsiteY15" fmla="*/ 18457 h 263583"/>
                  <a:gd name="connsiteX16" fmla="*/ 18523 w 350793"/>
                  <a:gd name="connsiteY16" fmla="*/ 96 h 263583"/>
                  <a:gd name="connsiteX17" fmla="*/ 332571 w 350793"/>
                  <a:gd name="connsiteY17" fmla="*/ 96 h 263583"/>
                  <a:gd name="connsiteX18" fmla="*/ 350944 w 350793"/>
                  <a:gd name="connsiteY18" fmla="*/ 18457 h 263583"/>
                  <a:gd name="connsiteX19" fmla="*/ 350944 w 350793"/>
                  <a:gd name="connsiteY19" fmla="*/ 245307 h 263583"/>
                  <a:gd name="connsiteX20" fmla="*/ 332571 w 350793"/>
                  <a:gd name="connsiteY20" fmla="*/ 263680 h 263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50793" h="263583">
                    <a:moveTo>
                      <a:pt x="332571" y="263680"/>
                    </a:moveTo>
                    <a:lnTo>
                      <a:pt x="299691" y="263680"/>
                    </a:lnTo>
                    <a:lnTo>
                      <a:pt x="299691" y="251895"/>
                    </a:lnTo>
                    <a:lnTo>
                      <a:pt x="332571" y="251895"/>
                    </a:lnTo>
                    <a:cubicBezTo>
                      <a:pt x="336201" y="251895"/>
                      <a:pt x="339159" y="248948"/>
                      <a:pt x="339159" y="245307"/>
                    </a:cubicBezTo>
                    <a:lnTo>
                      <a:pt x="339159" y="18457"/>
                    </a:lnTo>
                    <a:cubicBezTo>
                      <a:pt x="339159" y="14827"/>
                      <a:pt x="336201" y="11881"/>
                      <a:pt x="332571" y="11881"/>
                    </a:cubicBezTo>
                    <a:lnTo>
                      <a:pt x="18523" y="11881"/>
                    </a:lnTo>
                    <a:cubicBezTo>
                      <a:pt x="14894" y="11881"/>
                      <a:pt x="11936" y="14827"/>
                      <a:pt x="11936" y="18457"/>
                    </a:cubicBezTo>
                    <a:lnTo>
                      <a:pt x="11936" y="245307"/>
                    </a:lnTo>
                    <a:cubicBezTo>
                      <a:pt x="11936" y="248948"/>
                      <a:pt x="14894" y="251895"/>
                      <a:pt x="18523" y="251895"/>
                    </a:cubicBezTo>
                    <a:lnTo>
                      <a:pt x="76353" y="251895"/>
                    </a:lnTo>
                    <a:lnTo>
                      <a:pt x="76353" y="263680"/>
                    </a:lnTo>
                    <a:lnTo>
                      <a:pt x="18523" y="263680"/>
                    </a:lnTo>
                    <a:cubicBezTo>
                      <a:pt x="8388" y="263680"/>
                      <a:pt x="151" y="255442"/>
                      <a:pt x="151" y="245307"/>
                    </a:cubicBezTo>
                    <a:lnTo>
                      <a:pt x="151" y="18457"/>
                    </a:lnTo>
                    <a:cubicBezTo>
                      <a:pt x="151" y="8333"/>
                      <a:pt x="8388" y="96"/>
                      <a:pt x="18523" y="96"/>
                    </a:cubicBezTo>
                    <a:lnTo>
                      <a:pt x="332571" y="96"/>
                    </a:lnTo>
                    <a:cubicBezTo>
                      <a:pt x="342694" y="96"/>
                      <a:pt x="350944" y="8333"/>
                      <a:pt x="350944" y="18457"/>
                    </a:cubicBezTo>
                    <a:lnTo>
                      <a:pt x="350944" y="245307"/>
                    </a:lnTo>
                    <a:cubicBezTo>
                      <a:pt x="350944" y="255442"/>
                      <a:pt x="342694" y="263680"/>
                      <a:pt x="332571" y="263680"/>
                    </a:cubicBezTo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1508D2EF-3E4A-BADC-D2A0-5586977DEA62}"/>
                  </a:ext>
                </a:extLst>
              </p:cNvPr>
              <p:cNvSpPr/>
              <p:nvPr/>
            </p:nvSpPr>
            <p:spPr>
              <a:xfrm>
                <a:off x="8828350" y="2321716"/>
                <a:ext cx="511316" cy="550042"/>
              </a:xfrm>
              <a:custGeom>
                <a:avLst/>
                <a:gdLst>
                  <a:gd name="connsiteX0" fmla="*/ 12080 w 511316"/>
                  <a:gd name="connsiteY0" fmla="*/ 550204 h 550042"/>
                  <a:gd name="connsiteX1" fmla="*/ 295 w 511316"/>
                  <a:gd name="connsiteY1" fmla="*/ 550204 h 550042"/>
                  <a:gd name="connsiteX2" fmla="*/ 295 w 511316"/>
                  <a:gd name="connsiteY2" fmla="*/ 481839 h 550042"/>
                  <a:gd name="connsiteX3" fmla="*/ 32173 w 511316"/>
                  <a:gd name="connsiteY3" fmla="*/ 449961 h 550042"/>
                  <a:gd name="connsiteX4" fmla="*/ 479745 w 511316"/>
                  <a:gd name="connsiteY4" fmla="*/ 449961 h 550042"/>
                  <a:gd name="connsiteX5" fmla="*/ 499827 w 511316"/>
                  <a:gd name="connsiteY5" fmla="*/ 429879 h 550042"/>
                  <a:gd name="connsiteX6" fmla="*/ 499827 w 511316"/>
                  <a:gd name="connsiteY6" fmla="*/ 32028 h 550042"/>
                  <a:gd name="connsiteX7" fmla="*/ 479745 w 511316"/>
                  <a:gd name="connsiteY7" fmla="*/ 11947 h 550042"/>
                  <a:gd name="connsiteX8" fmla="*/ 343781 w 511316"/>
                  <a:gd name="connsiteY8" fmla="*/ 11947 h 550042"/>
                  <a:gd name="connsiteX9" fmla="*/ 343781 w 511316"/>
                  <a:gd name="connsiteY9" fmla="*/ 162 h 550042"/>
                  <a:gd name="connsiteX10" fmla="*/ 479745 w 511316"/>
                  <a:gd name="connsiteY10" fmla="*/ 162 h 550042"/>
                  <a:gd name="connsiteX11" fmla="*/ 511612 w 511316"/>
                  <a:gd name="connsiteY11" fmla="*/ 32028 h 550042"/>
                  <a:gd name="connsiteX12" fmla="*/ 511612 w 511316"/>
                  <a:gd name="connsiteY12" fmla="*/ 429879 h 550042"/>
                  <a:gd name="connsiteX13" fmla="*/ 479745 w 511316"/>
                  <a:gd name="connsiteY13" fmla="*/ 461746 h 550042"/>
                  <a:gd name="connsiteX14" fmla="*/ 32173 w 511316"/>
                  <a:gd name="connsiteY14" fmla="*/ 461746 h 550042"/>
                  <a:gd name="connsiteX15" fmla="*/ 12080 w 511316"/>
                  <a:gd name="connsiteY15" fmla="*/ 481839 h 550042"/>
                  <a:gd name="connsiteX16" fmla="*/ 12080 w 511316"/>
                  <a:gd name="connsiteY16" fmla="*/ 550204 h 550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11316" h="550042">
                    <a:moveTo>
                      <a:pt x="12080" y="550204"/>
                    </a:moveTo>
                    <a:lnTo>
                      <a:pt x="295" y="550204"/>
                    </a:lnTo>
                    <a:lnTo>
                      <a:pt x="295" y="481839"/>
                    </a:lnTo>
                    <a:cubicBezTo>
                      <a:pt x="295" y="464268"/>
                      <a:pt x="14590" y="449961"/>
                      <a:pt x="32173" y="449961"/>
                    </a:cubicBezTo>
                    <a:lnTo>
                      <a:pt x="479745" y="449961"/>
                    </a:lnTo>
                    <a:cubicBezTo>
                      <a:pt x="490823" y="449961"/>
                      <a:pt x="499827" y="440945"/>
                      <a:pt x="499827" y="429879"/>
                    </a:cubicBezTo>
                    <a:lnTo>
                      <a:pt x="499827" y="32028"/>
                    </a:lnTo>
                    <a:cubicBezTo>
                      <a:pt x="499827" y="20950"/>
                      <a:pt x="490823" y="11947"/>
                      <a:pt x="479745" y="11947"/>
                    </a:cubicBezTo>
                    <a:lnTo>
                      <a:pt x="343781" y="11947"/>
                    </a:lnTo>
                    <a:lnTo>
                      <a:pt x="343781" y="162"/>
                    </a:lnTo>
                    <a:lnTo>
                      <a:pt x="479745" y="162"/>
                    </a:lnTo>
                    <a:cubicBezTo>
                      <a:pt x="497316" y="162"/>
                      <a:pt x="511612" y="14457"/>
                      <a:pt x="511612" y="32028"/>
                    </a:cubicBezTo>
                    <a:lnTo>
                      <a:pt x="511612" y="429879"/>
                    </a:lnTo>
                    <a:cubicBezTo>
                      <a:pt x="511612" y="447450"/>
                      <a:pt x="497316" y="461746"/>
                      <a:pt x="479745" y="461746"/>
                    </a:cubicBezTo>
                    <a:lnTo>
                      <a:pt x="32173" y="461746"/>
                    </a:lnTo>
                    <a:cubicBezTo>
                      <a:pt x="21095" y="461746"/>
                      <a:pt x="12080" y="470761"/>
                      <a:pt x="12080" y="481839"/>
                    </a:cubicBezTo>
                    <a:lnTo>
                      <a:pt x="12080" y="55020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2FBA829C-6D55-95AF-42CC-4205F27CC627}"/>
                  </a:ext>
                </a:extLst>
              </p:cNvPr>
              <p:cNvSpPr/>
              <p:nvPr/>
            </p:nvSpPr>
            <p:spPr>
              <a:xfrm rot="10800000" flipV="1">
                <a:off x="8526052" y="3426786"/>
                <a:ext cx="11785" cy="366372"/>
              </a:xfrm>
              <a:custGeom>
                <a:avLst/>
                <a:gdLst>
                  <a:gd name="connsiteX0" fmla="*/ 63 w 11785"/>
                  <a:gd name="connsiteY0" fmla="*/ 24 h 366372"/>
                  <a:gd name="connsiteX1" fmla="*/ 11848 w 11785"/>
                  <a:gd name="connsiteY1" fmla="*/ 24 h 366372"/>
                  <a:gd name="connsiteX2" fmla="*/ 11848 w 11785"/>
                  <a:gd name="connsiteY2" fmla="*/ 366397 h 366372"/>
                  <a:gd name="connsiteX3" fmla="*/ 63 w 11785"/>
                  <a:gd name="connsiteY3" fmla="*/ 366397 h 366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785" h="366372">
                    <a:moveTo>
                      <a:pt x="63" y="24"/>
                    </a:moveTo>
                    <a:lnTo>
                      <a:pt x="11848" y="24"/>
                    </a:lnTo>
                    <a:lnTo>
                      <a:pt x="11848" y="366397"/>
                    </a:lnTo>
                    <a:lnTo>
                      <a:pt x="63" y="366397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D0E6C287-AAC2-3E2B-449D-50BBFA57DE85}"/>
                  </a:ext>
                </a:extLst>
              </p:cNvPr>
              <p:cNvSpPr/>
              <p:nvPr/>
            </p:nvSpPr>
            <p:spPr>
              <a:xfrm>
                <a:off x="8102404" y="1607324"/>
                <a:ext cx="1408428" cy="2167384"/>
              </a:xfrm>
              <a:custGeom>
                <a:avLst/>
                <a:gdLst>
                  <a:gd name="connsiteX0" fmla="*/ 1132897 w 1408428"/>
                  <a:gd name="connsiteY0" fmla="*/ 2167488 h 2167384"/>
                  <a:gd name="connsiteX1" fmla="*/ 1121112 w 1408428"/>
                  <a:gd name="connsiteY1" fmla="*/ 2167488 h 2167384"/>
                  <a:gd name="connsiteX2" fmla="*/ 1121112 w 1408428"/>
                  <a:gd name="connsiteY2" fmla="*/ 2055082 h 2167384"/>
                  <a:gd name="connsiteX3" fmla="*/ 1392038 w 1408428"/>
                  <a:gd name="connsiteY3" fmla="*/ 1927521 h 2167384"/>
                  <a:gd name="connsiteX4" fmla="*/ 1396940 w 1408428"/>
                  <a:gd name="connsiteY4" fmla="*/ 278855 h 2167384"/>
                  <a:gd name="connsiteX5" fmla="*/ 1112426 w 1408428"/>
                  <a:gd name="connsiteY5" fmla="*/ 11889 h 2167384"/>
                  <a:gd name="connsiteX6" fmla="*/ 21910 w 1408428"/>
                  <a:gd name="connsiteY6" fmla="*/ 11889 h 2167384"/>
                  <a:gd name="connsiteX7" fmla="*/ 12105 w 1408428"/>
                  <a:gd name="connsiteY7" fmla="*/ 21694 h 2167384"/>
                  <a:gd name="connsiteX8" fmla="*/ 12105 w 1408428"/>
                  <a:gd name="connsiteY8" fmla="*/ 51109 h 2167384"/>
                  <a:gd name="connsiteX9" fmla="*/ 320 w 1408428"/>
                  <a:gd name="connsiteY9" fmla="*/ 51109 h 2167384"/>
                  <a:gd name="connsiteX10" fmla="*/ 320 w 1408428"/>
                  <a:gd name="connsiteY10" fmla="*/ 21694 h 2167384"/>
                  <a:gd name="connsiteX11" fmla="*/ 21910 w 1408428"/>
                  <a:gd name="connsiteY11" fmla="*/ 104 h 2167384"/>
                  <a:gd name="connsiteX12" fmla="*/ 1117093 w 1408428"/>
                  <a:gd name="connsiteY12" fmla="*/ 104 h 2167384"/>
                  <a:gd name="connsiteX13" fmla="*/ 1408749 w 1408428"/>
                  <a:gd name="connsiteY13" fmla="*/ 273775 h 2167384"/>
                  <a:gd name="connsiteX14" fmla="*/ 1408737 w 1408428"/>
                  <a:gd name="connsiteY14" fmla="*/ 276333 h 2167384"/>
                  <a:gd name="connsiteX15" fmla="*/ 1403799 w 1408428"/>
                  <a:gd name="connsiteY15" fmla="*/ 1935005 h 2167384"/>
                  <a:gd name="connsiteX16" fmla="*/ 1132897 w 1408428"/>
                  <a:gd name="connsiteY16" fmla="*/ 2062566 h 2167384"/>
                  <a:gd name="connsiteX17" fmla="*/ 1132897 w 1408428"/>
                  <a:gd name="connsiteY17" fmla="*/ 2167488 h 2167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08428" h="2167384">
                    <a:moveTo>
                      <a:pt x="1132897" y="2167488"/>
                    </a:moveTo>
                    <a:lnTo>
                      <a:pt x="1121112" y="2167488"/>
                    </a:lnTo>
                    <a:lnTo>
                      <a:pt x="1121112" y="2055082"/>
                    </a:lnTo>
                    <a:lnTo>
                      <a:pt x="1392038" y="1927521"/>
                    </a:lnTo>
                    <a:lnTo>
                      <a:pt x="1396940" y="278855"/>
                    </a:lnTo>
                    <a:lnTo>
                      <a:pt x="1112426" y="11889"/>
                    </a:lnTo>
                    <a:lnTo>
                      <a:pt x="21910" y="11889"/>
                    </a:lnTo>
                    <a:cubicBezTo>
                      <a:pt x="16501" y="11889"/>
                      <a:pt x="12105" y="16284"/>
                      <a:pt x="12105" y="21694"/>
                    </a:cubicBezTo>
                    <a:lnTo>
                      <a:pt x="12105" y="51109"/>
                    </a:lnTo>
                    <a:lnTo>
                      <a:pt x="320" y="51109"/>
                    </a:lnTo>
                    <a:lnTo>
                      <a:pt x="320" y="21694"/>
                    </a:lnTo>
                    <a:cubicBezTo>
                      <a:pt x="320" y="9791"/>
                      <a:pt x="10008" y="104"/>
                      <a:pt x="21910" y="104"/>
                    </a:cubicBezTo>
                    <a:lnTo>
                      <a:pt x="1117093" y="104"/>
                    </a:lnTo>
                    <a:lnTo>
                      <a:pt x="1408749" y="273775"/>
                    </a:lnTo>
                    <a:lnTo>
                      <a:pt x="1408737" y="276333"/>
                    </a:lnTo>
                    <a:lnTo>
                      <a:pt x="1403799" y="1935005"/>
                    </a:lnTo>
                    <a:lnTo>
                      <a:pt x="1132897" y="2062566"/>
                    </a:lnTo>
                    <a:lnTo>
                      <a:pt x="1132897" y="2167488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A5F5C791-B979-D21B-26CE-783FA97CBE8D}"/>
                  </a:ext>
                </a:extLst>
              </p:cNvPr>
              <p:cNvSpPr/>
              <p:nvPr/>
            </p:nvSpPr>
            <p:spPr>
              <a:xfrm>
                <a:off x="8666589" y="3410912"/>
                <a:ext cx="145910" cy="382247"/>
              </a:xfrm>
              <a:custGeom>
                <a:avLst/>
                <a:gdLst>
                  <a:gd name="connsiteX0" fmla="*/ 146193 w 145910"/>
                  <a:gd name="connsiteY0" fmla="*/ 382530 h 382247"/>
                  <a:gd name="connsiteX1" fmla="*/ 134408 w 145910"/>
                  <a:gd name="connsiteY1" fmla="*/ 382530 h 382247"/>
                  <a:gd name="connsiteX2" fmla="*/ 134408 w 145910"/>
                  <a:gd name="connsiteY2" fmla="*/ 211611 h 382247"/>
                  <a:gd name="connsiteX3" fmla="*/ 127455 w 145910"/>
                  <a:gd name="connsiteY3" fmla="*/ 194830 h 382247"/>
                  <a:gd name="connsiteX4" fmla="*/ 10689 w 145910"/>
                  <a:gd name="connsiteY4" fmla="*/ 78064 h 382247"/>
                  <a:gd name="connsiteX5" fmla="*/ 283 w 145910"/>
                  <a:gd name="connsiteY5" fmla="*/ 52950 h 382247"/>
                  <a:gd name="connsiteX6" fmla="*/ 283 w 145910"/>
                  <a:gd name="connsiteY6" fmla="*/ 282 h 382247"/>
                  <a:gd name="connsiteX7" fmla="*/ 12068 w 145910"/>
                  <a:gd name="connsiteY7" fmla="*/ 282 h 382247"/>
                  <a:gd name="connsiteX8" fmla="*/ 12068 w 145910"/>
                  <a:gd name="connsiteY8" fmla="*/ 52950 h 382247"/>
                  <a:gd name="connsiteX9" fmla="*/ 19021 w 145910"/>
                  <a:gd name="connsiteY9" fmla="*/ 69732 h 382247"/>
                  <a:gd name="connsiteX10" fmla="*/ 135787 w 145910"/>
                  <a:gd name="connsiteY10" fmla="*/ 186498 h 382247"/>
                  <a:gd name="connsiteX11" fmla="*/ 146193 w 145910"/>
                  <a:gd name="connsiteY11" fmla="*/ 211611 h 382247"/>
                  <a:gd name="connsiteX12" fmla="*/ 146193 w 145910"/>
                  <a:gd name="connsiteY12" fmla="*/ 382530 h 382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5910" h="382247">
                    <a:moveTo>
                      <a:pt x="146193" y="382530"/>
                    </a:moveTo>
                    <a:lnTo>
                      <a:pt x="134408" y="382530"/>
                    </a:lnTo>
                    <a:lnTo>
                      <a:pt x="134408" y="211611"/>
                    </a:lnTo>
                    <a:cubicBezTo>
                      <a:pt x="134408" y="205365"/>
                      <a:pt x="131874" y="199249"/>
                      <a:pt x="127455" y="194830"/>
                    </a:cubicBezTo>
                    <a:lnTo>
                      <a:pt x="10689" y="78064"/>
                    </a:lnTo>
                    <a:cubicBezTo>
                      <a:pt x="3983" y="71358"/>
                      <a:pt x="283" y="62437"/>
                      <a:pt x="283" y="52950"/>
                    </a:cubicBezTo>
                    <a:lnTo>
                      <a:pt x="283" y="282"/>
                    </a:lnTo>
                    <a:lnTo>
                      <a:pt x="12068" y="282"/>
                    </a:lnTo>
                    <a:lnTo>
                      <a:pt x="12068" y="52950"/>
                    </a:lnTo>
                    <a:cubicBezTo>
                      <a:pt x="12068" y="59196"/>
                      <a:pt x="14601" y="65312"/>
                      <a:pt x="19021" y="69732"/>
                    </a:cubicBezTo>
                    <a:lnTo>
                      <a:pt x="135787" y="186498"/>
                    </a:lnTo>
                    <a:cubicBezTo>
                      <a:pt x="142504" y="193203"/>
                      <a:pt x="146193" y="202113"/>
                      <a:pt x="146193" y="211611"/>
                    </a:cubicBezTo>
                    <a:lnTo>
                      <a:pt x="146193" y="382530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F6BD502F-65DD-BD99-8D64-23AD02FDD221}"/>
                  </a:ext>
                </a:extLst>
              </p:cNvPr>
              <p:cNvSpPr/>
              <p:nvPr/>
            </p:nvSpPr>
            <p:spPr>
              <a:xfrm>
                <a:off x="8870116" y="3410912"/>
                <a:ext cx="138474" cy="363791"/>
              </a:xfrm>
              <a:custGeom>
                <a:avLst/>
                <a:gdLst>
                  <a:gd name="connsiteX0" fmla="*/ 12079 w 138474"/>
                  <a:gd name="connsiteY0" fmla="*/ 364074 h 363791"/>
                  <a:gd name="connsiteX1" fmla="*/ 294 w 138474"/>
                  <a:gd name="connsiteY1" fmla="*/ 364074 h 363791"/>
                  <a:gd name="connsiteX2" fmla="*/ 294 w 138474"/>
                  <a:gd name="connsiteY2" fmla="*/ 193922 h 363791"/>
                  <a:gd name="connsiteX3" fmla="*/ 11396 w 138474"/>
                  <a:gd name="connsiteY3" fmla="*/ 168124 h 363791"/>
                  <a:gd name="connsiteX4" fmla="*/ 119087 w 138474"/>
                  <a:gd name="connsiteY4" fmla="*/ 74964 h 363791"/>
                  <a:gd name="connsiteX5" fmla="*/ 126983 w 138474"/>
                  <a:gd name="connsiteY5" fmla="*/ 57958 h 363791"/>
                  <a:gd name="connsiteX6" fmla="*/ 126983 w 138474"/>
                  <a:gd name="connsiteY6" fmla="*/ 282 h 363791"/>
                  <a:gd name="connsiteX7" fmla="*/ 138768 w 138474"/>
                  <a:gd name="connsiteY7" fmla="*/ 282 h 363791"/>
                  <a:gd name="connsiteX8" fmla="*/ 138768 w 138474"/>
                  <a:gd name="connsiteY8" fmla="*/ 57958 h 363791"/>
                  <a:gd name="connsiteX9" fmla="*/ 126665 w 138474"/>
                  <a:gd name="connsiteY9" fmla="*/ 83991 h 363791"/>
                  <a:gd name="connsiteX10" fmla="*/ 19480 w 138474"/>
                  <a:gd name="connsiteY10" fmla="*/ 176704 h 363791"/>
                  <a:gd name="connsiteX11" fmla="*/ 12079 w 138474"/>
                  <a:gd name="connsiteY11" fmla="*/ 193922 h 363791"/>
                  <a:gd name="connsiteX12" fmla="*/ 12079 w 138474"/>
                  <a:gd name="connsiteY12" fmla="*/ 364074 h 363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8474" h="363791">
                    <a:moveTo>
                      <a:pt x="12079" y="364074"/>
                    </a:moveTo>
                    <a:lnTo>
                      <a:pt x="294" y="364074"/>
                    </a:lnTo>
                    <a:lnTo>
                      <a:pt x="294" y="193922"/>
                    </a:lnTo>
                    <a:cubicBezTo>
                      <a:pt x="294" y="184176"/>
                      <a:pt x="4336" y="174783"/>
                      <a:pt x="11396" y="168124"/>
                    </a:cubicBezTo>
                    <a:cubicBezTo>
                      <a:pt x="34435" y="146405"/>
                      <a:pt x="94374" y="95741"/>
                      <a:pt x="119087" y="74964"/>
                    </a:cubicBezTo>
                    <a:cubicBezTo>
                      <a:pt x="124108" y="70745"/>
                      <a:pt x="126983" y="64546"/>
                      <a:pt x="126983" y="57958"/>
                    </a:cubicBezTo>
                    <a:lnTo>
                      <a:pt x="126983" y="282"/>
                    </a:lnTo>
                    <a:lnTo>
                      <a:pt x="138768" y="282"/>
                    </a:lnTo>
                    <a:lnTo>
                      <a:pt x="138768" y="57958"/>
                    </a:lnTo>
                    <a:cubicBezTo>
                      <a:pt x="138768" y="68034"/>
                      <a:pt x="134349" y="77521"/>
                      <a:pt x="126665" y="83991"/>
                    </a:cubicBezTo>
                    <a:cubicBezTo>
                      <a:pt x="102046" y="104697"/>
                      <a:pt x="42308" y="155185"/>
                      <a:pt x="19480" y="176704"/>
                    </a:cubicBezTo>
                    <a:cubicBezTo>
                      <a:pt x="14707" y="181194"/>
                      <a:pt x="12079" y="187311"/>
                      <a:pt x="12079" y="193922"/>
                    </a:cubicBezTo>
                    <a:lnTo>
                      <a:pt x="12079" y="36407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59AF4267-C96D-E0A9-D3E2-92E7CB80B00F}"/>
                  </a:ext>
                </a:extLst>
              </p:cNvPr>
              <p:cNvSpPr/>
              <p:nvPr/>
            </p:nvSpPr>
            <p:spPr>
              <a:xfrm>
                <a:off x="8752042" y="2638120"/>
                <a:ext cx="348365" cy="250691"/>
              </a:xfrm>
              <a:custGeom>
                <a:avLst/>
                <a:gdLst>
                  <a:gd name="connsiteX0" fmla="*/ 12069 w 348365"/>
                  <a:gd name="connsiteY0" fmla="*/ 250884 h 250691"/>
                  <a:gd name="connsiteX1" fmla="*/ 284 w 348365"/>
                  <a:gd name="connsiteY1" fmla="*/ 250884 h 250691"/>
                  <a:gd name="connsiteX2" fmla="*/ 284 w 348365"/>
                  <a:gd name="connsiteY2" fmla="*/ 85281 h 250691"/>
                  <a:gd name="connsiteX3" fmla="*/ 32162 w 348365"/>
                  <a:gd name="connsiteY3" fmla="*/ 53414 h 250691"/>
                  <a:gd name="connsiteX4" fmla="*/ 324254 w 348365"/>
                  <a:gd name="connsiteY4" fmla="*/ 53414 h 250691"/>
                  <a:gd name="connsiteX5" fmla="*/ 336864 w 348365"/>
                  <a:gd name="connsiteY5" fmla="*/ 40793 h 250691"/>
                  <a:gd name="connsiteX6" fmla="*/ 336864 w 348365"/>
                  <a:gd name="connsiteY6" fmla="*/ 193 h 250691"/>
                  <a:gd name="connsiteX7" fmla="*/ 348649 w 348365"/>
                  <a:gd name="connsiteY7" fmla="*/ 193 h 250691"/>
                  <a:gd name="connsiteX8" fmla="*/ 348649 w 348365"/>
                  <a:gd name="connsiteY8" fmla="*/ 40793 h 250691"/>
                  <a:gd name="connsiteX9" fmla="*/ 324254 w 348365"/>
                  <a:gd name="connsiteY9" fmla="*/ 65199 h 250691"/>
                  <a:gd name="connsiteX10" fmla="*/ 32162 w 348365"/>
                  <a:gd name="connsiteY10" fmla="*/ 65199 h 250691"/>
                  <a:gd name="connsiteX11" fmla="*/ 12069 w 348365"/>
                  <a:gd name="connsiteY11" fmla="*/ 85281 h 250691"/>
                  <a:gd name="connsiteX12" fmla="*/ 12069 w 348365"/>
                  <a:gd name="connsiteY12" fmla="*/ 250884 h 250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48365" h="250691">
                    <a:moveTo>
                      <a:pt x="12069" y="250884"/>
                    </a:moveTo>
                    <a:lnTo>
                      <a:pt x="284" y="250884"/>
                    </a:lnTo>
                    <a:lnTo>
                      <a:pt x="284" y="85281"/>
                    </a:lnTo>
                    <a:cubicBezTo>
                      <a:pt x="284" y="67710"/>
                      <a:pt x="14579" y="53414"/>
                      <a:pt x="32162" y="53414"/>
                    </a:cubicBezTo>
                    <a:lnTo>
                      <a:pt x="324254" y="53414"/>
                    </a:lnTo>
                    <a:cubicBezTo>
                      <a:pt x="331207" y="53414"/>
                      <a:pt x="336864" y="47757"/>
                      <a:pt x="336864" y="40793"/>
                    </a:cubicBezTo>
                    <a:lnTo>
                      <a:pt x="336864" y="193"/>
                    </a:lnTo>
                    <a:lnTo>
                      <a:pt x="348649" y="193"/>
                    </a:lnTo>
                    <a:lnTo>
                      <a:pt x="348649" y="40793"/>
                    </a:lnTo>
                    <a:cubicBezTo>
                      <a:pt x="348649" y="54251"/>
                      <a:pt x="337701" y="65199"/>
                      <a:pt x="324254" y="65199"/>
                    </a:cubicBezTo>
                    <a:lnTo>
                      <a:pt x="32162" y="65199"/>
                    </a:lnTo>
                    <a:cubicBezTo>
                      <a:pt x="21084" y="65199"/>
                      <a:pt x="12069" y="74203"/>
                      <a:pt x="12069" y="85281"/>
                    </a:cubicBezTo>
                    <a:lnTo>
                      <a:pt x="12069" y="25088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5D64129D-2546-DA8D-4F24-F3EDC6DB2594}"/>
                  </a:ext>
                </a:extLst>
              </p:cNvPr>
              <p:cNvSpPr/>
              <p:nvPr/>
            </p:nvSpPr>
            <p:spPr>
              <a:xfrm>
                <a:off x="8182578" y="1737328"/>
                <a:ext cx="920600" cy="285645"/>
              </a:xfrm>
              <a:custGeom>
                <a:avLst/>
                <a:gdLst>
                  <a:gd name="connsiteX0" fmla="*/ 912241 w 920600"/>
                  <a:gd name="connsiteY0" fmla="*/ 285737 h 285645"/>
                  <a:gd name="connsiteX1" fmla="*/ 912241 w 920600"/>
                  <a:gd name="connsiteY1" fmla="*/ 273952 h 285645"/>
                  <a:gd name="connsiteX2" fmla="*/ 907586 w 920600"/>
                  <a:gd name="connsiteY2" fmla="*/ 276733 h 285645"/>
                  <a:gd name="connsiteX3" fmla="*/ 907527 w 920600"/>
                  <a:gd name="connsiteY3" fmla="*/ 175630 h 285645"/>
                  <a:gd name="connsiteX4" fmla="*/ 883250 w 920600"/>
                  <a:gd name="connsiteY4" fmla="*/ 152189 h 285645"/>
                  <a:gd name="connsiteX5" fmla="*/ 488510 w 920600"/>
                  <a:gd name="connsiteY5" fmla="*/ 152189 h 285645"/>
                  <a:gd name="connsiteX6" fmla="*/ 452425 w 920600"/>
                  <a:gd name="connsiteY6" fmla="*/ 116103 h 285645"/>
                  <a:gd name="connsiteX7" fmla="*/ 452425 w 920600"/>
                  <a:gd name="connsiteY7" fmla="*/ 36166 h 285645"/>
                  <a:gd name="connsiteX8" fmla="*/ 428136 w 920600"/>
                  <a:gd name="connsiteY8" fmla="*/ 11877 h 285645"/>
                  <a:gd name="connsiteX9" fmla="*/ 304 w 920600"/>
                  <a:gd name="connsiteY9" fmla="*/ 11877 h 285645"/>
                  <a:gd name="connsiteX10" fmla="*/ 304 w 920600"/>
                  <a:gd name="connsiteY10" fmla="*/ 92 h 285645"/>
                  <a:gd name="connsiteX11" fmla="*/ 428136 w 920600"/>
                  <a:gd name="connsiteY11" fmla="*/ 92 h 285645"/>
                  <a:gd name="connsiteX12" fmla="*/ 464210 w 920600"/>
                  <a:gd name="connsiteY12" fmla="*/ 36166 h 285645"/>
                  <a:gd name="connsiteX13" fmla="*/ 464210 w 920600"/>
                  <a:gd name="connsiteY13" fmla="*/ 116103 h 285645"/>
                  <a:gd name="connsiteX14" fmla="*/ 488510 w 920600"/>
                  <a:gd name="connsiteY14" fmla="*/ 140404 h 285645"/>
                  <a:gd name="connsiteX15" fmla="*/ 883250 w 920600"/>
                  <a:gd name="connsiteY15" fmla="*/ 140404 h 285645"/>
                  <a:gd name="connsiteX16" fmla="*/ 919300 w 920600"/>
                  <a:gd name="connsiteY16" fmla="*/ 175205 h 285645"/>
                  <a:gd name="connsiteX17" fmla="*/ 916884 w 920600"/>
                  <a:gd name="connsiteY17" fmla="*/ 283746 h 285645"/>
                  <a:gd name="connsiteX18" fmla="*/ 915140 w 920600"/>
                  <a:gd name="connsiteY18" fmla="*/ 285537 h 285645"/>
                  <a:gd name="connsiteX19" fmla="*/ 912241 w 920600"/>
                  <a:gd name="connsiteY19" fmla="*/ 285737 h 285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20600" h="285645">
                    <a:moveTo>
                      <a:pt x="912241" y="285737"/>
                    </a:moveTo>
                    <a:lnTo>
                      <a:pt x="912241" y="273952"/>
                    </a:lnTo>
                    <a:cubicBezTo>
                      <a:pt x="909530" y="273952"/>
                      <a:pt x="907904" y="275861"/>
                      <a:pt x="907586" y="276733"/>
                    </a:cubicBezTo>
                    <a:cubicBezTo>
                      <a:pt x="908140" y="275237"/>
                      <a:pt x="910709" y="263346"/>
                      <a:pt x="907527" y="175630"/>
                    </a:cubicBezTo>
                    <a:cubicBezTo>
                      <a:pt x="907055" y="162489"/>
                      <a:pt x="896390" y="152189"/>
                      <a:pt x="883250" y="152189"/>
                    </a:cubicBezTo>
                    <a:lnTo>
                      <a:pt x="488510" y="152189"/>
                    </a:lnTo>
                    <a:cubicBezTo>
                      <a:pt x="468617" y="152189"/>
                      <a:pt x="452425" y="135997"/>
                      <a:pt x="452425" y="116103"/>
                    </a:cubicBezTo>
                    <a:lnTo>
                      <a:pt x="452425" y="36166"/>
                    </a:lnTo>
                    <a:cubicBezTo>
                      <a:pt x="452425" y="22778"/>
                      <a:pt x="441535" y="11877"/>
                      <a:pt x="428136" y="11877"/>
                    </a:cubicBezTo>
                    <a:lnTo>
                      <a:pt x="304" y="11877"/>
                    </a:lnTo>
                    <a:lnTo>
                      <a:pt x="304" y="92"/>
                    </a:lnTo>
                    <a:lnTo>
                      <a:pt x="428136" y="92"/>
                    </a:lnTo>
                    <a:cubicBezTo>
                      <a:pt x="448029" y="92"/>
                      <a:pt x="464210" y="16273"/>
                      <a:pt x="464210" y="36166"/>
                    </a:cubicBezTo>
                    <a:lnTo>
                      <a:pt x="464210" y="116103"/>
                    </a:lnTo>
                    <a:cubicBezTo>
                      <a:pt x="464210" y="129503"/>
                      <a:pt x="475111" y="140404"/>
                      <a:pt x="488510" y="140404"/>
                    </a:cubicBezTo>
                    <a:lnTo>
                      <a:pt x="883250" y="140404"/>
                    </a:lnTo>
                    <a:cubicBezTo>
                      <a:pt x="902754" y="140404"/>
                      <a:pt x="918605" y="155689"/>
                      <a:pt x="919300" y="175205"/>
                    </a:cubicBezTo>
                    <a:cubicBezTo>
                      <a:pt x="923012" y="277382"/>
                      <a:pt x="919465" y="281059"/>
                      <a:pt x="916884" y="283746"/>
                    </a:cubicBezTo>
                    <a:lnTo>
                      <a:pt x="915140" y="285537"/>
                    </a:lnTo>
                    <a:lnTo>
                      <a:pt x="912241" y="285737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5A9763F3-FEFA-9D83-E358-010B1EB924C2}"/>
                  </a:ext>
                </a:extLst>
              </p:cNvPr>
              <p:cNvSpPr/>
              <p:nvPr/>
            </p:nvSpPr>
            <p:spPr>
              <a:xfrm>
                <a:off x="7852915" y="1880149"/>
                <a:ext cx="417036" cy="1008668"/>
              </a:xfrm>
              <a:custGeom>
                <a:avLst/>
                <a:gdLst>
                  <a:gd name="connsiteX0" fmla="*/ 417254 w 417036"/>
                  <a:gd name="connsiteY0" fmla="*/ 1008787 h 1008668"/>
                  <a:gd name="connsiteX1" fmla="*/ 405469 w 417036"/>
                  <a:gd name="connsiteY1" fmla="*/ 1008787 h 1008668"/>
                  <a:gd name="connsiteX2" fmla="*/ 405469 w 417036"/>
                  <a:gd name="connsiteY2" fmla="*/ 943792 h 1008668"/>
                  <a:gd name="connsiteX3" fmla="*/ 389901 w 417036"/>
                  <a:gd name="connsiteY3" fmla="*/ 928224 h 1008668"/>
                  <a:gd name="connsiteX4" fmla="*/ 27570 w 417036"/>
                  <a:gd name="connsiteY4" fmla="*/ 928224 h 1008668"/>
                  <a:gd name="connsiteX5" fmla="*/ 217 w 417036"/>
                  <a:gd name="connsiteY5" fmla="*/ 900871 h 1008668"/>
                  <a:gd name="connsiteX6" fmla="*/ 217 w 417036"/>
                  <a:gd name="connsiteY6" fmla="*/ 533096 h 1008668"/>
                  <a:gd name="connsiteX7" fmla="*/ 27570 w 417036"/>
                  <a:gd name="connsiteY7" fmla="*/ 505743 h 1008668"/>
                  <a:gd name="connsiteX8" fmla="*/ 139528 w 417036"/>
                  <a:gd name="connsiteY8" fmla="*/ 505743 h 1008668"/>
                  <a:gd name="connsiteX9" fmla="*/ 192219 w 417036"/>
                  <a:gd name="connsiteY9" fmla="*/ 453052 h 1008668"/>
                  <a:gd name="connsiteX10" fmla="*/ 192219 w 417036"/>
                  <a:gd name="connsiteY10" fmla="*/ 118 h 1008668"/>
                  <a:gd name="connsiteX11" fmla="*/ 204004 w 417036"/>
                  <a:gd name="connsiteY11" fmla="*/ 118 h 1008668"/>
                  <a:gd name="connsiteX12" fmla="*/ 204004 w 417036"/>
                  <a:gd name="connsiteY12" fmla="*/ 453052 h 1008668"/>
                  <a:gd name="connsiteX13" fmla="*/ 139528 w 417036"/>
                  <a:gd name="connsiteY13" fmla="*/ 517528 h 1008668"/>
                  <a:gd name="connsiteX14" fmla="*/ 27570 w 417036"/>
                  <a:gd name="connsiteY14" fmla="*/ 517528 h 1008668"/>
                  <a:gd name="connsiteX15" fmla="*/ 12002 w 417036"/>
                  <a:gd name="connsiteY15" fmla="*/ 533096 h 1008668"/>
                  <a:gd name="connsiteX16" fmla="*/ 12002 w 417036"/>
                  <a:gd name="connsiteY16" fmla="*/ 900871 h 1008668"/>
                  <a:gd name="connsiteX17" fmla="*/ 27570 w 417036"/>
                  <a:gd name="connsiteY17" fmla="*/ 916439 h 1008668"/>
                  <a:gd name="connsiteX18" fmla="*/ 389901 w 417036"/>
                  <a:gd name="connsiteY18" fmla="*/ 916439 h 1008668"/>
                  <a:gd name="connsiteX19" fmla="*/ 417254 w 417036"/>
                  <a:gd name="connsiteY19" fmla="*/ 943792 h 1008668"/>
                  <a:gd name="connsiteX20" fmla="*/ 417254 w 417036"/>
                  <a:gd name="connsiteY20" fmla="*/ 1008787 h 1008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17036" h="1008668">
                    <a:moveTo>
                      <a:pt x="417254" y="1008787"/>
                    </a:moveTo>
                    <a:lnTo>
                      <a:pt x="405469" y="1008787"/>
                    </a:lnTo>
                    <a:lnTo>
                      <a:pt x="405469" y="943792"/>
                    </a:lnTo>
                    <a:cubicBezTo>
                      <a:pt x="405469" y="935201"/>
                      <a:pt x="398481" y="928224"/>
                      <a:pt x="389901" y="928224"/>
                    </a:cubicBezTo>
                    <a:lnTo>
                      <a:pt x="27570" y="928224"/>
                    </a:lnTo>
                    <a:cubicBezTo>
                      <a:pt x="12486" y="928224"/>
                      <a:pt x="217" y="915956"/>
                      <a:pt x="217" y="900871"/>
                    </a:cubicBezTo>
                    <a:lnTo>
                      <a:pt x="217" y="533096"/>
                    </a:lnTo>
                    <a:cubicBezTo>
                      <a:pt x="217" y="518011"/>
                      <a:pt x="12486" y="505743"/>
                      <a:pt x="27570" y="505743"/>
                    </a:cubicBezTo>
                    <a:lnTo>
                      <a:pt x="139528" y="505743"/>
                    </a:lnTo>
                    <a:cubicBezTo>
                      <a:pt x="168578" y="505743"/>
                      <a:pt x="192219" y="482114"/>
                      <a:pt x="192219" y="453052"/>
                    </a:cubicBezTo>
                    <a:lnTo>
                      <a:pt x="192219" y="118"/>
                    </a:lnTo>
                    <a:lnTo>
                      <a:pt x="204004" y="118"/>
                    </a:lnTo>
                    <a:lnTo>
                      <a:pt x="204004" y="453052"/>
                    </a:lnTo>
                    <a:cubicBezTo>
                      <a:pt x="204004" y="488607"/>
                      <a:pt x="175084" y="517528"/>
                      <a:pt x="139528" y="517528"/>
                    </a:cubicBezTo>
                    <a:lnTo>
                      <a:pt x="27570" y="517528"/>
                    </a:lnTo>
                    <a:cubicBezTo>
                      <a:pt x="18991" y="517528"/>
                      <a:pt x="12002" y="524516"/>
                      <a:pt x="12002" y="533096"/>
                    </a:cubicBezTo>
                    <a:lnTo>
                      <a:pt x="12002" y="900871"/>
                    </a:lnTo>
                    <a:cubicBezTo>
                      <a:pt x="12002" y="909451"/>
                      <a:pt x="18991" y="916439"/>
                      <a:pt x="27570" y="916439"/>
                    </a:cubicBezTo>
                    <a:lnTo>
                      <a:pt x="389901" y="916439"/>
                    </a:lnTo>
                    <a:cubicBezTo>
                      <a:pt x="404974" y="916439"/>
                      <a:pt x="417254" y="928707"/>
                      <a:pt x="417254" y="943792"/>
                    </a:cubicBezTo>
                    <a:lnTo>
                      <a:pt x="417254" y="1008787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FD6E7F9F-91F5-D2BD-8ED4-7A690F0C885E}"/>
                  </a:ext>
                </a:extLst>
              </p:cNvPr>
              <p:cNvSpPr/>
              <p:nvPr/>
            </p:nvSpPr>
            <p:spPr>
              <a:xfrm>
                <a:off x="8139825" y="1947606"/>
                <a:ext cx="868753" cy="941211"/>
              </a:xfrm>
              <a:custGeom>
                <a:avLst/>
                <a:gdLst>
                  <a:gd name="connsiteX0" fmla="*/ 305287 w 868753"/>
                  <a:gd name="connsiteY0" fmla="*/ 941336 h 941211"/>
                  <a:gd name="connsiteX1" fmla="*/ 293502 w 868753"/>
                  <a:gd name="connsiteY1" fmla="*/ 941336 h 941211"/>
                  <a:gd name="connsiteX2" fmla="*/ 293502 w 868753"/>
                  <a:gd name="connsiteY2" fmla="*/ 865299 h 941211"/>
                  <a:gd name="connsiteX3" fmla="*/ 280267 w 868753"/>
                  <a:gd name="connsiteY3" fmla="*/ 833350 h 941211"/>
                  <a:gd name="connsiteX4" fmla="*/ 22104 w 868753"/>
                  <a:gd name="connsiteY4" fmla="*/ 575187 h 941211"/>
                  <a:gd name="connsiteX5" fmla="*/ 1705 w 868753"/>
                  <a:gd name="connsiteY5" fmla="*/ 526585 h 941211"/>
                  <a:gd name="connsiteX6" fmla="*/ 1045 w 868753"/>
                  <a:gd name="connsiteY6" fmla="*/ 56139 h 941211"/>
                  <a:gd name="connsiteX7" fmla="*/ 58002 w 868753"/>
                  <a:gd name="connsiteY7" fmla="*/ 125 h 941211"/>
                  <a:gd name="connsiteX8" fmla="*/ 812043 w 868753"/>
                  <a:gd name="connsiteY8" fmla="*/ 125 h 941211"/>
                  <a:gd name="connsiteX9" fmla="*/ 869000 w 868753"/>
                  <a:gd name="connsiteY9" fmla="*/ 57094 h 941211"/>
                  <a:gd name="connsiteX10" fmla="*/ 869000 w 868753"/>
                  <a:gd name="connsiteY10" fmla="*/ 86155 h 941211"/>
                  <a:gd name="connsiteX11" fmla="*/ 857215 w 868753"/>
                  <a:gd name="connsiteY11" fmla="*/ 86155 h 941211"/>
                  <a:gd name="connsiteX12" fmla="*/ 857215 w 868753"/>
                  <a:gd name="connsiteY12" fmla="*/ 57094 h 941211"/>
                  <a:gd name="connsiteX13" fmla="*/ 812043 w 868753"/>
                  <a:gd name="connsiteY13" fmla="*/ 11910 h 941211"/>
                  <a:gd name="connsiteX14" fmla="*/ 58002 w 868753"/>
                  <a:gd name="connsiteY14" fmla="*/ 11910 h 941211"/>
                  <a:gd name="connsiteX15" fmla="*/ 12830 w 868753"/>
                  <a:gd name="connsiteY15" fmla="*/ 56328 h 941211"/>
                  <a:gd name="connsiteX16" fmla="*/ 13490 w 868753"/>
                  <a:gd name="connsiteY16" fmla="*/ 526491 h 941211"/>
                  <a:gd name="connsiteX17" fmla="*/ 30436 w 868753"/>
                  <a:gd name="connsiteY17" fmla="*/ 566855 h 941211"/>
                  <a:gd name="connsiteX18" fmla="*/ 288599 w 868753"/>
                  <a:gd name="connsiteY18" fmla="*/ 825018 h 941211"/>
                  <a:gd name="connsiteX19" fmla="*/ 305287 w 868753"/>
                  <a:gd name="connsiteY19" fmla="*/ 865299 h 941211"/>
                  <a:gd name="connsiteX20" fmla="*/ 305287 w 868753"/>
                  <a:gd name="connsiteY20" fmla="*/ 941336 h 941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68753" h="941211">
                    <a:moveTo>
                      <a:pt x="305287" y="941336"/>
                    </a:moveTo>
                    <a:lnTo>
                      <a:pt x="293502" y="941336"/>
                    </a:lnTo>
                    <a:lnTo>
                      <a:pt x="293502" y="865299"/>
                    </a:lnTo>
                    <a:cubicBezTo>
                      <a:pt x="293502" y="853231"/>
                      <a:pt x="288800" y="841882"/>
                      <a:pt x="280267" y="833350"/>
                    </a:cubicBezTo>
                    <a:lnTo>
                      <a:pt x="22104" y="575187"/>
                    </a:lnTo>
                    <a:cubicBezTo>
                      <a:pt x="9082" y="562176"/>
                      <a:pt x="1834" y="544911"/>
                      <a:pt x="1705" y="526585"/>
                    </a:cubicBezTo>
                    <a:cubicBezTo>
                      <a:pt x="1080" y="444691"/>
                      <a:pt x="-817" y="168745"/>
                      <a:pt x="1045" y="56139"/>
                    </a:cubicBezTo>
                    <a:cubicBezTo>
                      <a:pt x="1551" y="25250"/>
                      <a:pt x="27101" y="125"/>
                      <a:pt x="58002" y="125"/>
                    </a:cubicBezTo>
                    <a:lnTo>
                      <a:pt x="812043" y="125"/>
                    </a:lnTo>
                    <a:cubicBezTo>
                      <a:pt x="843450" y="125"/>
                      <a:pt x="869000" y="25675"/>
                      <a:pt x="869000" y="57094"/>
                    </a:cubicBezTo>
                    <a:lnTo>
                      <a:pt x="869000" y="86155"/>
                    </a:lnTo>
                    <a:lnTo>
                      <a:pt x="857215" y="86155"/>
                    </a:lnTo>
                    <a:lnTo>
                      <a:pt x="857215" y="57094"/>
                    </a:lnTo>
                    <a:cubicBezTo>
                      <a:pt x="857215" y="32168"/>
                      <a:pt x="836956" y="11910"/>
                      <a:pt x="812043" y="11910"/>
                    </a:cubicBezTo>
                    <a:lnTo>
                      <a:pt x="58002" y="11910"/>
                    </a:lnTo>
                    <a:cubicBezTo>
                      <a:pt x="33489" y="11910"/>
                      <a:pt x="13218" y="31838"/>
                      <a:pt x="12830" y="56328"/>
                    </a:cubicBezTo>
                    <a:cubicBezTo>
                      <a:pt x="10968" y="168804"/>
                      <a:pt x="12865" y="444644"/>
                      <a:pt x="13490" y="526491"/>
                    </a:cubicBezTo>
                    <a:cubicBezTo>
                      <a:pt x="13607" y="541706"/>
                      <a:pt x="19618" y="556048"/>
                      <a:pt x="30436" y="566855"/>
                    </a:cubicBezTo>
                    <a:lnTo>
                      <a:pt x="288599" y="825018"/>
                    </a:lnTo>
                    <a:cubicBezTo>
                      <a:pt x="299359" y="835777"/>
                      <a:pt x="305287" y="850084"/>
                      <a:pt x="305287" y="865299"/>
                    </a:cubicBezTo>
                    <a:lnTo>
                      <a:pt x="305287" y="941336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BA57C413-0554-C1A6-6C36-3267C07D17C4}"/>
                  </a:ext>
                </a:extLst>
              </p:cNvPr>
              <p:cNvSpPr/>
              <p:nvPr/>
            </p:nvSpPr>
            <p:spPr>
              <a:xfrm>
                <a:off x="8234231" y="2050914"/>
                <a:ext cx="362059" cy="837903"/>
              </a:xfrm>
              <a:custGeom>
                <a:avLst/>
                <a:gdLst>
                  <a:gd name="connsiteX0" fmla="*/ 344718 w 362059"/>
                  <a:gd name="connsiteY0" fmla="*/ 838039 h 837903"/>
                  <a:gd name="connsiteX1" fmla="*/ 332933 w 362059"/>
                  <a:gd name="connsiteY1" fmla="*/ 838039 h 837903"/>
                  <a:gd name="connsiteX2" fmla="*/ 332933 w 362059"/>
                  <a:gd name="connsiteY2" fmla="*/ 753670 h 837903"/>
                  <a:gd name="connsiteX3" fmla="*/ 319699 w 362059"/>
                  <a:gd name="connsiteY3" fmla="*/ 721720 h 837903"/>
                  <a:gd name="connsiteX4" fmla="*/ 16941 w 362059"/>
                  <a:gd name="connsiteY4" fmla="*/ 418951 h 837903"/>
                  <a:gd name="connsiteX5" fmla="*/ 254 w 362059"/>
                  <a:gd name="connsiteY5" fmla="*/ 378670 h 837903"/>
                  <a:gd name="connsiteX6" fmla="*/ 254 w 362059"/>
                  <a:gd name="connsiteY6" fmla="*/ 57104 h 837903"/>
                  <a:gd name="connsiteX7" fmla="*/ 57211 w 362059"/>
                  <a:gd name="connsiteY7" fmla="*/ 135 h 837903"/>
                  <a:gd name="connsiteX8" fmla="*/ 362313 w 362059"/>
                  <a:gd name="connsiteY8" fmla="*/ 135 h 837903"/>
                  <a:gd name="connsiteX9" fmla="*/ 362313 w 362059"/>
                  <a:gd name="connsiteY9" fmla="*/ 11920 h 837903"/>
                  <a:gd name="connsiteX10" fmla="*/ 57211 w 362059"/>
                  <a:gd name="connsiteY10" fmla="*/ 11920 h 837903"/>
                  <a:gd name="connsiteX11" fmla="*/ 12039 w 362059"/>
                  <a:gd name="connsiteY11" fmla="*/ 57104 h 837903"/>
                  <a:gd name="connsiteX12" fmla="*/ 12039 w 362059"/>
                  <a:gd name="connsiteY12" fmla="*/ 378670 h 837903"/>
                  <a:gd name="connsiteX13" fmla="*/ 25273 w 362059"/>
                  <a:gd name="connsiteY13" fmla="*/ 410619 h 837903"/>
                  <a:gd name="connsiteX14" fmla="*/ 328031 w 362059"/>
                  <a:gd name="connsiteY14" fmla="*/ 713388 h 837903"/>
                  <a:gd name="connsiteX15" fmla="*/ 344718 w 362059"/>
                  <a:gd name="connsiteY15" fmla="*/ 753670 h 837903"/>
                  <a:gd name="connsiteX16" fmla="*/ 344718 w 362059"/>
                  <a:gd name="connsiteY16" fmla="*/ 838039 h 837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62059" h="837903">
                    <a:moveTo>
                      <a:pt x="344718" y="838039"/>
                    </a:moveTo>
                    <a:lnTo>
                      <a:pt x="332933" y="838039"/>
                    </a:lnTo>
                    <a:lnTo>
                      <a:pt x="332933" y="753670"/>
                    </a:lnTo>
                    <a:cubicBezTo>
                      <a:pt x="332933" y="741602"/>
                      <a:pt x="328231" y="730253"/>
                      <a:pt x="319699" y="721720"/>
                    </a:cubicBezTo>
                    <a:lnTo>
                      <a:pt x="16941" y="418951"/>
                    </a:lnTo>
                    <a:cubicBezTo>
                      <a:pt x="6170" y="408192"/>
                      <a:pt x="254" y="393884"/>
                      <a:pt x="254" y="378670"/>
                    </a:cubicBezTo>
                    <a:lnTo>
                      <a:pt x="254" y="57104"/>
                    </a:lnTo>
                    <a:cubicBezTo>
                      <a:pt x="254" y="25685"/>
                      <a:pt x="25804" y="135"/>
                      <a:pt x="57211" y="135"/>
                    </a:cubicBezTo>
                    <a:lnTo>
                      <a:pt x="362313" y="135"/>
                    </a:lnTo>
                    <a:lnTo>
                      <a:pt x="362313" y="11920"/>
                    </a:lnTo>
                    <a:lnTo>
                      <a:pt x="57211" y="11920"/>
                    </a:lnTo>
                    <a:cubicBezTo>
                      <a:pt x="32297" y="11920"/>
                      <a:pt x="12039" y="32190"/>
                      <a:pt x="12039" y="57104"/>
                    </a:cubicBezTo>
                    <a:lnTo>
                      <a:pt x="12039" y="378670"/>
                    </a:lnTo>
                    <a:cubicBezTo>
                      <a:pt x="12039" y="390738"/>
                      <a:pt x="16729" y="402087"/>
                      <a:pt x="25273" y="410619"/>
                    </a:cubicBezTo>
                    <a:lnTo>
                      <a:pt x="328031" y="713388"/>
                    </a:lnTo>
                    <a:cubicBezTo>
                      <a:pt x="338790" y="724148"/>
                      <a:pt x="344718" y="738455"/>
                      <a:pt x="344718" y="753670"/>
                    </a:cubicBezTo>
                    <a:lnTo>
                      <a:pt x="344718" y="838039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CDAD6CFC-02FD-94BF-F0DD-746B6E5D00FB}"/>
                  </a:ext>
                </a:extLst>
              </p:cNvPr>
              <p:cNvSpPr/>
              <p:nvPr/>
            </p:nvSpPr>
            <p:spPr>
              <a:xfrm>
                <a:off x="9410129" y="3915771"/>
                <a:ext cx="287849" cy="287861"/>
              </a:xfrm>
              <a:custGeom>
                <a:avLst/>
                <a:gdLst>
                  <a:gd name="connsiteX0" fmla="*/ 144287 w 287849"/>
                  <a:gd name="connsiteY0" fmla="*/ 12147 h 287861"/>
                  <a:gd name="connsiteX1" fmla="*/ 12154 w 287849"/>
                  <a:gd name="connsiteY1" fmla="*/ 144292 h 287861"/>
                  <a:gd name="connsiteX2" fmla="*/ 144287 w 287849"/>
                  <a:gd name="connsiteY2" fmla="*/ 276438 h 287861"/>
                  <a:gd name="connsiteX3" fmla="*/ 276433 w 287849"/>
                  <a:gd name="connsiteY3" fmla="*/ 144292 h 287861"/>
                  <a:gd name="connsiteX4" fmla="*/ 144287 w 287849"/>
                  <a:gd name="connsiteY4" fmla="*/ 12147 h 287861"/>
                  <a:gd name="connsiteX5" fmla="*/ 144287 w 287849"/>
                  <a:gd name="connsiteY5" fmla="*/ 288223 h 287861"/>
                  <a:gd name="connsiteX6" fmla="*/ 369 w 287849"/>
                  <a:gd name="connsiteY6" fmla="*/ 144292 h 287861"/>
                  <a:gd name="connsiteX7" fmla="*/ 144287 w 287849"/>
                  <a:gd name="connsiteY7" fmla="*/ 362 h 287861"/>
                  <a:gd name="connsiteX8" fmla="*/ 288218 w 287849"/>
                  <a:gd name="connsiteY8" fmla="*/ 144292 h 287861"/>
                  <a:gd name="connsiteX9" fmla="*/ 144287 w 287849"/>
                  <a:gd name="connsiteY9" fmla="*/ 288223 h 287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7849" h="287861">
                    <a:moveTo>
                      <a:pt x="144287" y="12147"/>
                    </a:moveTo>
                    <a:cubicBezTo>
                      <a:pt x="71420" y="12147"/>
                      <a:pt x="12154" y="71425"/>
                      <a:pt x="12154" y="144292"/>
                    </a:cubicBezTo>
                    <a:cubicBezTo>
                      <a:pt x="12154" y="217159"/>
                      <a:pt x="71420" y="276438"/>
                      <a:pt x="144287" y="276438"/>
                    </a:cubicBezTo>
                    <a:cubicBezTo>
                      <a:pt x="217154" y="276438"/>
                      <a:pt x="276433" y="217159"/>
                      <a:pt x="276433" y="144292"/>
                    </a:cubicBezTo>
                    <a:cubicBezTo>
                      <a:pt x="276433" y="71425"/>
                      <a:pt x="217154" y="12147"/>
                      <a:pt x="144287" y="12147"/>
                    </a:cubicBezTo>
                    <a:moveTo>
                      <a:pt x="144287" y="288223"/>
                    </a:moveTo>
                    <a:cubicBezTo>
                      <a:pt x="64939" y="288223"/>
                      <a:pt x="369" y="223653"/>
                      <a:pt x="369" y="144292"/>
                    </a:cubicBezTo>
                    <a:cubicBezTo>
                      <a:pt x="369" y="64932"/>
                      <a:pt x="64939" y="362"/>
                      <a:pt x="144287" y="362"/>
                    </a:cubicBezTo>
                    <a:cubicBezTo>
                      <a:pt x="223648" y="362"/>
                      <a:pt x="288218" y="64932"/>
                      <a:pt x="288218" y="144292"/>
                    </a:cubicBezTo>
                    <a:cubicBezTo>
                      <a:pt x="288218" y="223653"/>
                      <a:pt x="223648" y="288223"/>
                      <a:pt x="144287" y="288223"/>
                    </a:cubicBezTo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9EBD1831-2ACE-D97B-386F-D31969670E3D}"/>
                  </a:ext>
                </a:extLst>
              </p:cNvPr>
              <p:cNvSpPr/>
              <p:nvPr/>
            </p:nvSpPr>
            <p:spPr>
              <a:xfrm>
                <a:off x="7916212" y="1683936"/>
                <a:ext cx="305738" cy="266388"/>
              </a:xfrm>
              <a:custGeom>
                <a:avLst/>
                <a:gdLst>
                  <a:gd name="connsiteX0" fmla="*/ 305952 w 305738"/>
                  <a:gd name="connsiteY0" fmla="*/ 108 h 266388"/>
                  <a:gd name="connsiteX1" fmla="*/ 214 w 305738"/>
                  <a:gd name="connsiteY1" fmla="*/ 108 h 266388"/>
                  <a:gd name="connsiteX2" fmla="*/ 214 w 305738"/>
                  <a:gd name="connsiteY2" fmla="*/ 242102 h 266388"/>
                  <a:gd name="connsiteX3" fmla="*/ 30419 w 305738"/>
                  <a:gd name="connsiteY3" fmla="*/ 242102 h 266388"/>
                  <a:gd name="connsiteX4" fmla="*/ 30419 w 305738"/>
                  <a:gd name="connsiteY4" fmla="*/ 266497 h 266388"/>
                  <a:gd name="connsiteX5" fmla="*/ 48332 w 305738"/>
                  <a:gd name="connsiteY5" fmla="*/ 266497 h 266388"/>
                  <a:gd name="connsiteX6" fmla="*/ 48332 w 305738"/>
                  <a:gd name="connsiteY6" fmla="*/ 242102 h 266388"/>
                  <a:gd name="connsiteX7" fmla="*/ 78207 w 305738"/>
                  <a:gd name="connsiteY7" fmla="*/ 242102 h 266388"/>
                  <a:gd name="connsiteX8" fmla="*/ 78207 w 305738"/>
                  <a:gd name="connsiteY8" fmla="*/ 266497 h 266388"/>
                  <a:gd name="connsiteX9" fmla="*/ 96120 w 305738"/>
                  <a:gd name="connsiteY9" fmla="*/ 266497 h 266388"/>
                  <a:gd name="connsiteX10" fmla="*/ 96120 w 305738"/>
                  <a:gd name="connsiteY10" fmla="*/ 242102 h 266388"/>
                  <a:gd name="connsiteX11" fmla="*/ 125983 w 305738"/>
                  <a:gd name="connsiteY11" fmla="*/ 242102 h 266388"/>
                  <a:gd name="connsiteX12" fmla="*/ 125983 w 305738"/>
                  <a:gd name="connsiteY12" fmla="*/ 266497 h 266388"/>
                  <a:gd name="connsiteX13" fmla="*/ 143908 w 305738"/>
                  <a:gd name="connsiteY13" fmla="*/ 266497 h 266388"/>
                  <a:gd name="connsiteX14" fmla="*/ 143908 w 305738"/>
                  <a:gd name="connsiteY14" fmla="*/ 242102 h 266388"/>
                  <a:gd name="connsiteX15" fmla="*/ 173772 w 305738"/>
                  <a:gd name="connsiteY15" fmla="*/ 242102 h 266388"/>
                  <a:gd name="connsiteX16" fmla="*/ 173772 w 305738"/>
                  <a:gd name="connsiteY16" fmla="*/ 266497 h 266388"/>
                  <a:gd name="connsiteX17" fmla="*/ 191697 w 305738"/>
                  <a:gd name="connsiteY17" fmla="*/ 266497 h 266388"/>
                  <a:gd name="connsiteX18" fmla="*/ 191697 w 305738"/>
                  <a:gd name="connsiteY18" fmla="*/ 242102 h 266388"/>
                  <a:gd name="connsiteX19" fmla="*/ 221560 w 305738"/>
                  <a:gd name="connsiteY19" fmla="*/ 242102 h 266388"/>
                  <a:gd name="connsiteX20" fmla="*/ 221560 w 305738"/>
                  <a:gd name="connsiteY20" fmla="*/ 266497 h 266388"/>
                  <a:gd name="connsiteX21" fmla="*/ 239485 w 305738"/>
                  <a:gd name="connsiteY21" fmla="*/ 266497 h 266388"/>
                  <a:gd name="connsiteX22" fmla="*/ 239485 w 305738"/>
                  <a:gd name="connsiteY22" fmla="*/ 242102 h 266388"/>
                  <a:gd name="connsiteX23" fmla="*/ 269348 w 305738"/>
                  <a:gd name="connsiteY23" fmla="*/ 242102 h 266388"/>
                  <a:gd name="connsiteX24" fmla="*/ 269348 w 305738"/>
                  <a:gd name="connsiteY24" fmla="*/ 266497 h 266388"/>
                  <a:gd name="connsiteX25" fmla="*/ 287273 w 305738"/>
                  <a:gd name="connsiteY25" fmla="*/ 266497 h 266388"/>
                  <a:gd name="connsiteX26" fmla="*/ 287273 w 305738"/>
                  <a:gd name="connsiteY26" fmla="*/ 242102 h 266388"/>
                  <a:gd name="connsiteX27" fmla="*/ 305952 w 305738"/>
                  <a:gd name="connsiteY27" fmla="*/ 242102 h 266388"/>
                  <a:gd name="connsiteX28" fmla="*/ 305952 w 305738"/>
                  <a:gd name="connsiteY28" fmla="*/ 108 h 266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05738" h="266388">
                    <a:moveTo>
                      <a:pt x="305952" y="108"/>
                    </a:moveTo>
                    <a:lnTo>
                      <a:pt x="214" y="108"/>
                    </a:lnTo>
                    <a:lnTo>
                      <a:pt x="214" y="242102"/>
                    </a:lnTo>
                    <a:lnTo>
                      <a:pt x="30419" y="242102"/>
                    </a:lnTo>
                    <a:lnTo>
                      <a:pt x="30419" y="266497"/>
                    </a:lnTo>
                    <a:lnTo>
                      <a:pt x="48332" y="266497"/>
                    </a:lnTo>
                    <a:lnTo>
                      <a:pt x="48332" y="242102"/>
                    </a:lnTo>
                    <a:lnTo>
                      <a:pt x="78207" y="242102"/>
                    </a:lnTo>
                    <a:lnTo>
                      <a:pt x="78207" y="266497"/>
                    </a:lnTo>
                    <a:lnTo>
                      <a:pt x="96120" y="266497"/>
                    </a:lnTo>
                    <a:lnTo>
                      <a:pt x="96120" y="242102"/>
                    </a:lnTo>
                    <a:lnTo>
                      <a:pt x="125983" y="242102"/>
                    </a:lnTo>
                    <a:lnTo>
                      <a:pt x="125983" y="266497"/>
                    </a:lnTo>
                    <a:lnTo>
                      <a:pt x="143908" y="266497"/>
                    </a:lnTo>
                    <a:lnTo>
                      <a:pt x="143908" y="242102"/>
                    </a:lnTo>
                    <a:lnTo>
                      <a:pt x="173772" y="242102"/>
                    </a:lnTo>
                    <a:lnTo>
                      <a:pt x="173772" y="266497"/>
                    </a:lnTo>
                    <a:lnTo>
                      <a:pt x="191697" y="266497"/>
                    </a:lnTo>
                    <a:lnTo>
                      <a:pt x="191697" y="242102"/>
                    </a:lnTo>
                    <a:lnTo>
                      <a:pt x="221560" y="242102"/>
                    </a:lnTo>
                    <a:lnTo>
                      <a:pt x="221560" y="266497"/>
                    </a:lnTo>
                    <a:lnTo>
                      <a:pt x="239485" y="266497"/>
                    </a:lnTo>
                    <a:lnTo>
                      <a:pt x="239485" y="242102"/>
                    </a:lnTo>
                    <a:lnTo>
                      <a:pt x="269348" y="242102"/>
                    </a:lnTo>
                    <a:lnTo>
                      <a:pt x="269348" y="266497"/>
                    </a:lnTo>
                    <a:lnTo>
                      <a:pt x="287273" y="266497"/>
                    </a:lnTo>
                    <a:lnTo>
                      <a:pt x="287273" y="242102"/>
                    </a:lnTo>
                    <a:lnTo>
                      <a:pt x="305952" y="242102"/>
                    </a:lnTo>
                    <a:lnTo>
                      <a:pt x="305952" y="108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5A8D1BC0-3535-FA8D-1A23-B706DDF25107}"/>
                  </a:ext>
                </a:extLst>
              </p:cNvPr>
              <p:cNvSpPr/>
              <p:nvPr/>
            </p:nvSpPr>
            <p:spPr>
              <a:xfrm rot="10800000" flipV="1">
                <a:off x="7895530" y="1641555"/>
                <a:ext cx="305738" cy="241981"/>
              </a:xfrm>
              <a:custGeom>
                <a:avLst/>
                <a:gdLst>
                  <a:gd name="connsiteX0" fmla="*/ 50 w 305738"/>
                  <a:gd name="connsiteY0" fmla="*/ -342 h 241981"/>
                  <a:gd name="connsiteX1" fmla="*/ 305788 w 305738"/>
                  <a:gd name="connsiteY1" fmla="*/ -342 h 241981"/>
                  <a:gd name="connsiteX2" fmla="*/ 305788 w 305738"/>
                  <a:gd name="connsiteY2" fmla="*/ 241640 h 241981"/>
                  <a:gd name="connsiteX3" fmla="*/ 50 w 305738"/>
                  <a:gd name="connsiteY3" fmla="*/ 241640 h 241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5738" h="241981">
                    <a:moveTo>
                      <a:pt x="50" y="-342"/>
                    </a:moveTo>
                    <a:lnTo>
                      <a:pt x="305788" y="-342"/>
                    </a:lnTo>
                    <a:lnTo>
                      <a:pt x="305788" y="241640"/>
                    </a:lnTo>
                    <a:lnTo>
                      <a:pt x="50" y="241640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A8AB9883-0FD6-8C17-661C-C882EBFB5664}"/>
                  </a:ext>
                </a:extLst>
              </p:cNvPr>
              <p:cNvSpPr/>
              <p:nvPr/>
            </p:nvSpPr>
            <p:spPr>
              <a:xfrm rot="10800000" flipV="1">
                <a:off x="7925723" y="1861817"/>
                <a:ext cx="17925" cy="46126"/>
              </a:xfrm>
              <a:custGeom>
                <a:avLst/>
                <a:gdLst>
                  <a:gd name="connsiteX0" fmla="*/ 46 w 17925"/>
                  <a:gd name="connsiteY0" fmla="*/ -317 h 46126"/>
                  <a:gd name="connsiteX1" fmla="*/ 17971 w 17925"/>
                  <a:gd name="connsiteY1" fmla="*/ -317 h 46126"/>
                  <a:gd name="connsiteX2" fmla="*/ 17971 w 17925"/>
                  <a:gd name="connsiteY2" fmla="*/ 45809 h 46126"/>
                  <a:gd name="connsiteX3" fmla="*/ 46 w 17925"/>
                  <a:gd name="connsiteY3" fmla="*/ 45809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46" y="-317"/>
                    </a:moveTo>
                    <a:lnTo>
                      <a:pt x="17971" y="-317"/>
                    </a:lnTo>
                    <a:lnTo>
                      <a:pt x="17971" y="45809"/>
                    </a:lnTo>
                    <a:lnTo>
                      <a:pt x="46" y="45809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D13CCF7D-D113-C5FE-2096-F9745261D1B9}"/>
                  </a:ext>
                </a:extLst>
              </p:cNvPr>
              <p:cNvSpPr/>
              <p:nvPr/>
            </p:nvSpPr>
            <p:spPr>
              <a:xfrm rot="10800000" flipV="1">
                <a:off x="7973511" y="1861817"/>
                <a:ext cx="17925" cy="46126"/>
              </a:xfrm>
              <a:custGeom>
                <a:avLst/>
                <a:gdLst>
                  <a:gd name="connsiteX0" fmla="*/ 48 w 17925"/>
                  <a:gd name="connsiteY0" fmla="*/ -317 h 46126"/>
                  <a:gd name="connsiteX1" fmla="*/ 17973 w 17925"/>
                  <a:gd name="connsiteY1" fmla="*/ -317 h 46126"/>
                  <a:gd name="connsiteX2" fmla="*/ 17973 w 17925"/>
                  <a:gd name="connsiteY2" fmla="*/ 45809 h 46126"/>
                  <a:gd name="connsiteX3" fmla="*/ 48 w 17925"/>
                  <a:gd name="connsiteY3" fmla="*/ 45809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48" y="-317"/>
                    </a:moveTo>
                    <a:lnTo>
                      <a:pt x="17973" y="-317"/>
                    </a:lnTo>
                    <a:lnTo>
                      <a:pt x="17973" y="45809"/>
                    </a:lnTo>
                    <a:lnTo>
                      <a:pt x="48" y="45809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386B334A-2267-6C04-E925-B7A2B61ED90F}"/>
                  </a:ext>
                </a:extLst>
              </p:cNvPr>
              <p:cNvSpPr/>
              <p:nvPr/>
            </p:nvSpPr>
            <p:spPr>
              <a:xfrm rot="10800000" flipV="1">
                <a:off x="8021299" y="1861817"/>
                <a:ext cx="17925" cy="46126"/>
              </a:xfrm>
              <a:custGeom>
                <a:avLst/>
                <a:gdLst>
                  <a:gd name="connsiteX0" fmla="*/ 49 w 17925"/>
                  <a:gd name="connsiteY0" fmla="*/ -317 h 46126"/>
                  <a:gd name="connsiteX1" fmla="*/ 17974 w 17925"/>
                  <a:gd name="connsiteY1" fmla="*/ -317 h 46126"/>
                  <a:gd name="connsiteX2" fmla="*/ 17974 w 17925"/>
                  <a:gd name="connsiteY2" fmla="*/ 45809 h 46126"/>
                  <a:gd name="connsiteX3" fmla="*/ 49 w 17925"/>
                  <a:gd name="connsiteY3" fmla="*/ 45809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49" y="-317"/>
                    </a:moveTo>
                    <a:lnTo>
                      <a:pt x="17974" y="-317"/>
                    </a:lnTo>
                    <a:lnTo>
                      <a:pt x="17974" y="45809"/>
                    </a:lnTo>
                    <a:lnTo>
                      <a:pt x="49" y="45809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3DBE5A8C-7B20-C52D-F098-1A915D837D8D}"/>
                  </a:ext>
                </a:extLst>
              </p:cNvPr>
              <p:cNvSpPr/>
              <p:nvPr/>
            </p:nvSpPr>
            <p:spPr>
              <a:xfrm rot="10800000" flipV="1">
                <a:off x="8069076" y="1861817"/>
                <a:ext cx="17925" cy="46126"/>
              </a:xfrm>
              <a:custGeom>
                <a:avLst/>
                <a:gdLst>
                  <a:gd name="connsiteX0" fmla="*/ 50 w 17925"/>
                  <a:gd name="connsiteY0" fmla="*/ -317 h 46126"/>
                  <a:gd name="connsiteX1" fmla="*/ 17975 w 17925"/>
                  <a:gd name="connsiteY1" fmla="*/ -317 h 46126"/>
                  <a:gd name="connsiteX2" fmla="*/ 17975 w 17925"/>
                  <a:gd name="connsiteY2" fmla="*/ 45809 h 46126"/>
                  <a:gd name="connsiteX3" fmla="*/ 50 w 17925"/>
                  <a:gd name="connsiteY3" fmla="*/ 45809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50" y="-317"/>
                    </a:moveTo>
                    <a:lnTo>
                      <a:pt x="17975" y="-317"/>
                    </a:lnTo>
                    <a:lnTo>
                      <a:pt x="17975" y="45809"/>
                    </a:lnTo>
                    <a:lnTo>
                      <a:pt x="50" y="45809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0E770D53-F870-8C88-F14A-527E50E9CB73}"/>
                  </a:ext>
                </a:extLst>
              </p:cNvPr>
              <p:cNvSpPr/>
              <p:nvPr/>
            </p:nvSpPr>
            <p:spPr>
              <a:xfrm rot="10800000" flipV="1">
                <a:off x="8116876" y="1861817"/>
                <a:ext cx="17925" cy="46126"/>
              </a:xfrm>
              <a:custGeom>
                <a:avLst/>
                <a:gdLst>
                  <a:gd name="connsiteX0" fmla="*/ 52 w 17925"/>
                  <a:gd name="connsiteY0" fmla="*/ -317 h 46126"/>
                  <a:gd name="connsiteX1" fmla="*/ 17977 w 17925"/>
                  <a:gd name="connsiteY1" fmla="*/ -317 h 46126"/>
                  <a:gd name="connsiteX2" fmla="*/ 17977 w 17925"/>
                  <a:gd name="connsiteY2" fmla="*/ 45809 h 46126"/>
                  <a:gd name="connsiteX3" fmla="*/ 52 w 17925"/>
                  <a:gd name="connsiteY3" fmla="*/ 45809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52" y="-317"/>
                    </a:moveTo>
                    <a:lnTo>
                      <a:pt x="17977" y="-317"/>
                    </a:lnTo>
                    <a:lnTo>
                      <a:pt x="17977" y="45809"/>
                    </a:lnTo>
                    <a:lnTo>
                      <a:pt x="52" y="45809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82A2CA09-F23F-F195-43E1-4F68D0549D12}"/>
                  </a:ext>
                </a:extLst>
              </p:cNvPr>
              <p:cNvSpPr/>
              <p:nvPr/>
            </p:nvSpPr>
            <p:spPr>
              <a:xfrm rot="10800000" flipV="1">
                <a:off x="8164652" y="1861817"/>
                <a:ext cx="17925" cy="46126"/>
              </a:xfrm>
              <a:custGeom>
                <a:avLst/>
                <a:gdLst>
                  <a:gd name="connsiteX0" fmla="*/ 53 w 17925"/>
                  <a:gd name="connsiteY0" fmla="*/ -317 h 46126"/>
                  <a:gd name="connsiteX1" fmla="*/ 17978 w 17925"/>
                  <a:gd name="connsiteY1" fmla="*/ -317 h 46126"/>
                  <a:gd name="connsiteX2" fmla="*/ 17978 w 17925"/>
                  <a:gd name="connsiteY2" fmla="*/ 45809 h 46126"/>
                  <a:gd name="connsiteX3" fmla="*/ 53 w 17925"/>
                  <a:gd name="connsiteY3" fmla="*/ 45809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53" y="-317"/>
                    </a:moveTo>
                    <a:lnTo>
                      <a:pt x="17978" y="-317"/>
                    </a:lnTo>
                    <a:lnTo>
                      <a:pt x="17978" y="45809"/>
                    </a:lnTo>
                    <a:lnTo>
                      <a:pt x="53" y="45809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DCA35C4A-B7D4-2206-D5B0-8FC5D597D3E9}"/>
                  </a:ext>
                </a:extLst>
              </p:cNvPr>
              <p:cNvSpPr/>
              <p:nvPr/>
            </p:nvSpPr>
            <p:spPr>
              <a:xfrm rot="-5400000" flipV="1">
                <a:off x="8137641" y="1669583"/>
                <a:ext cx="41353" cy="41353"/>
              </a:xfrm>
              <a:custGeom>
                <a:avLst/>
                <a:gdLst>
                  <a:gd name="connsiteX0" fmla="*/ 20895 w 41353"/>
                  <a:gd name="connsiteY0" fmla="*/ 82 h 41353"/>
                  <a:gd name="connsiteX1" fmla="*/ 212 w 41353"/>
                  <a:gd name="connsiteY1" fmla="*/ 20765 h 41353"/>
                  <a:gd name="connsiteX2" fmla="*/ 20895 w 41353"/>
                  <a:gd name="connsiteY2" fmla="*/ 41436 h 41353"/>
                  <a:gd name="connsiteX3" fmla="*/ 41566 w 41353"/>
                  <a:gd name="connsiteY3" fmla="*/ 20765 h 41353"/>
                  <a:gd name="connsiteX4" fmla="*/ 20895 w 41353"/>
                  <a:gd name="connsiteY4" fmla="*/ 82 h 41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353" h="41353">
                    <a:moveTo>
                      <a:pt x="20895" y="82"/>
                    </a:moveTo>
                    <a:cubicBezTo>
                      <a:pt x="9475" y="82"/>
                      <a:pt x="212" y="9345"/>
                      <a:pt x="212" y="20765"/>
                    </a:cubicBezTo>
                    <a:cubicBezTo>
                      <a:pt x="212" y="32185"/>
                      <a:pt x="9475" y="41436"/>
                      <a:pt x="20895" y="41436"/>
                    </a:cubicBezTo>
                    <a:cubicBezTo>
                      <a:pt x="32315" y="41436"/>
                      <a:pt x="41566" y="32185"/>
                      <a:pt x="41566" y="20765"/>
                    </a:cubicBezTo>
                    <a:cubicBezTo>
                      <a:pt x="41566" y="9345"/>
                      <a:pt x="32315" y="82"/>
                      <a:pt x="20895" y="82"/>
                    </a:cubicBezTo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F8617F94-DB5D-3860-EDB0-9CD592346EC2}"/>
                  </a:ext>
                </a:extLst>
              </p:cNvPr>
              <p:cNvSpPr/>
              <p:nvPr/>
            </p:nvSpPr>
            <p:spPr>
              <a:xfrm>
                <a:off x="7900420" y="2916990"/>
                <a:ext cx="1474966" cy="573353"/>
              </a:xfrm>
              <a:custGeom>
                <a:avLst/>
                <a:gdLst>
                  <a:gd name="connsiteX0" fmla="*/ 1471499 w 1474966"/>
                  <a:gd name="connsiteY0" fmla="*/ 5392 h 573353"/>
                  <a:gd name="connsiteX1" fmla="*/ 327 w 1474966"/>
                  <a:gd name="connsiteY1" fmla="*/ 277 h 573353"/>
                  <a:gd name="connsiteX2" fmla="*/ 327 w 1474966"/>
                  <a:gd name="connsiteY2" fmla="*/ 555305 h 573353"/>
                  <a:gd name="connsiteX3" fmla="*/ 55729 w 1474966"/>
                  <a:gd name="connsiteY3" fmla="*/ 555305 h 573353"/>
                  <a:gd name="connsiteX4" fmla="*/ 55729 w 1474966"/>
                  <a:gd name="connsiteY4" fmla="*/ 573631 h 573353"/>
                  <a:gd name="connsiteX5" fmla="*/ 73654 w 1474966"/>
                  <a:gd name="connsiteY5" fmla="*/ 573631 h 573353"/>
                  <a:gd name="connsiteX6" fmla="*/ 73654 w 1474966"/>
                  <a:gd name="connsiteY6" fmla="*/ 555305 h 573353"/>
                  <a:gd name="connsiteX7" fmla="*/ 103517 w 1474966"/>
                  <a:gd name="connsiteY7" fmla="*/ 555305 h 573353"/>
                  <a:gd name="connsiteX8" fmla="*/ 103517 w 1474966"/>
                  <a:gd name="connsiteY8" fmla="*/ 573631 h 573353"/>
                  <a:gd name="connsiteX9" fmla="*/ 121430 w 1474966"/>
                  <a:gd name="connsiteY9" fmla="*/ 573631 h 573353"/>
                  <a:gd name="connsiteX10" fmla="*/ 121430 w 1474966"/>
                  <a:gd name="connsiteY10" fmla="*/ 555305 h 573353"/>
                  <a:gd name="connsiteX11" fmla="*/ 151305 w 1474966"/>
                  <a:gd name="connsiteY11" fmla="*/ 555305 h 573353"/>
                  <a:gd name="connsiteX12" fmla="*/ 151305 w 1474966"/>
                  <a:gd name="connsiteY12" fmla="*/ 573631 h 573353"/>
                  <a:gd name="connsiteX13" fmla="*/ 169230 w 1474966"/>
                  <a:gd name="connsiteY13" fmla="*/ 573631 h 573353"/>
                  <a:gd name="connsiteX14" fmla="*/ 169230 w 1474966"/>
                  <a:gd name="connsiteY14" fmla="*/ 555305 h 573353"/>
                  <a:gd name="connsiteX15" fmla="*/ 199093 w 1474966"/>
                  <a:gd name="connsiteY15" fmla="*/ 555305 h 573353"/>
                  <a:gd name="connsiteX16" fmla="*/ 199093 w 1474966"/>
                  <a:gd name="connsiteY16" fmla="*/ 573631 h 573353"/>
                  <a:gd name="connsiteX17" fmla="*/ 217007 w 1474966"/>
                  <a:gd name="connsiteY17" fmla="*/ 573631 h 573353"/>
                  <a:gd name="connsiteX18" fmla="*/ 217007 w 1474966"/>
                  <a:gd name="connsiteY18" fmla="*/ 555305 h 573353"/>
                  <a:gd name="connsiteX19" fmla="*/ 246870 w 1474966"/>
                  <a:gd name="connsiteY19" fmla="*/ 555305 h 573353"/>
                  <a:gd name="connsiteX20" fmla="*/ 246870 w 1474966"/>
                  <a:gd name="connsiteY20" fmla="*/ 573631 h 573353"/>
                  <a:gd name="connsiteX21" fmla="*/ 264795 w 1474966"/>
                  <a:gd name="connsiteY21" fmla="*/ 573631 h 573353"/>
                  <a:gd name="connsiteX22" fmla="*/ 264795 w 1474966"/>
                  <a:gd name="connsiteY22" fmla="*/ 555305 h 573353"/>
                  <a:gd name="connsiteX23" fmla="*/ 294670 w 1474966"/>
                  <a:gd name="connsiteY23" fmla="*/ 555305 h 573353"/>
                  <a:gd name="connsiteX24" fmla="*/ 294670 w 1474966"/>
                  <a:gd name="connsiteY24" fmla="*/ 573631 h 573353"/>
                  <a:gd name="connsiteX25" fmla="*/ 312583 w 1474966"/>
                  <a:gd name="connsiteY25" fmla="*/ 573631 h 573353"/>
                  <a:gd name="connsiteX26" fmla="*/ 312583 w 1474966"/>
                  <a:gd name="connsiteY26" fmla="*/ 555305 h 573353"/>
                  <a:gd name="connsiteX27" fmla="*/ 343095 w 1474966"/>
                  <a:gd name="connsiteY27" fmla="*/ 555305 h 573353"/>
                  <a:gd name="connsiteX28" fmla="*/ 343095 w 1474966"/>
                  <a:gd name="connsiteY28" fmla="*/ 573631 h 573353"/>
                  <a:gd name="connsiteX29" fmla="*/ 361008 w 1474966"/>
                  <a:gd name="connsiteY29" fmla="*/ 573631 h 573353"/>
                  <a:gd name="connsiteX30" fmla="*/ 361008 w 1474966"/>
                  <a:gd name="connsiteY30" fmla="*/ 555305 h 573353"/>
                  <a:gd name="connsiteX31" fmla="*/ 390883 w 1474966"/>
                  <a:gd name="connsiteY31" fmla="*/ 555305 h 573353"/>
                  <a:gd name="connsiteX32" fmla="*/ 390883 w 1474966"/>
                  <a:gd name="connsiteY32" fmla="*/ 573631 h 573353"/>
                  <a:gd name="connsiteX33" fmla="*/ 408808 w 1474966"/>
                  <a:gd name="connsiteY33" fmla="*/ 573631 h 573353"/>
                  <a:gd name="connsiteX34" fmla="*/ 408808 w 1474966"/>
                  <a:gd name="connsiteY34" fmla="*/ 555305 h 573353"/>
                  <a:gd name="connsiteX35" fmla="*/ 438671 w 1474966"/>
                  <a:gd name="connsiteY35" fmla="*/ 555305 h 573353"/>
                  <a:gd name="connsiteX36" fmla="*/ 438671 w 1474966"/>
                  <a:gd name="connsiteY36" fmla="*/ 573631 h 573353"/>
                  <a:gd name="connsiteX37" fmla="*/ 456596 w 1474966"/>
                  <a:gd name="connsiteY37" fmla="*/ 573631 h 573353"/>
                  <a:gd name="connsiteX38" fmla="*/ 456596 w 1474966"/>
                  <a:gd name="connsiteY38" fmla="*/ 555305 h 573353"/>
                  <a:gd name="connsiteX39" fmla="*/ 486459 w 1474966"/>
                  <a:gd name="connsiteY39" fmla="*/ 555305 h 573353"/>
                  <a:gd name="connsiteX40" fmla="*/ 486459 w 1474966"/>
                  <a:gd name="connsiteY40" fmla="*/ 573631 h 573353"/>
                  <a:gd name="connsiteX41" fmla="*/ 504384 w 1474966"/>
                  <a:gd name="connsiteY41" fmla="*/ 573631 h 573353"/>
                  <a:gd name="connsiteX42" fmla="*/ 504384 w 1474966"/>
                  <a:gd name="connsiteY42" fmla="*/ 555305 h 573353"/>
                  <a:gd name="connsiteX43" fmla="*/ 534248 w 1474966"/>
                  <a:gd name="connsiteY43" fmla="*/ 555305 h 573353"/>
                  <a:gd name="connsiteX44" fmla="*/ 534248 w 1474966"/>
                  <a:gd name="connsiteY44" fmla="*/ 573631 h 573353"/>
                  <a:gd name="connsiteX45" fmla="*/ 552161 w 1474966"/>
                  <a:gd name="connsiteY45" fmla="*/ 573631 h 573353"/>
                  <a:gd name="connsiteX46" fmla="*/ 552161 w 1474966"/>
                  <a:gd name="connsiteY46" fmla="*/ 555305 h 573353"/>
                  <a:gd name="connsiteX47" fmla="*/ 582036 w 1474966"/>
                  <a:gd name="connsiteY47" fmla="*/ 555305 h 573353"/>
                  <a:gd name="connsiteX48" fmla="*/ 582036 w 1474966"/>
                  <a:gd name="connsiteY48" fmla="*/ 573631 h 573353"/>
                  <a:gd name="connsiteX49" fmla="*/ 599949 w 1474966"/>
                  <a:gd name="connsiteY49" fmla="*/ 573631 h 573353"/>
                  <a:gd name="connsiteX50" fmla="*/ 599949 w 1474966"/>
                  <a:gd name="connsiteY50" fmla="*/ 555305 h 573353"/>
                  <a:gd name="connsiteX51" fmla="*/ 636070 w 1474966"/>
                  <a:gd name="connsiteY51" fmla="*/ 555305 h 573353"/>
                  <a:gd name="connsiteX52" fmla="*/ 636070 w 1474966"/>
                  <a:gd name="connsiteY52" fmla="*/ 573631 h 573353"/>
                  <a:gd name="connsiteX53" fmla="*/ 653995 w 1474966"/>
                  <a:gd name="connsiteY53" fmla="*/ 573631 h 573353"/>
                  <a:gd name="connsiteX54" fmla="*/ 653995 w 1474966"/>
                  <a:gd name="connsiteY54" fmla="*/ 555305 h 573353"/>
                  <a:gd name="connsiteX55" fmla="*/ 683859 w 1474966"/>
                  <a:gd name="connsiteY55" fmla="*/ 555305 h 573353"/>
                  <a:gd name="connsiteX56" fmla="*/ 683859 w 1474966"/>
                  <a:gd name="connsiteY56" fmla="*/ 573631 h 573353"/>
                  <a:gd name="connsiteX57" fmla="*/ 701784 w 1474966"/>
                  <a:gd name="connsiteY57" fmla="*/ 573631 h 573353"/>
                  <a:gd name="connsiteX58" fmla="*/ 701784 w 1474966"/>
                  <a:gd name="connsiteY58" fmla="*/ 555305 h 573353"/>
                  <a:gd name="connsiteX59" fmla="*/ 731647 w 1474966"/>
                  <a:gd name="connsiteY59" fmla="*/ 555305 h 573353"/>
                  <a:gd name="connsiteX60" fmla="*/ 731647 w 1474966"/>
                  <a:gd name="connsiteY60" fmla="*/ 573631 h 573353"/>
                  <a:gd name="connsiteX61" fmla="*/ 749560 w 1474966"/>
                  <a:gd name="connsiteY61" fmla="*/ 573631 h 573353"/>
                  <a:gd name="connsiteX62" fmla="*/ 749560 w 1474966"/>
                  <a:gd name="connsiteY62" fmla="*/ 555305 h 573353"/>
                  <a:gd name="connsiteX63" fmla="*/ 779435 w 1474966"/>
                  <a:gd name="connsiteY63" fmla="*/ 555305 h 573353"/>
                  <a:gd name="connsiteX64" fmla="*/ 779435 w 1474966"/>
                  <a:gd name="connsiteY64" fmla="*/ 573631 h 573353"/>
                  <a:gd name="connsiteX65" fmla="*/ 797349 w 1474966"/>
                  <a:gd name="connsiteY65" fmla="*/ 573631 h 573353"/>
                  <a:gd name="connsiteX66" fmla="*/ 797349 w 1474966"/>
                  <a:gd name="connsiteY66" fmla="*/ 555305 h 573353"/>
                  <a:gd name="connsiteX67" fmla="*/ 827224 w 1474966"/>
                  <a:gd name="connsiteY67" fmla="*/ 555305 h 573353"/>
                  <a:gd name="connsiteX68" fmla="*/ 827224 w 1474966"/>
                  <a:gd name="connsiteY68" fmla="*/ 573631 h 573353"/>
                  <a:gd name="connsiteX69" fmla="*/ 845149 w 1474966"/>
                  <a:gd name="connsiteY69" fmla="*/ 573631 h 573353"/>
                  <a:gd name="connsiteX70" fmla="*/ 845149 w 1474966"/>
                  <a:gd name="connsiteY70" fmla="*/ 555305 h 573353"/>
                  <a:gd name="connsiteX71" fmla="*/ 875012 w 1474966"/>
                  <a:gd name="connsiteY71" fmla="*/ 555305 h 573353"/>
                  <a:gd name="connsiteX72" fmla="*/ 875012 w 1474966"/>
                  <a:gd name="connsiteY72" fmla="*/ 573631 h 573353"/>
                  <a:gd name="connsiteX73" fmla="*/ 892925 w 1474966"/>
                  <a:gd name="connsiteY73" fmla="*/ 573631 h 573353"/>
                  <a:gd name="connsiteX74" fmla="*/ 892925 w 1474966"/>
                  <a:gd name="connsiteY74" fmla="*/ 555305 h 573353"/>
                  <a:gd name="connsiteX75" fmla="*/ 923448 w 1474966"/>
                  <a:gd name="connsiteY75" fmla="*/ 555305 h 573353"/>
                  <a:gd name="connsiteX76" fmla="*/ 923448 w 1474966"/>
                  <a:gd name="connsiteY76" fmla="*/ 573631 h 573353"/>
                  <a:gd name="connsiteX77" fmla="*/ 941361 w 1474966"/>
                  <a:gd name="connsiteY77" fmla="*/ 573631 h 573353"/>
                  <a:gd name="connsiteX78" fmla="*/ 941361 w 1474966"/>
                  <a:gd name="connsiteY78" fmla="*/ 555305 h 573353"/>
                  <a:gd name="connsiteX79" fmla="*/ 971225 w 1474966"/>
                  <a:gd name="connsiteY79" fmla="*/ 555305 h 573353"/>
                  <a:gd name="connsiteX80" fmla="*/ 971225 w 1474966"/>
                  <a:gd name="connsiteY80" fmla="*/ 573631 h 573353"/>
                  <a:gd name="connsiteX81" fmla="*/ 989150 w 1474966"/>
                  <a:gd name="connsiteY81" fmla="*/ 573631 h 573353"/>
                  <a:gd name="connsiteX82" fmla="*/ 989150 w 1474966"/>
                  <a:gd name="connsiteY82" fmla="*/ 555305 h 573353"/>
                  <a:gd name="connsiteX83" fmla="*/ 1019013 w 1474966"/>
                  <a:gd name="connsiteY83" fmla="*/ 555305 h 573353"/>
                  <a:gd name="connsiteX84" fmla="*/ 1019013 w 1474966"/>
                  <a:gd name="connsiteY84" fmla="*/ 573631 h 573353"/>
                  <a:gd name="connsiteX85" fmla="*/ 1036938 w 1474966"/>
                  <a:gd name="connsiteY85" fmla="*/ 573631 h 573353"/>
                  <a:gd name="connsiteX86" fmla="*/ 1036938 w 1474966"/>
                  <a:gd name="connsiteY86" fmla="*/ 555305 h 573353"/>
                  <a:gd name="connsiteX87" fmla="*/ 1066801 w 1474966"/>
                  <a:gd name="connsiteY87" fmla="*/ 555305 h 573353"/>
                  <a:gd name="connsiteX88" fmla="*/ 1066801 w 1474966"/>
                  <a:gd name="connsiteY88" fmla="*/ 573631 h 573353"/>
                  <a:gd name="connsiteX89" fmla="*/ 1084726 w 1474966"/>
                  <a:gd name="connsiteY89" fmla="*/ 573631 h 573353"/>
                  <a:gd name="connsiteX90" fmla="*/ 1084726 w 1474966"/>
                  <a:gd name="connsiteY90" fmla="*/ 555305 h 573353"/>
                  <a:gd name="connsiteX91" fmla="*/ 1114590 w 1474966"/>
                  <a:gd name="connsiteY91" fmla="*/ 555305 h 573353"/>
                  <a:gd name="connsiteX92" fmla="*/ 1114590 w 1474966"/>
                  <a:gd name="connsiteY92" fmla="*/ 573631 h 573353"/>
                  <a:gd name="connsiteX93" fmla="*/ 1132503 w 1474966"/>
                  <a:gd name="connsiteY93" fmla="*/ 573631 h 573353"/>
                  <a:gd name="connsiteX94" fmla="*/ 1132503 w 1474966"/>
                  <a:gd name="connsiteY94" fmla="*/ 555305 h 573353"/>
                  <a:gd name="connsiteX95" fmla="*/ 1162378 w 1474966"/>
                  <a:gd name="connsiteY95" fmla="*/ 555305 h 573353"/>
                  <a:gd name="connsiteX96" fmla="*/ 1162378 w 1474966"/>
                  <a:gd name="connsiteY96" fmla="*/ 573631 h 573353"/>
                  <a:gd name="connsiteX97" fmla="*/ 1180303 w 1474966"/>
                  <a:gd name="connsiteY97" fmla="*/ 573631 h 573353"/>
                  <a:gd name="connsiteX98" fmla="*/ 1180303 w 1474966"/>
                  <a:gd name="connsiteY98" fmla="*/ 555305 h 573353"/>
                  <a:gd name="connsiteX99" fmla="*/ 1200396 w 1474966"/>
                  <a:gd name="connsiteY99" fmla="*/ 555305 h 573353"/>
                  <a:gd name="connsiteX100" fmla="*/ 1200396 w 1474966"/>
                  <a:gd name="connsiteY100" fmla="*/ 573631 h 573353"/>
                  <a:gd name="connsiteX101" fmla="*/ 1218321 w 1474966"/>
                  <a:gd name="connsiteY101" fmla="*/ 573631 h 573353"/>
                  <a:gd name="connsiteX102" fmla="*/ 1218321 w 1474966"/>
                  <a:gd name="connsiteY102" fmla="*/ 555305 h 573353"/>
                  <a:gd name="connsiteX103" fmla="*/ 1248185 w 1474966"/>
                  <a:gd name="connsiteY103" fmla="*/ 555305 h 573353"/>
                  <a:gd name="connsiteX104" fmla="*/ 1248185 w 1474966"/>
                  <a:gd name="connsiteY104" fmla="*/ 573631 h 573353"/>
                  <a:gd name="connsiteX105" fmla="*/ 1266110 w 1474966"/>
                  <a:gd name="connsiteY105" fmla="*/ 573631 h 573353"/>
                  <a:gd name="connsiteX106" fmla="*/ 1266110 w 1474966"/>
                  <a:gd name="connsiteY106" fmla="*/ 555305 h 573353"/>
                  <a:gd name="connsiteX107" fmla="*/ 1295973 w 1474966"/>
                  <a:gd name="connsiteY107" fmla="*/ 555305 h 573353"/>
                  <a:gd name="connsiteX108" fmla="*/ 1295973 w 1474966"/>
                  <a:gd name="connsiteY108" fmla="*/ 573631 h 573353"/>
                  <a:gd name="connsiteX109" fmla="*/ 1313886 w 1474966"/>
                  <a:gd name="connsiteY109" fmla="*/ 573631 h 573353"/>
                  <a:gd name="connsiteX110" fmla="*/ 1313886 w 1474966"/>
                  <a:gd name="connsiteY110" fmla="*/ 555305 h 573353"/>
                  <a:gd name="connsiteX111" fmla="*/ 1343761 w 1474966"/>
                  <a:gd name="connsiteY111" fmla="*/ 555305 h 573353"/>
                  <a:gd name="connsiteX112" fmla="*/ 1343761 w 1474966"/>
                  <a:gd name="connsiteY112" fmla="*/ 573631 h 573353"/>
                  <a:gd name="connsiteX113" fmla="*/ 1361686 w 1474966"/>
                  <a:gd name="connsiteY113" fmla="*/ 573631 h 573353"/>
                  <a:gd name="connsiteX114" fmla="*/ 1361686 w 1474966"/>
                  <a:gd name="connsiteY114" fmla="*/ 555305 h 573353"/>
                  <a:gd name="connsiteX115" fmla="*/ 1391550 w 1474966"/>
                  <a:gd name="connsiteY115" fmla="*/ 555305 h 573353"/>
                  <a:gd name="connsiteX116" fmla="*/ 1391550 w 1474966"/>
                  <a:gd name="connsiteY116" fmla="*/ 573631 h 573353"/>
                  <a:gd name="connsiteX117" fmla="*/ 1409463 w 1474966"/>
                  <a:gd name="connsiteY117" fmla="*/ 573631 h 573353"/>
                  <a:gd name="connsiteX118" fmla="*/ 1409463 w 1474966"/>
                  <a:gd name="connsiteY118" fmla="*/ 555305 h 573353"/>
                  <a:gd name="connsiteX119" fmla="*/ 1439338 w 1474966"/>
                  <a:gd name="connsiteY119" fmla="*/ 555305 h 573353"/>
                  <a:gd name="connsiteX120" fmla="*/ 1439338 w 1474966"/>
                  <a:gd name="connsiteY120" fmla="*/ 573631 h 573353"/>
                  <a:gd name="connsiteX121" fmla="*/ 1457251 w 1474966"/>
                  <a:gd name="connsiteY121" fmla="*/ 573631 h 573353"/>
                  <a:gd name="connsiteX122" fmla="*/ 1457251 w 1474966"/>
                  <a:gd name="connsiteY122" fmla="*/ 555305 h 573353"/>
                  <a:gd name="connsiteX123" fmla="*/ 1475294 w 1474966"/>
                  <a:gd name="connsiteY123" fmla="*/ 555305 h 573353"/>
                  <a:gd name="connsiteX124" fmla="*/ 1471499 w 1474966"/>
                  <a:gd name="connsiteY124" fmla="*/ 5392 h 573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</a:cxnLst>
                <a:rect l="l" t="t" r="r" b="b"/>
                <a:pathLst>
                  <a:path w="1474966" h="573353">
                    <a:moveTo>
                      <a:pt x="1471499" y="5392"/>
                    </a:moveTo>
                    <a:lnTo>
                      <a:pt x="327" y="277"/>
                    </a:lnTo>
                    <a:lnTo>
                      <a:pt x="327" y="555305"/>
                    </a:lnTo>
                    <a:lnTo>
                      <a:pt x="55729" y="555305"/>
                    </a:lnTo>
                    <a:lnTo>
                      <a:pt x="55729" y="573631"/>
                    </a:lnTo>
                    <a:lnTo>
                      <a:pt x="73654" y="573631"/>
                    </a:lnTo>
                    <a:lnTo>
                      <a:pt x="73654" y="555305"/>
                    </a:lnTo>
                    <a:lnTo>
                      <a:pt x="103517" y="555305"/>
                    </a:lnTo>
                    <a:lnTo>
                      <a:pt x="103517" y="573631"/>
                    </a:lnTo>
                    <a:lnTo>
                      <a:pt x="121430" y="573631"/>
                    </a:lnTo>
                    <a:lnTo>
                      <a:pt x="121430" y="555305"/>
                    </a:lnTo>
                    <a:lnTo>
                      <a:pt x="151305" y="555305"/>
                    </a:lnTo>
                    <a:lnTo>
                      <a:pt x="151305" y="573631"/>
                    </a:lnTo>
                    <a:lnTo>
                      <a:pt x="169230" y="573631"/>
                    </a:lnTo>
                    <a:lnTo>
                      <a:pt x="169230" y="555305"/>
                    </a:lnTo>
                    <a:lnTo>
                      <a:pt x="199093" y="555305"/>
                    </a:lnTo>
                    <a:lnTo>
                      <a:pt x="199093" y="573631"/>
                    </a:lnTo>
                    <a:lnTo>
                      <a:pt x="217007" y="573631"/>
                    </a:lnTo>
                    <a:lnTo>
                      <a:pt x="217007" y="555305"/>
                    </a:lnTo>
                    <a:lnTo>
                      <a:pt x="246870" y="555305"/>
                    </a:lnTo>
                    <a:lnTo>
                      <a:pt x="246870" y="573631"/>
                    </a:lnTo>
                    <a:lnTo>
                      <a:pt x="264795" y="573631"/>
                    </a:lnTo>
                    <a:lnTo>
                      <a:pt x="264795" y="555305"/>
                    </a:lnTo>
                    <a:lnTo>
                      <a:pt x="294670" y="555305"/>
                    </a:lnTo>
                    <a:lnTo>
                      <a:pt x="294670" y="573631"/>
                    </a:lnTo>
                    <a:lnTo>
                      <a:pt x="312583" y="573631"/>
                    </a:lnTo>
                    <a:lnTo>
                      <a:pt x="312583" y="555305"/>
                    </a:lnTo>
                    <a:lnTo>
                      <a:pt x="343095" y="555305"/>
                    </a:lnTo>
                    <a:lnTo>
                      <a:pt x="343095" y="573631"/>
                    </a:lnTo>
                    <a:lnTo>
                      <a:pt x="361008" y="573631"/>
                    </a:lnTo>
                    <a:lnTo>
                      <a:pt x="361008" y="555305"/>
                    </a:lnTo>
                    <a:lnTo>
                      <a:pt x="390883" y="555305"/>
                    </a:lnTo>
                    <a:lnTo>
                      <a:pt x="390883" y="573631"/>
                    </a:lnTo>
                    <a:lnTo>
                      <a:pt x="408808" y="573631"/>
                    </a:lnTo>
                    <a:lnTo>
                      <a:pt x="408808" y="555305"/>
                    </a:lnTo>
                    <a:lnTo>
                      <a:pt x="438671" y="555305"/>
                    </a:lnTo>
                    <a:lnTo>
                      <a:pt x="438671" y="573631"/>
                    </a:lnTo>
                    <a:lnTo>
                      <a:pt x="456596" y="573631"/>
                    </a:lnTo>
                    <a:lnTo>
                      <a:pt x="456596" y="555305"/>
                    </a:lnTo>
                    <a:lnTo>
                      <a:pt x="486459" y="555305"/>
                    </a:lnTo>
                    <a:lnTo>
                      <a:pt x="486459" y="573631"/>
                    </a:lnTo>
                    <a:lnTo>
                      <a:pt x="504384" y="573631"/>
                    </a:lnTo>
                    <a:lnTo>
                      <a:pt x="504384" y="555305"/>
                    </a:lnTo>
                    <a:lnTo>
                      <a:pt x="534248" y="555305"/>
                    </a:lnTo>
                    <a:lnTo>
                      <a:pt x="534248" y="573631"/>
                    </a:lnTo>
                    <a:lnTo>
                      <a:pt x="552161" y="573631"/>
                    </a:lnTo>
                    <a:lnTo>
                      <a:pt x="552161" y="555305"/>
                    </a:lnTo>
                    <a:lnTo>
                      <a:pt x="582036" y="555305"/>
                    </a:lnTo>
                    <a:lnTo>
                      <a:pt x="582036" y="573631"/>
                    </a:lnTo>
                    <a:lnTo>
                      <a:pt x="599949" y="573631"/>
                    </a:lnTo>
                    <a:lnTo>
                      <a:pt x="599949" y="555305"/>
                    </a:lnTo>
                    <a:lnTo>
                      <a:pt x="636070" y="555305"/>
                    </a:lnTo>
                    <a:lnTo>
                      <a:pt x="636070" y="573631"/>
                    </a:lnTo>
                    <a:lnTo>
                      <a:pt x="653995" y="573631"/>
                    </a:lnTo>
                    <a:lnTo>
                      <a:pt x="653995" y="555305"/>
                    </a:lnTo>
                    <a:lnTo>
                      <a:pt x="683859" y="555305"/>
                    </a:lnTo>
                    <a:lnTo>
                      <a:pt x="683859" y="573631"/>
                    </a:lnTo>
                    <a:lnTo>
                      <a:pt x="701784" y="573631"/>
                    </a:lnTo>
                    <a:lnTo>
                      <a:pt x="701784" y="555305"/>
                    </a:lnTo>
                    <a:lnTo>
                      <a:pt x="731647" y="555305"/>
                    </a:lnTo>
                    <a:lnTo>
                      <a:pt x="731647" y="573631"/>
                    </a:lnTo>
                    <a:lnTo>
                      <a:pt x="749560" y="573631"/>
                    </a:lnTo>
                    <a:lnTo>
                      <a:pt x="749560" y="555305"/>
                    </a:lnTo>
                    <a:lnTo>
                      <a:pt x="779435" y="555305"/>
                    </a:lnTo>
                    <a:lnTo>
                      <a:pt x="779435" y="573631"/>
                    </a:lnTo>
                    <a:lnTo>
                      <a:pt x="797349" y="573631"/>
                    </a:lnTo>
                    <a:lnTo>
                      <a:pt x="797349" y="555305"/>
                    </a:lnTo>
                    <a:lnTo>
                      <a:pt x="827224" y="555305"/>
                    </a:lnTo>
                    <a:lnTo>
                      <a:pt x="827224" y="573631"/>
                    </a:lnTo>
                    <a:lnTo>
                      <a:pt x="845149" y="573631"/>
                    </a:lnTo>
                    <a:lnTo>
                      <a:pt x="845149" y="555305"/>
                    </a:lnTo>
                    <a:lnTo>
                      <a:pt x="875012" y="555305"/>
                    </a:lnTo>
                    <a:lnTo>
                      <a:pt x="875012" y="573631"/>
                    </a:lnTo>
                    <a:lnTo>
                      <a:pt x="892925" y="573631"/>
                    </a:lnTo>
                    <a:lnTo>
                      <a:pt x="892925" y="555305"/>
                    </a:lnTo>
                    <a:lnTo>
                      <a:pt x="923448" y="555305"/>
                    </a:lnTo>
                    <a:lnTo>
                      <a:pt x="923448" y="573631"/>
                    </a:lnTo>
                    <a:lnTo>
                      <a:pt x="941361" y="573631"/>
                    </a:lnTo>
                    <a:lnTo>
                      <a:pt x="941361" y="555305"/>
                    </a:lnTo>
                    <a:lnTo>
                      <a:pt x="971225" y="555305"/>
                    </a:lnTo>
                    <a:lnTo>
                      <a:pt x="971225" y="573631"/>
                    </a:lnTo>
                    <a:lnTo>
                      <a:pt x="989150" y="573631"/>
                    </a:lnTo>
                    <a:lnTo>
                      <a:pt x="989150" y="555305"/>
                    </a:lnTo>
                    <a:lnTo>
                      <a:pt x="1019013" y="555305"/>
                    </a:lnTo>
                    <a:lnTo>
                      <a:pt x="1019013" y="573631"/>
                    </a:lnTo>
                    <a:lnTo>
                      <a:pt x="1036938" y="573631"/>
                    </a:lnTo>
                    <a:lnTo>
                      <a:pt x="1036938" y="555305"/>
                    </a:lnTo>
                    <a:lnTo>
                      <a:pt x="1066801" y="555305"/>
                    </a:lnTo>
                    <a:lnTo>
                      <a:pt x="1066801" y="573631"/>
                    </a:lnTo>
                    <a:lnTo>
                      <a:pt x="1084726" y="573631"/>
                    </a:lnTo>
                    <a:lnTo>
                      <a:pt x="1084726" y="555305"/>
                    </a:lnTo>
                    <a:lnTo>
                      <a:pt x="1114590" y="555305"/>
                    </a:lnTo>
                    <a:lnTo>
                      <a:pt x="1114590" y="573631"/>
                    </a:lnTo>
                    <a:lnTo>
                      <a:pt x="1132503" y="573631"/>
                    </a:lnTo>
                    <a:lnTo>
                      <a:pt x="1132503" y="555305"/>
                    </a:lnTo>
                    <a:lnTo>
                      <a:pt x="1162378" y="555305"/>
                    </a:lnTo>
                    <a:lnTo>
                      <a:pt x="1162378" y="573631"/>
                    </a:lnTo>
                    <a:lnTo>
                      <a:pt x="1180303" y="573631"/>
                    </a:lnTo>
                    <a:lnTo>
                      <a:pt x="1180303" y="555305"/>
                    </a:lnTo>
                    <a:lnTo>
                      <a:pt x="1200396" y="555305"/>
                    </a:lnTo>
                    <a:lnTo>
                      <a:pt x="1200396" y="573631"/>
                    </a:lnTo>
                    <a:lnTo>
                      <a:pt x="1218321" y="573631"/>
                    </a:lnTo>
                    <a:lnTo>
                      <a:pt x="1218321" y="555305"/>
                    </a:lnTo>
                    <a:lnTo>
                      <a:pt x="1248185" y="555305"/>
                    </a:lnTo>
                    <a:lnTo>
                      <a:pt x="1248185" y="573631"/>
                    </a:lnTo>
                    <a:lnTo>
                      <a:pt x="1266110" y="573631"/>
                    </a:lnTo>
                    <a:lnTo>
                      <a:pt x="1266110" y="555305"/>
                    </a:lnTo>
                    <a:lnTo>
                      <a:pt x="1295973" y="555305"/>
                    </a:lnTo>
                    <a:lnTo>
                      <a:pt x="1295973" y="573631"/>
                    </a:lnTo>
                    <a:lnTo>
                      <a:pt x="1313886" y="573631"/>
                    </a:lnTo>
                    <a:lnTo>
                      <a:pt x="1313886" y="555305"/>
                    </a:lnTo>
                    <a:lnTo>
                      <a:pt x="1343761" y="555305"/>
                    </a:lnTo>
                    <a:lnTo>
                      <a:pt x="1343761" y="573631"/>
                    </a:lnTo>
                    <a:lnTo>
                      <a:pt x="1361686" y="573631"/>
                    </a:lnTo>
                    <a:lnTo>
                      <a:pt x="1361686" y="555305"/>
                    </a:lnTo>
                    <a:lnTo>
                      <a:pt x="1391550" y="555305"/>
                    </a:lnTo>
                    <a:lnTo>
                      <a:pt x="1391550" y="573631"/>
                    </a:lnTo>
                    <a:lnTo>
                      <a:pt x="1409463" y="573631"/>
                    </a:lnTo>
                    <a:lnTo>
                      <a:pt x="1409463" y="555305"/>
                    </a:lnTo>
                    <a:lnTo>
                      <a:pt x="1439338" y="555305"/>
                    </a:lnTo>
                    <a:lnTo>
                      <a:pt x="1439338" y="573631"/>
                    </a:lnTo>
                    <a:lnTo>
                      <a:pt x="1457251" y="573631"/>
                    </a:lnTo>
                    <a:lnTo>
                      <a:pt x="1457251" y="555305"/>
                    </a:lnTo>
                    <a:lnTo>
                      <a:pt x="1475294" y="555305"/>
                    </a:lnTo>
                    <a:lnTo>
                      <a:pt x="1471499" y="5392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E7DF467C-2184-A94A-A054-C8B548C54C76}"/>
                  </a:ext>
                </a:extLst>
              </p:cNvPr>
              <p:cNvSpPr/>
              <p:nvPr/>
            </p:nvSpPr>
            <p:spPr>
              <a:xfrm rot="10800000" flipV="1">
                <a:off x="7858807" y="2871759"/>
                <a:ext cx="1474966" cy="555027"/>
              </a:xfrm>
              <a:custGeom>
                <a:avLst/>
                <a:gdLst>
                  <a:gd name="connsiteX0" fmla="*/ 65 w 1474966"/>
                  <a:gd name="connsiteY0" fmla="*/ -67 h 555027"/>
                  <a:gd name="connsiteX1" fmla="*/ 1475032 w 1474966"/>
                  <a:gd name="connsiteY1" fmla="*/ -67 h 555027"/>
                  <a:gd name="connsiteX2" fmla="*/ 1475032 w 1474966"/>
                  <a:gd name="connsiteY2" fmla="*/ 554961 h 555027"/>
                  <a:gd name="connsiteX3" fmla="*/ 65 w 1474966"/>
                  <a:gd name="connsiteY3" fmla="*/ 554961 h 555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74966" h="555027">
                    <a:moveTo>
                      <a:pt x="65" y="-67"/>
                    </a:moveTo>
                    <a:lnTo>
                      <a:pt x="1475032" y="-67"/>
                    </a:lnTo>
                    <a:lnTo>
                      <a:pt x="1475032" y="554961"/>
                    </a:lnTo>
                    <a:lnTo>
                      <a:pt x="65" y="554961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FB1B3BD9-BA6A-882C-CF89-070792E8008B}"/>
                  </a:ext>
                </a:extLst>
              </p:cNvPr>
              <p:cNvSpPr/>
              <p:nvPr/>
            </p:nvSpPr>
            <p:spPr>
              <a:xfrm rot="10800000" flipV="1">
                <a:off x="7914197" y="3398985"/>
                <a:ext cx="17925" cy="46126"/>
              </a:xfrm>
              <a:custGeom>
                <a:avLst/>
                <a:gdLst>
                  <a:gd name="connsiteX0" fmla="*/ 46 w 17925"/>
                  <a:gd name="connsiteY0" fmla="*/ -13 h 46126"/>
                  <a:gd name="connsiteX1" fmla="*/ 17971 w 17925"/>
                  <a:gd name="connsiteY1" fmla="*/ -13 h 46126"/>
                  <a:gd name="connsiteX2" fmla="*/ 17971 w 17925"/>
                  <a:gd name="connsiteY2" fmla="*/ 46114 h 46126"/>
                  <a:gd name="connsiteX3" fmla="*/ 46 w 17925"/>
                  <a:gd name="connsiteY3" fmla="*/ 46114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46" y="-13"/>
                    </a:moveTo>
                    <a:lnTo>
                      <a:pt x="17971" y="-13"/>
                    </a:lnTo>
                    <a:lnTo>
                      <a:pt x="17971" y="46114"/>
                    </a:lnTo>
                    <a:lnTo>
                      <a:pt x="46" y="4611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B8A6BAFE-A83E-0915-3D16-4E0C61180BD9}"/>
                  </a:ext>
                </a:extLst>
              </p:cNvPr>
              <p:cNvSpPr/>
              <p:nvPr/>
            </p:nvSpPr>
            <p:spPr>
              <a:xfrm rot="10800000" flipV="1">
                <a:off x="7961985" y="3398985"/>
                <a:ext cx="17925" cy="46126"/>
              </a:xfrm>
              <a:custGeom>
                <a:avLst/>
                <a:gdLst>
                  <a:gd name="connsiteX0" fmla="*/ 47 w 17925"/>
                  <a:gd name="connsiteY0" fmla="*/ -13 h 46126"/>
                  <a:gd name="connsiteX1" fmla="*/ 17972 w 17925"/>
                  <a:gd name="connsiteY1" fmla="*/ -13 h 46126"/>
                  <a:gd name="connsiteX2" fmla="*/ 17972 w 17925"/>
                  <a:gd name="connsiteY2" fmla="*/ 46114 h 46126"/>
                  <a:gd name="connsiteX3" fmla="*/ 47 w 17925"/>
                  <a:gd name="connsiteY3" fmla="*/ 46114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47" y="-13"/>
                    </a:moveTo>
                    <a:lnTo>
                      <a:pt x="17972" y="-13"/>
                    </a:lnTo>
                    <a:lnTo>
                      <a:pt x="17972" y="46114"/>
                    </a:lnTo>
                    <a:lnTo>
                      <a:pt x="47" y="4611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085A6C24-69FD-9DFA-87A2-5AFC45B8E56B}"/>
                  </a:ext>
                </a:extLst>
              </p:cNvPr>
              <p:cNvSpPr/>
              <p:nvPr/>
            </p:nvSpPr>
            <p:spPr>
              <a:xfrm rot="10800000" flipV="1">
                <a:off x="8009774" y="3398985"/>
                <a:ext cx="17925" cy="46126"/>
              </a:xfrm>
              <a:custGeom>
                <a:avLst/>
                <a:gdLst>
                  <a:gd name="connsiteX0" fmla="*/ 49 w 17925"/>
                  <a:gd name="connsiteY0" fmla="*/ -13 h 46126"/>
                  <a:gd name="connsiteX1" fmla="*/ 17974 w 17925"/>
                  <a:gd name="connsiteY1" fmla="*/ -13 h 46126"/>
                  <a:gd name="connsiteX2" fmla="*/ 17974 w 17925"/>
                  <a:gd name="connsiteY2" fmla="*/ 46114 h 46126"/>
                  <a:gd name="connsiteX3" fmla="*/ 49 w 17925"/>
                  <a:gd name="connsiteY3" fmla="*/ 46114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49" y="-13"/>
                    </a:moveTo>
                    <a:lnTo>
                      <a:pt x="17974" y="-13"/>
                    </a:lnTo>
                    <a:lnTo>
                      <a:pt x="17974" y="46114"/>
                    </a:lnTo>
                    <a:lnTo>
                      <a:pt x="49" y="4611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06BA0F64-EC1F-C13E-8EB1-CDB06475E835}"/>
                  </a:ext>
                </a:extLst>
              </p:cNvPr>
              <p:cNvSpPr/>
              <p:nvPr/>
            </p:nvSpPr>
            <p:spPr>
              <a:xfrm rot="10800000" flipV="1">
                <a:off x="8057562" y="3398985"/>
                <a:ext cx="17925" cy="46126"/>
              </a:xfrm>
              <a:custGeom>
                <a:avLst/>
                <a:gdLst>
                  <a:gd name="connsiteX0" fmla="*/ 50 w 17925"/>
                  <a:gd name="connsiteY0" fmla="*/ -13 h 46126"/>
                  <a:gd name="connsiteX1" fmla="*/ 17975 w 17925"/>
                  <a:gd name="connsiteY1" fmla="*/ -13 h 46126"/>
                  <a:gd name="connsiteX2" fmla="*/ 17975 w 17925"/>
                  <a:gd name="connsiteY2" fmla="*/ 46114 h 46126"/>
                  <a:gd name="connsiteX3" fmla="*/ 50 w 17925"/>
                  <a:gd name="connsiteY3" fmla="*/ 46114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50" y="-13"/>
                    </a:moveTo>
                    <a:lnTo>
                      <a:pt x="17975" y="-13"/>
                    </a:lnTo>
                    <a:lnTo>
                      <a:pt x="17975" y="46114"/>
                    </a:lnTo>
                    <a:lnTo>
                      <a:pt x="50" y="4611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E96AB640-7C4B-FE89-A04B-26B5B7D4947F}"/>
                  </a:ext>
                </a:extLst>
              </p:cNvPr>
              <p:cNvSpPr/>
              <p:nvPr/>
            </p:nvSpPr>
            <p:spPr>
              <a:xfrm rot="10800000" flipV="1">
                <a:off x="8105350" y="3398985"/>
                <a:ext cx="17925" cy="46126"/>
              </a:xfrm>
              <a:custGeom>
                <a:avLst/>
                <a:gdLst>
                  <a:gd name="connsiteX0" fmla="*/ 51 w 17925"/>
                  <a:gd name="connsiteY0" fmla="*/ -13 h 46126"/>
                  <a:gd name="connsiteX1" fmla="*/ 17976 w 17925"/>
                  <a:gd name="connsiteY1" fmla="*/ -13 h 46126"/>
                  <a:gd name="connsiteX2" fmla="*/ 17976 w 17925"/>
                  <a:gd name="connsiteY2" fmla="*/ 46114 h 46126"/>
                  <a:gd name="connsiteX3" fmla="*/ 51 w 17925"/>
                  <a:gd name="connsiteY3" fmla="*/ 46114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51" y="-13"/>
                    </a:moveTo>
                    <a:lnTo>
                      <a:pt x="17976" y="-13"/>
                    </a:lnTo>
                    <a:lnTo>
                      <a:pt x="17976" y="46114"/>
                    </a:lnTo>
                    <a:lnTo>
                      <a:pt x="51" y="4611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DB889292-05C9-F09F-337F-573D7E8A0A6E}"/>
                  </a:ext>
                </a:extLst>
              </p:cNvPr>
              <p:cNvSpPr/>
              <p:nvPr/>
            </p:nvSpPr>
            <p:spPr>
              <a:xfrm rot="10800000" flipV="1">
                <a:off x="8153138" y="3398985"/>
                <a:ext cx="17925" cy="46126"/>
              </a:xfrm>
              <a:custGeom>
                <a:avLst/>
                <a:gdLst>
                  <a:gd name="connsiteX0" fmla="*/ 53 w 17925"/>
                  <a:gd name="connsiteY0" fmla="*/ -13 h 46126"/>
                  <a:gd name="connsiteX1" fmla="*/ 17978 w 17925"/>
                  <a:gd name="connsiteY1" fmla="*/ -13 h 46126"/>
                  <a:gd name="connsiteX2" fmla="*/ 17978 w 17925"/>
                  <a:gd name="connsiteY2" fmla="*/ 46114 h 46126"/>
                  <a:gd name="connsiteX3" fmla="*/ 53 w 17925"/>
                  <a:gd name="connsiteY3" fmla="*/ 46114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53" y="-13"/>
                    </a:moveTo>
                    <a:lnTo>
                      <a:pt x="17978" y="-13"/>
                    </a:lnTo>
                    <a:lnTo>
                      <a:pt x="17978" y="46114"/>
                    </a:lnTo>
                    <a:lnTo>
                      <a:pt x="53" y="4611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B35FE14F-BD80-D4A3-5C48-2C5F9CF47FEE}"/>
                  </a:ext>
                </a:extLst>
              </p:cNvPr>
              <p:cNvSpPr/>
              <p:nvPr/>
            </p:nvSpPr>
            <p:spPr>
              <a:xfrm rot="10800000" flipV="1">
                <a:off x="8201575" y="3398985"/>
                <a:ext cx="17925" cy="46126"/>
              </a:xfrm>
              <a:custGeom>
                <a:avLst/>
                <a:gdLst>
                  <a:gd name="connsiteX0" fmla="*/ 54 w 17925"/>
                  <a:gd name="connsiteY0" fmla="*/ -13 h 46126"/>
                  <a:gd name="connsiteX1" fmla="*/ 17979 w 17925"/>
                  <a:gd name="connsiteY1" fmla="*/ -13 h 46126"/>
                  <a:gd name="connsiteX2" fmla="*/ 17979 w 17925"/>
                  <a:gd name="connsiteY2" fmla="*/ 46114 h 46126"/>
                  <a:gd name="connsiteX3" fmla="*/ 54 w 17925"/>
                  <a:gd name="connsiteY3" fmla="*/ 46114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54" y="-13"/>
                    </a:moveTo>
                    <a:lnTo>
                      <a:pt x="17979" y="-13"/>
                    </a:lnTo>
                    <a:lnTo>
                      <a:pt x="17979" y="46114"/>
                    </a:lnTo>
                    <a:lnTo>
                      <a:pt x="54" y="4611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8DEA374C-EA0F-4C7E-CBED-262F7D07A062}"/>
                  </a:ext>
                </a:extLst>
              </p:cNvPr>
              <p:cNvSpPr/>
              <p:nvPr/>
            </p:nvSpPr>
            <p:spPr>
              <a:xfrm rot="10800000" flipV="1">
                <a:off x="8249363" y="3398985"/>
                <a:ext cx="17925" cy="46126"/>
              </a:xfrm>
              <a:custGeom>
                <a:avLst/>
                <a:gdLst>
                  <a:gd name="connsiteX0" fmla="*/ 56 w 17925"/>
                  <a:gd name="connsiteY0" fmla="*/ -13 h 46126"/>
                  <a:gd name="connsiteX1" fmla="*/ 17980 w 17925"/>
                  <a:gd name="connsiteY1" fmla="*/ -13 h 46126"/>
                  <a:gd name="connsiteX2" fmla="*/ 17980 w 17925"/>
                  <a:gd name="connsiteY2" fmla="*/ 46114 h 46126"/>
                  <a:gd name="connsiteX3" fmla="*/ 56 w 17925"/>
                  <a:gd name="connsiteY3" fmla="*/ 46114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56" y="-13"/>
                    </a:moveTo>
                    <a:lnTo>
                      <a:pt x="17980" y="-13"/>
                    </a:lnTo>
                    <a:lnTo>
                      <a:pt x="17980" y="46114"/>
                    </a:lnTo>
                    <a:lnTo>
                      <a:pt x="56" y="4611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4E7AF21B-6478-7C43-065A-14843858B8BF}"/>
                  </a:ext>
                </a:extLst>
              </p:cNvPr>
              <p:cNvSpPr/>
              <p:nvPr/>
            </p:nvSpPr>
            <p:spPr>
              <a:xfrm rot="10800000" flipV="1">
                <a:off x="8297140" y="3398985"/>
                <a:ext cx="17925" cy="46126"/>
              </a:xfrm>
              <a:custGeom>
                <a:avLst/>
                <a:gdLst>
                  <a:gd name="connsiteX0" fmla="*/ 57 w 17925"/>
                  <a:gd name="connsiteY0" fmla="*/ -13 h 46126"/>
                  <a:gd name="connsiteX1" fmla="*/ 17982 w 17925"/>
                  <a:gd name="connsiteY1" fmla="*/ -13 h 46126"/>
                  <a:gd name="connsiteX2" fmla="*/ 17982 w 17925"/>
                  <a:gd name="connsiteY2" fmla="*/ 46114 h 46126"/>
                  <a:gd name="connsiteX3" fmla="*/ 57 w 17925"/>
                  <a:gd name="connsiteY3" fmla="*/ 46114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57" y="-13"/>
                    </a:moveTo>
                    <a:lnTo>
                      <a:pt x="17982" y="-13"/>
                    </a:lnTo>
                    <a:lnTo>
                      <a:pt x="17982" y="46114"/>
                    </a:lnTo>
                    <a:lnTo>
                      <a:pt x="57" y="4611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A85A425D-3B6A-9150-5A23-E6F8A20C581B}"/>
                  </a:ext>
                </a:extLst>
              </p:cNvPr>
              <p:cNvSpPr/>
              <p:nvPr/>
            </p:nvSpPr>
            <p:spPr>
              <a:xfrm rot="10800000" flipV="1">
                <a:off x="8344928" y="3398985"/>
                <a:ext cx="17925" cy="46126"/>
              </a:xfrm>
              <a:custGeom>
                <a:avLst/>
                <a:gdLst>
                  <a:gd name="connsiteX0" fmla="*/ 58 w 17925"/>
                  <a:gd name="connsiteY0" fmla="*/ -13 h 46126"/>
                  <a:gd name="connsiteX1" fmla="*/ 17983 w 17925"/>
                  <a:gd name="connsiteY1" fmla="*/ -13 h 46126"/>
                  <a:gd name="connsiteX2" fmla="*/ 17983 w 17925"/>
                  <a:gd name="connsiteY2" fmla="*/ 46114 h 46126"/>
                  <a:gd name="connsiteX3" fmla="*/ 58 w 17925"/>
                  <a:gd name="connsiteY3" fmla="*/ 46114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58" y="-13"/>
                    </a:moveTo>
                    <a:lnTo>
                      <a:pt x="17983" y="-13"/>
                    </a:lnTo>
                    <a:lnTo>
                      <a:pt x="17983" y="46114"/>
                    </a:lnTo>
                    <a:lnTo>
                      <a:pt x="58" y="4611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A8D7AF95-0334-45F9-6C80-3599EB97EFA3}"/>
                  </a:ext>
                </a:extLst>
              </p:cNvPr>
              <p:cNvSpPr/>
              <p:nvPr/>
            </p:nvSpPr>
            <p:spPr>
              <a:xfrm rot="10800000" flipV="1">
                <a:off x="8392716" y="3398985"/>
                <a:ext cx="17925" cy="46126"/>
              </a:xfrm>
              <a:custGeom>
                <a:avLst/>
                <a:gdLst>
                  <a:gd name="connsiteX0" fmla="*/ 60 w 17925"/>
                  <a:gd name="connsiteY0" fmla="*/ -13 h 46126"/>
                  <a:gd name="connsiteX1" fmla="*/ 17985 w 17925"/>
                  <a:gd name="connsiteY1" fmla="*/ -13 h 46126"/>
                  <a:gd name="connsiteX2" fmla="*/ 17985 w 17925"/>
                  <a:gd name="connsiteY2" fmla="*/ 46114 h 46126"/>
                  <a:gd name="connsiteX3" fmla="*/ 60 w 17925"/>
                  <a:gd name="connsiteY3" fmla="*/ 46114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60" y="-13"/>
                    </a:moveTo>
                    <a:lnTo>
                      <a:pt x="17985" y="-13"/>
                    </a:lnTo>
                    <a:lnTo>
                      <a:pt x="17985" y="46114"/>
                    </a:lnTo>
                    <a:lnTo>
                      <a:pt x="60" y="4611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402AFA02-6A4D-91E7-C766-CCD397A6FDFF}"/>
                  </a:ext>
                </a:extLst>
              </p:cNvPr>
              <p:cNvSpPr/>
              <p:nvPr/>
            </p:nvSpPr>
            <p:spPr>
              <a:xfrm rot="10800000" flipV="1">
                <a:off x="8440505" y="3398985"/>
                <a:ext cx="17925" cy="46126"/>
              </a:xfrm>
              <a:custGeom>
                <a:avLst/>
                <a:gdLst>
                  <a:gd name="connsiteX0" fmla="*/ 61 w 17925"/>
                  <a:gd name="connsiteY0" fmla="*/ -13 h 46126"/>
                  <a:gd name="connsiteX1" fmla="*/ 17986 w 17925"/>
                  <a:gd name="connsiteY1" fmla="*/ -13 h 46126"/>
                  <a:gd name="connsiteX2" fmla="*/ 17986 w 17925"/>
                  <a:gd name="connsiteY2" fmla="*/ 46114 h 46126"/>
                  <a:gd name="connsiteX3" fmla="*/ 61 w 17925"/>
                  <a:gd name="connsiteY3" fmla="*/ 46114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61" y="-13"/>
                    </a:moveTo>
                    <a:lnTo>
                      <a:pt x="17986" y="-13"/>
                    </a:lnTo>
                    <a:lnTo>
                      <a:pt x="17986" y="46114"/>
                    </a:lnTo>
                    <a:lnTo>
                      <a:pt x="61" y="4611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33F9E147-FB56-703C-688B-4980328701A9}"/>
                  </a:ext>
                </a:extLst>
              </p:cNvPr>
              <p:cNvSpPr/>
              <p:nvPr/>
            </p:nvSpPr>
            <p:spPr>
              <a:xfrm rot="10800000" flipV="1">
                <a:off x="8494539" y="3398985"/>
                <a:ext cx="17925" cy="46126"/>
              </a:xfrm>
              <a:custGeom>
                <a:avLst/>
                <a:gdLst>
                  <a:gd name="connsiteX0" fmla="*/ 62 w 17925"/>
                  <a:gd name="connsiteY0" fmla="*/ -13 h 46126"/>
                  <a:gd name="connsiteX1" fmla="*/ 17987 w 17925"/>
                  <a:gd name="connsiteY1" fmla="*/ -13 h 46126"/>
                  <a:gd name="connsiteX2" fmla="*/ 17987 w 17925"/>
                  <a:gd name="connsiteY2" fmla="*/ 46114 h 46126"/>
                  <a:gd name="connsiteX3" fmla="*/ 62 w 17925"/>
                  <a:gd name="connsiteY3" fmla="*/ 46114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62" y="-13"/>
                    </a:moveTo>
                    <a:lnTo>
                      <a:pt x="17987" y="-13"/>
                    </a:lnTo>
                    <a:lnTo>
                      <a:pt x="17987" y="46114"/>
                    </a:lnTo>
                    <a:lnTo>
                      <a:pt x="62" y="4611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3508D777-4A73-5CE3-2750-4DF3C840A63C}"/>
                  </a:ext>
                </a:extLst>
              </p:cNvPr>
              <p:cNvSpPr/>
              <p:nvPr/>
            </p:nvSpPr>
            <p:spPr>
              <a:xfrm rot="10800000" flipV="1">
                <a:off x="8542339" y="3398985"/>
                <a:ext cx="17925" cy="46126"/>
              </a:xfrm>
              <a:custGeom>
                <a:avLst/>
                <a:gdLst>
                  <a:gd name="connsiteX0" fmla="*/ 64 w 17925"/>
                  <a:gd name="connsiteY0" fmla="*/ -13 h 46126"/>
                  <a:gd name="connsiteX1" fmla="*/ 17989 w 17925"/>
                  <a:gd name="connsiteY1" fmla="*/ -13 h 46126"/>
                  <a:gd name="connsiteX2" fmla="*/ 17989 w 17925"/>
                  <a:gd name="connsiteY2" fmla="*/ 46114 h 46126"/>
                  <a:gd name="connsiteX3" fmla="*/ 64 w 17925"/>
                  <a:gd name="connsiteY3" fmla="*/ 46114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64" y="-13"/>
                    </a:moveTo>
                    <a:lnTo>
                      <a:pt x="17989" y="-13"/>
                    </a:lnTo>
                    <a:lnTo>
                      <a:pt x="17989" y="46114"/>
                    </a:lnTo>
                    <a:lnTo>
                      <a:pt x="64" y="4611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EBCD026E-961C-CF00-17C7-1F0A33149D1E}"/>
                  </a:ext>
                </a:extLst>
              </p:cNvPr>
              <p:cNvSpPr/>
              <p:nvPr/>
            </p:nvSpPr>
            <p:spPr>
              <a:xfrm rot="10800000" flipV="1">
                <a:off x="8590115" y="3398985"/>
                <a:ext cx="17925" cy="46126"/>
              </a:xfrm>
              <a:custGeom>
                <a:avLst/>
                <a:gdLst>
                  <a:gd name="connsiteX0" fmla="*/ 65 w 17925"/>
                  <a:gd name="connsiteY0" fmla="*/ -13 h 46126"/>
                  <a:gd name="connsiteX1" fmla="*/ 17990 w 17925"/>
                  <a:gd name="connsiteY1" fmla="*/ -13 h 46126"/>
                  <a:gd name="connsiteX2" fmla="*/ 17990 w 17925"/>
                  <a:gd name="connsiteY2" fmla="*/ 46114 h 46126"/>
                  <a:gd name="connsiteX3" fmla="*/ 65 w 17925"/>
                  <a:gd name="connsiteY3" fmla="*/ 46114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65" y="-13"/>
                    </a:moveTo>
                    <a:lnTo>
                      <a:pt x="17990" y="-13"/>
                    </a:lnTo>
                    <a:lnTo>
                      <a:pt x="17990" y="46114"/>
                    </a:lnTo>
                    <a:lnTo>
                      <a:pt x="65" y="4611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EB555F0D-DBD2-A7EC-EEA8-1E3DF3AEF866}"/>
                  </a:ext>
                </a:extLst>
              </p:cNvPr>
              <p:cNvSpPr/>
              <p:nvPr/>
            </p:nvSpPr>
            <p:spPr>
              <a:xfrm rot="10800000" flipV="1">
                <a:off x="8637904" y="3398985"/>
                <a:ext cx="17925" cy="46126"/>
              </a:xfrm>
              <a:custGeom>
                <a:avLst/>
                <a:gdLst>
                  <a:gd name="connsiteX0" fmla="*/ 66 w 17925"/>
                  <a:gd name="connsiteY0" fmla="*/ -13 h 46126"/>
                  <a:gd name="connsiteX1" fmla="*/ 17991 w 17925"/>
                  <a:gd name="connsiteY1" fmla="*/ -13 h 46126"/>
                  <a:gd name="connsiteX2" fmla="*/ 17991 w 17925"/>
                  <a:gd name="connsiteY2" fmla="*/ 46114 h 46126"/>
                  <a:gd name="connsiteX3" fmla="*/ 66 w 17925"/>
                  <a:gd name="connsiteY3" fmla="*/ 46114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66" y="-13"/>
                    </a:moveTo>
                    <a:lnTo>
                      <a:pt x="17991" y="-13"/>
                    </a:lnTo>
                    <a:lnTo>
                      <a:pt x="17991" y="46114"/>
                    </a:lnTo>
                    <a:lnTo>
                      <a:pt x="66" y="4611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21D34861-95A7-BD01-EBF5-327896F2E6EE}"/>
                  </a:ext>
                </a:extLst>
              </p:cNvPr>
              <p:cNvSpPr/>
              <p:nvPr/>
            </p:nvSpPr>
            <p:spPr>
              <a:xfrm rot="10800000" flipV="1">
                <a:off x="8685692" y="3398985"/>
                <a:ext cx="17925" cy="46126"/>
              </a:xfrm>
              <a:custGeom>
                <a:avLst/>
                <a:gdLst>
                  <a:gd name="connsiteX0" fmla="*/ 68 w 17925"/>
                  <a:gd name="connsiteY0" fmla="*/ -13 h 46126"/>
                  <a:gd name="connsiteX1" fmla="*/ 17993 w 17925"/>
                  <a:gd name="connsiteY1" fmla="*/ -13 h 46126"/>
                  <a:gd name="connsiteX2" fmla="*/ 17993 w 17925"/>
                  <a:gd name="connsiteY2" fmla="*/ 46114 h 46126"/>
                  <a:gd name="connsiteX3" fmla="*/ 68 w 17925"/>
                  <a:gd name="connsiteY3" fmla="*/ 46114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68" y="-13"/>
                    </a:moveTo>
                    <a:lnTo>
                      <a:pt x="17993" y="-13"/>
                    </a:lnTo>
                    <a:lnTo>
                      <a:pt x="17993" y="46114"/>
                    </a:lnTo>
                    <a:lnTo>
                      <a:pt x="68" y="4611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C2A1BD8A-8647-CC92-46B0-31AE8FD7B786}"/>
                  </a:ext>
                </a:extLst>
              </p:cNvPr>
              <p:cNvSpPr/>
              <p:nvPr/>
            </p:nvSpPr>
            <p:spPr>
              <a:xfrm rot="10800000" flipV="1">
                <a:off x="8733480" y="3398985"/>
                <a:ext cx="17925" cy="46126"/>
              </a:xfrm>
              <a:custGeom>
                <a:avLst/>
                <a:gdLst>
                  <a:gd name="connsiteX0" fmla="*/ 69 w 17925"/>
                  <a:gd name="connsiteY0" fmla="*/ -13 h 46126"/>
                  <a:gd name="connsiteX1" fmla="*/ 17994 w 17925"/>
                  <a:gd name="connsiteY1" fmla="*/ -13 h 46126"/>
                  <a:gd name="connsiteX2" fmla="*/ 17994 w 17925"/>
                  <a:gd name="connsiteY2" fmla="*/ 46114 h 46126"/>
                  <a:gd name="connsiteX3" fmla="*/ 69 w 17925"/>
                  <a:gd name="connsiteY3" fmla="*/ 46114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69" y="-13"/>
                    </a:moveTo>
                    <a:lnTo>
                      <a:pt x="17994" y="-13"/>
                    </a:lnTo>
                    <a:lnTo>
                      <a:pt x="17994" y="46114"/>
                    </a:lnTo>
                    <a:lnTo>
                      <a:pt x="69" y="4611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E3393506-84DB-5A9F-7CCD-864081D02242}"/>
                  </a:ext>
                </a:extLst>
              </p:cNvPr>
              <p:cNvSpPr/>
              <p:nvPr/>
            </p:nvSpPr>
            <p:spPr>
              <a:xfrm rot="10800000" flipV="1">
                <a:off x="8781917" y="3398985"/>
                <a:ext cx="17925" cy="46126"/>
              </a:xfrm>
              <a:custGeom>
                <a:avLst/>
                <a:gdLst>
                  <a:gd name="connsiteX0" fmla="*/ 71 w 17925"/>
                  <a:gd name="connsiteY0" fmla="*/ -13 h 46126"/>
                  <a:gd name="connsiteX1" fmla="*/ 17995 w 17925"/>
                  <a:gd name="connsiteY1" fmla="*/ -13 h 46126"/>
                  <a:gd name="connsiteX2" fmla="*/ 17995 w 17925"/>
                  <a:gd name="connsiteY2" fmla="*/ 46114 h 46126"/>
                  <a:gd name="connsiteX3" fmla="*/ 71 w 17925"/>
                  <a:gd name="connsiteY3" fmla="*/ 46114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71" y="-13"/>
                    </a:moveTo>
                    <a:lnTo>
                      <a:pt x="17995" y="-13"/>
                    </a:lnTo>
                    <a:lnTo>
                      <a:pt x="17995" y="46114"/>
                    </a:lnTo>
                    <a:lnTo>
                      <a:pt x="71" y="4611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90AD8338-1CA5-6265-A405-6BD53C15C5F0}"/>
                  </a:ext>
                </a:extLst>
              </p:cNvPr>
              <p:cNvSpPr/>
              <p:nvPr/>
            </p:nvSpPr>
            <p:spPr>
              <a:xfrm rot="10800000" flipV="1">
                <a:off x="8829705" y="3398985"/>
                <a:ext cx="17925" cy="46126"/>
              </a:xfrm>
              <a:custGeom>
                <a:avLst/>
                <a:gdLst>
                  <a:gd name="connsiteX0" fmla="*/ 72 w 17925"/>
                  <a:gd name="connsiteY0" fmla="*/ -13 h 46126"/>
                  <a:gd name="connsiteX1" fmla="*/ 17997 w 17925"/>
                  <a:gd name="connsiteY1" fmla="*/ -13 h 46126"/>
                  <a:gd name="connsiteX2" fmla="*/ 17997 w 17925"/>
                  <a:gd name="connsiteY2" fmla="*/ 46114 h 46126"/>
                  <a:gd name="connsiteX3" fmla="*/ 72 w 17925"/>
                  <a:gd name="connsiteY3" fmla="*/ 46114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72" y="-13"/>
                    </a:moveTo>
                    <a:lnTo>
                      <a:pt x="17997" y="-13"/>
                    </a:lnTo>
                    <a:lnTo>
                      <a:pt x="17997" y="46114"/>
                    </a:lnTo>
                    <a:lnTo>
                      <a:pt x="72" y="4611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646180AA-2EDB-D0FB-EF67-A270DA98B372}"/>
                  </a:ext>
                </a:extLst>
              </p:cNvPr>
              <p:cNvSpPr/>
              <p:nvPr/>
            </p:nvSpPr>
            <p:spPr>
              <a:xfrm rot="10800000" flipV="1">
                <a:off x="8877493" y="3398985"/>
                <a:ext cx="17925" cy="46126"/>
              </a:xfrm>
              <a:custGeom>
                <a:avLst/>
                <a:gdLst>
                  <a:gd name="connsiteX0" fmla="*/ 73 w 17925"/>
                  <a:gd name="connsiteY0" fmla="*/ -13 h 46126"/>
                  <a:gd name="connsiteX1" fmla="*/ 17998 w 17925"/>
                  <a:gd name="connsiteY1" fmla="*/ -13 h 46126"/>
                  <a:gd name="connsiteX2" fmla="*/ 17998 w 17925"/>
                  <a:gd name="connsiteY2" fmla="*/ 46114 h 46126"/>
                  <a:gd name="connsiteX3" fmla="*/ 73 w 17925"/>
                  <a:gd name="connsiteY3" fmla="*/ 46114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73" y="-13"/>
                    </a:moveTo>
                    <a:lnTo>
                      <a:pt x="17998" y="-13"/>
                    </a:lnTo>
                    <a:lnTo>
                      <a:pt x="17998" y="46114"/>
                    </a:lnTo>
                    <a:lnTo>
                      <a:pt x="73" y="4611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FF91C100-1CD3-322B-CB1F-606BAB20406C}"/>
                  </a:ext>
                </a:extLst>
              </p:cNvPr>
              <p:cNvSpPr/>
              <p:nvPr/>
            </p:nvSpPr>
            <p:spPr>
              <a:xfrm rot="10800000" flipV="1">
                <a:off x="8925270" y="3398985"/>
                <a:ext cx="17925" cy="46126"/>
              </a:xfrm>
              <a:custGeom>
                <a:avLst/>
                <a:gdLst>
                  <a:gd name="connsiteX0" fmla="*/ 75 w 17925"/>
                  <a:gd name="connsiteY0" fmla="*/ -13 h 46126"/>
                  <a:gd name="connsiteX1" fmla="*/ 18000 w 17925"/>
                  <a:gd name="connsiteY1" fmla="*/ -13 h 46126"/>
                  <a:gd name="connsiteX2" fmla="*/ 18000 w 17925"/>
                  <a:gd name="connsiteY2" fmla="*/ 46114 h 46126"/>
                  <a:gd name="connsiteX3" fmla="*/ 75 w 17925"/>
                  <a:gd name="connsiteY3" fmla="*/ 46114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75" y="-13"/>
                    </a:moveTo>
                    <a:lnTo>
                      <a:pt x="18000" y="-13"/>
                    </a:lnTo>
                    <a:lnTo>
                      <a:pt x="18000" y="46114"/>
                    </a:lnTo>
                    <a:lnTo>
                      <a:pt x="75" y="4611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2AE3CC14-01DE-91E3-2C82-6F70C073A2C6}"/>
                  </a:ext>
                </a:extLst>
              </p:cNvPr>
              <p:cNvSpPr/>
              <p:nvPr/>
            </p:nvSpPr>
            <p:spPr>
              <a:xfrm rot="10800000" flipV="1">
                <a:off x="8973058" y="3398985"/>
                <a:ext cx="17925" cy="46126"/>
              </a:xfrm>
              <a:custGeom>
                <a:avLst/>
                <a:gdLst>
                  <a:gd name="connsiteX0" fmla="*/ 76 w 17925"/>
                  <a:gd name="connsiteY0" fmla="*/ -13 h 46126"/>
                  <a:gd name="connsiteX1" fmla="*/ 18001 w 17925"/>
                  <a:gd name="connsiteY1" fmla="*/ -13 h 46126"/>
                  <a:gd name="connsiteX2" fmla="*/ 18001 w 17925"/>
                  <a:gd name="connsiteY2" fmla="*/ 46114 h 46126"/>
                  <a:gd name="connsiteX3" fmla="*/ 76 w 17925"/>
                  <a:gd name="connsiteY3" fmla="*/ 46114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76" y="-13"/>
                    </a:moveTo>
                    <a:lnTo>
                      <a:pt x="18001" y="-13"/>
                    </a:lnTo>
                    <a:lnTo>
                      <a:pt x="18001" y="46114"/>
                    </a:lnTo>
                    <a:lnTo>
                      <a:pt x="76" y="4611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A52B7125-F9E8-8C1F-5FB8-DB02A08C7F9E}"/>
                  </a:ext>
                </a:extLst>
              </p:cNvPr>
              <p:cNvSpPr/>
              <p:nvPr/>
            </p:nvSpPr>
            <p:spPr>
              <a:xfrm rot="10800000" flipV="1">
                <a:off x="9020846" y="3398985"/>
                <a:ext cx="17925" cy="46126"/>
              </a:xfrm>
              <a:custGeom>
                <a:avLst/>
                <a:gdLst>
                  <a:gd name="connsiteX0" fmla="*/ 77 w 17925"/>
                  <a:gd name="connsiteY0" fmla="*/ -13 h 46126"/>
                  <a:gd name="connsiteX1" fmla="*/ 18002 w 17925"/>
                  <a:gd name="connsiteY1" fmla="*/ -13 h 46126"/>
                  <a:gd name="connsiteX2" fmla="*/ 18002 w 17925"/>
                  <a:gd name="connsiteY2" fmla="*/ 46114 h 46126"/>
                  <a:gd name="connsiteX3" fmla="*/ 77 w 17925"/>
                  <a:gd name="connsiteY3" fmla="*/ 46114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77" y="-13"/>
                    </a:moveTo>
                    <a:lnTo>
                      <a:pt x="18002" y="-13"/>
                    </a:lnTo>
                    <a:lnTo>
                      <a:pt x="18002" y="46114"/>
                    </a:lnTo>
                    <a:lnTo>
                      <a:pt x="77" y="4611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91E2AB2D-28B0-58EE-1745-4E4F9115045A}"/>
                  </a:ext>
                </a:extLst>
              </p:cNvPr>
              <p:cNvSpPr/>
              <p:nvPr/>
            </p:nvSpPr>
            <p:spPr>
              <a:xfrm rot="10800000" flipV="1">
                <a:off x="9058877" y="3398985"/>
                <a:ext cx="17925" cy="46126"/>
              </a:xfrm>
              <a:custGeom>
                <a:avLst/>
                <a:gdLst>
                  <a:gd name="connsiteX0" fmla="*/ 78 w 17925"/>
                  <a:gd name="connsiteY0" fmla="*/ -13 h 46126"/>
                  <a:gd name="connsiteX1" fmla="*/ 18003 w 17925"/>
                  <a:gd name="connsiteY1" fmla="*/ -13 h 46126"/>
                  <a:gd name="connsiteX2" fmla="*/ 18003 w 17925"/>
                  <a:gd name="connsiteY2" fmla="*/ 46114 h 46126"/>
                  <a:gd name="connsiteX3" fmla="*/ 78 w 17925"/>
                  <a:gd name="connsiteY3" fmla="*/ 46114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78" y="-13"/>
                    </a:moveTo>
                    <a:lnTo>
                      <a:pt x="18003" y="-13"/>
                    </a:lnTo>
                    <a:lnTo>
                      <a:pt x="18003" y="46114"/>
                    </a:lnTo>
                    <a:lnTo>
                      <a:pt x="78" y="4611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0390928F-DC8A-3FD8-F98E-D2BF3D337FA3}"/>
                  </a:ext>
                </a:extLst>
              </p:cNvPr>
              <p:cNvSpPr/>
              <p:nvPr/>
            </p:nvSpPr>
            <p:spPr>
              <a:xfrm rot="10800000" flipV="1">
                <a:off x="9106653" y="3398985"/>
                <a:ext cx="17925" cy="46126"/>
              </a:xfrm>
              <a:custGeom>
                <a:avLst/>
                <a:gdLst>
                  <a:gd name="connsiteX0" fmla="*/ 80 w 17925"/>
                  <a:gd name="connsiteY0" fmla="*/ -13 h 46126"/>
                  <a:gd name="connsiteX1" fmla="*/ 18005 w 17925"/>
                  <a:gd name="connsiteY1" fmla="*/ -13 h 46126"/>
                  <a:gd name="connsiteX2" fmla="*/ 18005 w 17925"/>
                  <a:gd name="connsiteY2" fmla="*/ 46114 h 46126"/>
                  <a:gd name="connsiteX3" fmla="*/ 80 w 17925"/>
                  <a:gd name="connsiteY3" fmla="*/ 46114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80" y="-13"/>
                    </a:moveTo>
                    <a:lnTo>
                      <a:pt x="18005" y="-13"/>
                    </a:lnTo>
                    <a:lnTo>
                      <a:pt x="18005" y="46114"/>
                    </a:lnTo>
                    <a:lnTo>
                      <a:pt x="80" y="4611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12974555-AEAE-4DB5-E0A3-1C83DC74C931}"/>
                  </a:ext>
                </a:extLst>
              </p:cNvPr>
              <p:cNvSpPr/>
              <p:nvPr/>
            </p:nvSpPr>
            <p:spPr>
              <a:xfrm rot="10800000" flipV="1">
                <a:off x="9154453" y="3398985"/>
                <a:ext cx="17925" cy="46126"/>
              </a:xfrm>
              <a:custGeom>
                <a:avLst/>
                <a:gdLst>
                  <a:gd name="connsiteX0" fmla="*/ 81 w 17925"/>
                  <a:gd name="connsiteY0" fmla="*/ -13 h 46126"/>
                  <a:gd name="connsiteX1" fmla="*/ 18006 w 17925"/>
                  <a:gd name="connsiteY1" fmla="*/ -13 h 46126"/>
                  <a:gd name="connsiteX2" fmla="*/ 18006 w 17925"/>
                  <a:gd name="connsiteY2" fmla="*/ 46114 h 46126"/>
                  <a:gd name="connsiteX3" fmla="*/ 81 w 17925"/>
                  <a:gd name="connsiteY3" fmla="*/ 46114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81" y="-13"/>
                    </a:moveTo>
                    <a:lnTo>
                      <a:pt x="18006" y="-13"/>
                    </a:lnTo>
                    <a:lnTo>
                      <a:pt x="18006" y="46114"/>
                    </a:lnTo>
                    <a:lnTo>
                      <a:pt x="81" y="4611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E0835BCC-D790-51C8-1148-739DC0C5895C}"/>
                  </a:ext>
                </a:extLst>
              </p:cNvPr>
              <p:cNvSpPr/>
              <p:nvPr/>
            </p:nvSpPr>
            <p:spPr>
              <a:xfrm rot="10800000" flipV="1">
                <a:off x="9202230" y="3398985"/>
                <a:ext cx="17925" cy="46126"/>
              </a:xfrm>
              <a:custGeom>
                <a:avLst/>
                <a:gdLst>
                  <a:gd name="connsiteX0" fmla="*/ 83 w 17925"/>
                  <a:gd name="connsiteY0" fmla="*/ -13 h 46126"/>
                  <a:gd name="connsiteX1" fmla="*/ 18007 w 17925"/>
                  <a:gd name="connsiteY1" fmla="*/ -13 h 46126"/>
                  <a:gd name="connsiteX2" fmla="*/ 18007 w 17925"/>
                  <a:gd name="connsiteY2" fmla="*/ 46114 h 46126"/>
                  <a:gd name="connsiteX3" fmla="*/ 83 w 17925"/>
                  <a:gd name="connsiteY3" fmla="*/ 46114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83" y="-13"/>
                    </a:moveTo>
                    <a:lnTo>
                      <a:pt x="18007" y="-13"/>
                    </a:lnTo>
                    <a:lnTo>
                      <a:pt x="18007" y="46114"/>
                    </a:lnTo>
                    <a:lnTo>
                      <a:pt x="83" y="4611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7F558367-8B70-7BF8-02E6-8135F43BC013}"/>
                  </a:ext>
                </a:extLst>
              </p:cNvPr>
              <p:cNvSpPr/>
              <p:nvPr/>
            </p:nvSpPr>
            <p:spPr>
              <a:xfrm rot="10800000" flipV="1">
                <a:off x="9250018" y="3398985"/>
                <a:ext cx="17925" cy="46126"/>
              </a:xfrm>
              <a:custGeom>
                <a:avLst/>
                <a:gdLst>
                  <a:gd name="connsiteX0" fmla="*/ 84 w 17925"/>
                  <a:gd name="connsiteY0" fmla="*/ -13 h 46126"/>
                  <a:gd name="connsiteX1" fmla="*/ 18009 w 17925"/>
                  <a:gd name="connsiteY1" fmla="*/ -13 h 46126"/>
                  <a:gd name="connsiteX2" fmla="*/ 18009 w 17925"/>
                  <a:gd name="connsiteY2" fmla="*/ 46114 h 46126"/>
                  <a:gd name="connsiteX3" fmla="*/ 84 w 17925"/>
                  <a:gd name="connsiteY3" fmla="*/ 46114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84" y="-13"/>
                    </a:moveTo>
                    <a:lnTo>
                      <a:pt x="18009" y="-13"/>
                    </a:lnTo>
                    <a:lnTo>
                      <a:pt x="18009" y="46114"/>
                    </a:lnTo>
                    <a:lnTo>
                      <a:pt x="84" y="4611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0F5B1261-519C-62FD-8005-BE12825F53B8}"/>
                  </a:ext>
                </a:extLst>
              </p:cNvPr>
              <p:cNvSpPr/>
              <p:nvPr/>
            </p:nvSpPr>
            <p:spPr>
              <a:xfrm rot="10800000" flipV="1">
                <a:off x="9297818" y="3398985"/>
                <a:ext cx="17913" cy="46126"/>
              </a:xfrm>
              <a:custGeom>
                <a:avLst/>
                <a:gdLst>
                  <a:gd name="connsiteX0" fmla="*/ 85 w 17913"/>
                  <a:gd name="connsiteY0" fmla="*/ -13 h 46126"/>
                  <a:gd name="connsiteX1" fmla="*/ 17998 w 17913"/>
                  <a:gd name="connsiteY1" fmla="*/ -13 h 46126"/>
                  <a:gd name="connsiteX2" fmla="*/ 17998 w 17913"/>
                  <a:gd name="connsiteY2" fmla="*/ 46114 h 46126"/>
                  <a:gd name="connsiteX3" fmla="*/ 85 w 17913"/>
                  <a:gd name="connsiteY3" fmla="*/ 46114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13" h="46126">
                    <a:moveTo>
                      <a:pt x="85" y="-13"/>
                    </a:moveTo>
                    <a:lnTo>
                      <a:pt x="17998" y="-13"/>
                    </a:lnTo>
                    <a:lnTo>
                      <a:pt x="17998" y="46114"/>
                    </a:lnTo>
                    <a:lnTo>
                      <a:pt x="85" y="4611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B5B7A493-2A3F-D56B-67C6-ECFAA3AED9DD}"/>
                  </a:ext>
                </a:extLst>
              </p:cNvPr>
              <p:cNvSpPr/>
              <p:nvPr/>
            </p:nvSpPr>
            <p:spPr>
              <a:xfrm>
                <a:off x="9276346" y="2918298"/>
                <a:ext cx="6139" cy="417142"/>
              </a:xfrm>
              <a:custGeom>
                <a:avLst/>
                <a:gdLst>
                  <a:gd name="connsiteX0" fmla="*/ 3402 w 6139"/>
                  <a:gd name="connsiteY0" fmla="*/ 417370 h 417142"/>
                  <a:gd name="connsiteX1" fmla="*/ 337 w 6139"/>
                  <a:gd name="connsiteY1" fmla="*/ 208810 h 417142"/>
                  <a:gd name="connsiteX2" fmla="*/ 3402 w 6139"/>
                  <a:gd name="connsiteY2" fmla="*/ 227 h 417142"/>
                  <a:gd name="connsiteX3" fmla="*/ 6477 w 6139"/>
                  <a:gd name="connsiteY3" fmla="*/ 208810 h 417142"/>
                  <a:gd name="connsiteX4" fmla="*/ 3402 w 6139"/>
                  <a:gd name="connsiteY4" fmla="*/ 417370 h 417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39" h="417142">
                    <a:moveTo>
                      <a:pt x="3402" y="417370"/>
                    </a:moveTo>
                    <a:cubicBezTo>
                      <a:pt x="1705" y="417370"/>
                      <a:pt x="337" y="323985"/>
                      <a:pt x="337" y="208810"/>
                    </a:cubicBezTo>
                    <a:cubicBezTo>
                      <a:pt x="337" y="93588"/>
                      <a:pt x="1705" y="227"/>
                      <a:pt x="3402" y="227"/>
                    </a:cubicBezTo>
                    <a:cubicBezTo>
                      <a:pt x="5110" y="227"/>
                      <a:pt x="6477" y="93588"/>
                      <a:pt x="6477" y="208810"/>
                    </a:cubicBezTo>
                    <a:cubicBezTo>
                      <a:pt x="6477" y="323985"/>
                      <a:pt x="5110" y="417370"/>
                      <a:pt x="3402" y="417370"/>
                    </a:cubicBezTo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30E03A8E-F82E-08C9-0419-D89DB21ED527}"/>
                  </a:ext>
                </a:extLst>
              </p:cNvPr>
              <p:cNvSpPr/>
              <p:nvPr/>
            </p:nvSpPr>
            <p:spPr>
              <a:xfrm>
                <a:off x="9251138" y="2934337"/>
                <a:ext cx="6128" cy="130648"/>
              </a:xfrm>
              <a:custGeom>
                <a:avLst/>
                <a:gdLst>
                  <a:gd name="connsiteX0" fmla="*/ 3399 w 6128"/>
                  <a:gd name="connsiteY0" fmla="*/ 130874 h 130648"/>
                  <a:gd name="connsiteX1" fmla="*/ 335 w 6128"/>
                  <a:gd name="connsiteY1" fmla="*/ 65561 h 130648"/>
                  <a:gd name="connsiteX2" fmla="*/ 3399 w 6128"/>
                  <a:gd name="connsiteY2" fmla="*/ 225 h 130648"/>
                  <a:gd name="connsiteX3" fmla="*/ 6463 w 6128"/>
                  <a:gd name="connsiteY3" fmla="*/ 65561 h 130648"/>
                  <a:gd name="connsiteX4" fmla="*/ 3399 w 6128"/>
                  <a:gd name="connsiteY4" fmla="*/ 130874 h 130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28" h="130648">
                    <a:moveTo>
                      <a:pt x="3399" y="130874"/>
                    </a:moveTo>
                    <a:cubicBezTo>
                      <a:pt x="1702" y="130874"/>
                      <a:pt x="335" y="101623"/>
                      <a:pt x="335" y="65561"/>
                    </a:cubicBezTo>
                    <a:cubicBezTo>
                      <a:pt x="335" y="29475"/>
                      <a:pt x="1702" y="225"/>
                      <a:pt x="3399" y="225"/>
                    </a:cubicBezTo>
                    <a:cubicBezTo>
                      <a:pt x="5096" y="225"/>
                      <a:pt x="6463" y="29475"/>
                      <a:pt x="6463" y="65561"/>
                    </a:cubicBezTo>
                    <a:cubicBezTo>
                      <a:pt x="6463" y="101623"/>
                      <a:pt x="5096" y="130874"/>
                      <a:pt x="3399" y="130874"/>
                    </a:cubicBezTo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6A44E5E8-170F-F64F-EEEA-88B27A65BFA2}"/>
                  </a:ext>
                </a:extLst>
              </p:cNvPr>
              <p:cNvSpPr/>
              <p:nvPr/>
            </p:nvSpPr>
            <p:spPr>
              <a:xfrm rot="-5400000" flipV="1">
                <a:off x="8639895" y="3326213"/>
                <a:ext cx="6128" cy="35472"/>
              </a:xfrm>
              <a:custGeom>
                <a:avLst/>
                <a:gdLst>
                  <a:gd name="connsiteX0" fmla="*/ 3331 w 6128"/>
                  <a:gd name="connsiteY0" fmla="*/ 269 h 35472"/>
                  <a:gd name="connsiteX1" fmla="*/ 267 w 6128"/>
                  <a:gd name="connsiteY1" fmla="*/ 18006 h 35472"/>
                  <a:gd name="connsiteX2" fmla="*/ 3331 w 6128"/>
                  <a:gd name="connsiteY2" fmla="*/ 35742 h 35472"/>
                  <a:gd name="connsiteX3" fmla="*/ 6395 w 6128"/>
                  <a:gd name="connsiteY3" fmla="*/ 18006 h 35472"/>
                  <a:gd name="connsiteX4" fmla="*/ 3331 w 6128"/>
                  <a:gd name="connsiteY4" fmla="*/ 269 h 35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28" h="35472">
                    <a:moveTo>
                      <a:pt x="3331" y="269"/>
                    </a:moveTo>
                    <a:cubicBezTo>
                      <a:pt x="1646" y="269"/>
                      <a:pt x="267" y="8213"/>
                      <a:pt x="267" y="18006"/>
                    </a:cubicBezTo>
                    <a:cubicBezTo>
                      <a:pt x="267" y="27787"/>
                      <a:pt x="1646" y="35742"/>
                      <a:pt x="3331" y="35742"/>
                    </a:cubicBezTo>
                    <a:cubicBezTo>
                      <a:pt x="5028" y="35742"/>
                      <a:pt x="6395" y="27787"/>
                      <a:pt x="6395" y="18006"/>
                    </a:cubicBezTo>
                    <a:cubicBezTo>
                      <a:pt x="6395" y="8213"/>
                      <a:pt x="5028" y="269"/>
                      <a:pt x="3331" y="269"/>
                    </a:cubicBezTo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BFAFAAE7-28E7-1506-C1D5-7037C8E79885}"/>
                  </a:ext>
                </a:extLst>
              </p:cNvPr>
              <p:cNvSpPr/>
              <p:nvPr/>
            </p:nvSpPr>
            <p:spPr>
              <a:xfrm rot="-5400000" flipV="1">
                <a:off x="8705679" y="3326213"/>
                <a:ext cx="6128" cy="35472"/>
              </a:xfrm>
              <a:custGeom>
                <a:avLst/>
                <a:gdLst>
                  <a:gd name="connsiteX0" fmla="*/ 3339 w 6128"/>
                  <a:gd name="connsiteY0" fmla="*/ 269 h 35472"/>
                  <a:gd name="connsiteX1" fmla="*/ 274 w 6128"/>
                  <a:gd name="connsiteY1" fmla="*/ 18006 h 35472"/>
                  <a:gd name="connsiteX2" fmla="*/ 3339 w 6128"/>
                  <a:gd name="connsiteY2" fmla="*/ 35742 h 35472"/>
                  <a:gd name="connsiteX3" fmla="*/ 6403 w 6128"/>
                  <a:gd name="connsiteY3" fmla="*/ 18006 h 35472"/>
                  <a:gd name="connsiteX4" fmla="*/ 3339 w 6128"/>
                  <a:gd name="connsiteY4" fmla="*/ 269 h 35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28" h="35472">
                    <a:moveTo>
                      <a:pt x="3339" y="269"/>
                    </a:moveTo>
                    <a:cubicBezTo>
                      <a:pt x="1653" y="269"/>
                      <a:pt x="274" y="8213"/>
                      <a:pt x="274" y="18006"/>
                    </a:cubicBezTo>
                    <a:cubicBezTo>
                      <a:pt x="274" y="27787"/>
                      <a:pt x="1653" y="35742"/>
                      <a:pt x="3339" y="35742"/>
                    </a:cubicBezTo>
                    <a:cubicBezTo>
                      <a:pt x="5036" y="35742"/>
                      <a:pt x="6403" y="27787"/>
                      <a:pt x="6403" y="18006"/>
                    </a:cubicBezTo>
                    <a:cubicBezTo>
                      <a:pt x="6403" y="8213"/>
                      <a:pt x="5036" y="269"/>
                      <a:pt x="3339" y="269"/>
                    </a:cubicBezTo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1D29B481-4DF8-0589-C424-10306FD57C85}"/>
                  </a:ext>
                </a:extLst>
              </p:cNvPr>
              <p:cNvSpPr/>
              <p:nvPr/>
            </p:nvSpPr>
            <p:spPr>
              <a:xfrm rot="-5400000" flipV="1">
                <a:off x="8771452" y="3326213"/>
                <a:ext cx="6128" cy="35472"/>
              </a:xfrm>
              <a:custGeom>
                <a:avLst/>
                <a:gdLst>
                  <a:gd name="connsiteX0" fmla="*/ 3346 w 6128"/>
                  <a:gd name="connsiteY0" fmla="*/ 269 h 35472"/>
                  <a:gd name="connsiteX1" fmla="*/ 282 w 6128"/>
                  <a:gd name="connsiteY1" fmla="*/ 18006 h 35472"/>
                  <a:gd name="connsiteX2" fmla="*/ 3346 w 6128"/>
                  <a:gd name="connsiteY2" fmla="*/ 35742 h 35472"/>
                  <a:gd name="connsiteX3" fmla="*/ 6410 w 6128"/>
                  <a:gd name="connsiteY3" fmla="*/ 18006 h 35472"/>
                  <a:gd name="connsiteX4" fmla="*/ 3346 w 6128"/>
                  <a:gd name="connsiteY4" fmla="*/ 269 h 35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28" h="35472">
                    <a:moveTo>
                      <a:pt x="3346" y="269"/>
                    </a:moveTo>
                    <a:cubicBezTo>
                      <a:pt x="1661" y="269"/>
                      <a:pt x="282" y="8213"/>
                      <a:pt x="282" y="18006"/>
                    </a:cubicBezTo>
                    <a:cubicBezTo>
                      <a:pt x="282" y="27787"/>
                      <a:pt x="1661" y="35742"/>
                      <a:pt x="3346" y="35742"/>
                    </a:cubicBezTo>
                    <a:cubicBezTo>
                      <a:pt x="5043" y="35742"/>
                      <a:pt x="6410" y="27787"/>
                      <a:pt x="6410" y="18006"/>
                    </a:cubicBezTo>
                    <a:cubicBezTo>
                      <a:pt x="6410" y="8213"/>
                      <a:pt x="5043" y="269"/>
                      <a:pt x="3346" y="269"/>
                    </a:cubicBezTo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3AD45329-3DCA-7920-BC9B-230131A43BB7}"/>
                  </a:ext>
                </a:extLst>
              </p:cNvPr>
              <p:cNvSpPr/>
              <p:nvPr/>
            </p:nvSpPr>
            <p:spPr>
              <a:xfrm rot="-5400000" flipV="1">
                <a:off x="8837224" y="3326213"/>
                <a:ext cx="6128" cy="35472"/>
              </a:xfrm>
              <a:custGeom>
                <a:avLst/>
                <a:gdLst>
                  <a:gd name="connsiteX0" fmla="*/ 3353 w 6128"/>
                  <a:gd name="connsiteY0" fmla="*/ 269 h 35472"/>
                  <a:gd name="connsiteX1" fmla="*/ 289 w 6128"/>
                  <a:gd name="connsiteY1" fmla="*/ 18006 h 35472"/>
                  <a:gd name="connsiteX2" fmla="*/ 3353 w 6128"/>
                  <a:gd name="connsiteY2" fmla="*/ 35742 h 35472"/>
                  <a:gd name="connsiteX3" fmla="*/ 6418 w 6128"/>
                  <a:gd name="connsiteY3" fmla="*/ 18006 h 35472"/>
                  <a:gd name="connsiteX4" fmla="*/ 3353 w 6128"/>
                  <a:gd name="connsiteY4" fmla="*/ 269 h 35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28" h="35472">
                    <a:moveTo>
                      <a:pt x="3353" y="269"/>
                    </a:moveTo>
                    <a:cubicBezTo>
                      <a:pt x="1668" y="269"/>
                      <a:pt x="289" y="8213"/>
                      <a:pt x="289" y="18006"/>
                    </a:cubicBezTo>
                    <a:cubicBezTo>
                      <a:pt x="289" y="27787"/>
                      <a:pt x="1668" y="35742"/>
                      <a:pt x="3353" y="35742"/>
                    </a:cubicBezTo>
                    <a:cubicBezTo>
                      <a:pt x="5050" y="35742"/>
                      <a:pt x="6418" y="27787"/>
                      <a:pt x="6418" y="18006"/>
                    </a:cubicBezTo>
                    <a:cubicBezTo>
                      <a:pt x="6418" y="8213"/>
                      <a:pt x="5050" y="269"/>
                      <a:pt x="3353" y="269"/>
                    </a:cubicBezTo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5AD2DF41-158F-2B0E-05FC-0E2C16EAD47A}"/>
                  </a:ext>
                </a:extLst>
              </p:cNvPr>
              <p:cNvSpPr/>
              <p:nvPr/>
            </p:nvSpPr>
            <p:spPr>
              <a:xfrm rot="-5400000" flipV="1">
                <a:off x="8902996" y="3326213"/>
                <a:ext cx="6128" cy="35472"/>
              </a:xfrm>
              <a:custGeom>
                <a:avLst/>
                <a:gdLst>
                  <a:gd name="connsiteX0" fmla="*/ 3361 w 6128"/>
                  <a:gd name="connsiteY0" fmla="*/ 269 h 35472"/>
                  <a:gd name="connsiteX1" fmla="*/ 297 w 6128"/>
                  <a:gd name="connsiteY1" fmla="*/ 18006 h 35472"/>
                  <a:gd name="connsiteX2" fmla="*/ 3361 w 6128"/>
                  <a:gd name="connsiteY2" fmla="*/ 35742 h 35472"/>
                  <a:gd name="connsiteX3" fmla="*/ 6425 w 6128"/>
                  <a:gd name="connsiteY3" fmla="*/ 18006 h 35472"/>
                  <a:gd name="connsiteX4" fmla="*/ 3361 w 6128"/>
                  <a:gd name="connsiteY4" fmla="*/ 269 h 35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28" h="35472">
                    <a:moveTo>
                      <a:pt x="3361" y="269"/>
                    </a:moveTo>
                    <a:cubicBezTo>
                      <a:pt x="1676" y="269"/>
                      <a:pt x="297" y="8213"/>
                      <a:pt x="297" y="18006"/>
                    </a:cubicBezTo>
                    <a:cubicBezTo>
                      <a:pt x="297" y="27787"/>
                      <a:pt x="1676" y="35742"/>
                      <a:pt x="3361" y="35742"/>
                    </a:cubicBezTo>
                    <a:cubicBezTo>
                      <a:pt x="5058" y="35742"/>
                      <a:pt x="6425" y="27787"/>
                      <a:pt x="6425" y="18006"/>
                    </a:cubicBezTo>
                    <a:cubicBezTo>
                      <a:pt x="6425" y="8213"/>
                      <a:pt x="5058" y="269"/>
                      <a:pt x="3361" y="269"/>
                    </a:cubicBezTo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1AE5DF05-05DA-74D6-9FE6-D16B7872C5F9}"/>
                  </a:ext>
                </a:extLst>
              </p:cNvPr>
              <p:cNvSpPr/>
              <p:nvPr/>
            </p:nvSpPr>
            <p:spPr>
              <a:xfrm rot="-5400000" flipV="1">
                <a:off x="8968768" y="3326213"/>
                <a:ext cx="6128" cy="35472"/>
              </a:xfrm>
              <a:custGeom>
                <a:avLst/>
                <a:gdLst>
                  <a:gd name="connsiteX0" fmla="*/ 3368 w 6128"/>
                  <a:gd name="connsiteY0" fmla="*/ 269 h 35472"/>
                  <a:gd name="connsiteX1" fmla="*/ 304 w 6128"/>
                  <a:gd name="connsiteY1" fmla="*/ 18006 h 35472"/>
                  <a:gd name="connsiteX2" fmla="*/ 3368 w 6128"/>
                  <a:gd name="connsiteY2" fmla="*/ 35742 h 35472"/>
                  <a:gd name="connsiteX3" fmla="*/ 6432 w 6128"/>
                  <a:gd name="connsiteY3" fmla="*/ 18006 h 35472"/>
                  <a:gd name="connsiteX4" fmla="*/ 3368 w 6128"/>
                  <a:gd name="connsiteY4" fmla="*/ 269 h 35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28" h="35472">
                    <a:moveTo>
                      <a:pt x="3368" y="269"/>
                    </a:moveTo>
                    <a:cubicBezTo>
                      <a:pt x="1683" y="269"/>
                      <a:pt x="304" y="8213"/>
                      <a:pt x="304" y="18006"/>
                    </a:cubicBezTo>
                    <a:cubicBezTo>
                      <a:pt x="304" y="27787"/>
                      <a:pt x="1683" y="35742"/>
                      <a:pt x="3368" y="35742"/>
                    </a:cubicBezTo>
                    <a:cubicBezTo>
                      <a:pt x="5065" y="35742"/>
                      <a:pt x="6432" y="27787"/>
                      <a:pt x="6432" y="18006"/>
                    </a:cubicBezTo>
                    <a:cubicBezTo>
                      <a:pt x="6432" y="8213"/>
                      <a:pt x="5065" y="269"/>
                      <a:pt x="3368" y="269"/>
                    </a:cubicBezTo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1EFDF2F8-8960-DCEC-4038-60AD22F0AB55}"/>
                  </a:ext>
                </a:extLst>
              </p:cNvPr>
              <p:cNvSpPr/>
              <p:nvPr/>
            </p:nvSpPr>
            <p:spPr>
              <a:xfrm rot="-5400000" flipV="1">
                <a:off x="9034541" y="3326213"/>
                <a:ext cx="6128" cy="35472"/>
              </a:xfrm>
              <a:custGeom>
                <a:avLst/>
                <a:gdLst>
                  <a:gd name="connsiteX0" fmla="*/ 3376 w 6128"/>
                  <a:gd name="connsiteY0" fmla="*/ 269 h 35472"/>
                  <a:gd name="connsiteX1" fmla="*/ 312 w 6128"/>
                  <a:gd name="connsiteY1" fmla="*/ 18006 h 35472"/>
                  <a:gd name="connsiteX2" fmla="*/ 3376 w 6128"/>
                  <a:gd name="connsiteY2" fmla="*/ 35742 h 35472"/>
                  <a:gd name="connsiteX3" fmla="*/ 6440 w 6128"/>
                  <a:gd name="connsiteY3" fmla="*/ 18006 h 35472"/>
                  <a:gd name="connsiteX4" fmla="*/ 3376 w 6128"/>
                  <a:gd name="connsiteY4" fmla="*/ 269 h 35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28" h="35472">
                    <a:moveTo>
                      <a:pt x="3376" y="269"/>
                    </a:moveTo>
                    <a:cubicBezTo>
                      <a:pt x="1690" y="269"/>
                      <a:pt x="312" y="8213"/>
                      <a:pt x="312" y="18006"/>
                    </a:cubicBezTo>
                    <a:cubicBezTo>
                      <a:pt x="312" y="27787"/>
                      <a:pt x="1690" y="35742"/>
                      <a:pt x="3376" y="35742"/>
                    </a:cubicBezTo>
                    <a:cubicBezTo>
                      <a:pt x="5073" y="35742"/>
                      <a:pt x="6440" y="27787"/>
                      <a:pt x="6440" y="18006"/>
                    </a:cubicBezTo>
                    <a:cubicBezTo>
                      <a:pt x="6440" y="8213"/>
                      <a:pt x="5073" y="269"/>
                      <a:pt x="3376" y="269"/>
                    </a:cubicBezTo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9CE9B65D-A14F-AD20-7C25-F7AA546FCF34}"/>
                  </a:ext>
                </a:extLst>
              </p:cNvPr>
              <p:cNvSpPr/>
              <p:nvPr/>
            </p:nvSpPr>
            <p:spPr>
              <a:xfrm rot="-5400000" flipV="1">
                <a:off x="9100313" y="3326213"/>
                <a:ext cx="6128" cy="35472"/>
              </a:xfrm>
              <a:custGeom>
                <a:avLst/>
                <a:gdLst>
                  <a:gd name="connsiteX0" fmla="*/ 3383 w 6128"/>
                  <a:gd name="connsiteY0" fmla="*/ 269 h 35472"/>
                  <a:gd name="connsiteX1" fmla="*/ 319 w 6128"/>
                  <a:gd name="connsiteY1" fmla="*/ 18006 h 35472"/>
                  <a:gd name="connsiteX2" fmla="*/ 3383 w 6128"/>
                  <a:gd name="connsiteY2" fmla="*/ 35742 h 35472"/>
                  <a:gd name="connsiteX3" fmla="*/ 6447 w 6128"/>
                  <a:gd name="connsiteY3" fmla="*/ 18006 h 35472"/>
                  <a:gd name="connsiteX4" fmla="*/ 3383 w 6128"/>
                  <a:gd name="connsiteY4" fmla="*/ 269 h 35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28" h="35472">
                    <a:moveTo>
                      <a:pt x="3383" y="269"/>
                    </a:moveTo>
                    <a:cubicBezTo>
                      <a:pt x="1698" y="269"/>
                      <a:pt x="319" y="8213"/>
                      <a:pt x="319" y="18006"/>
                    </a:cubicBezTo>
                    <a:cubicBezTo>
                      <a:pt x="319" y="27787"/>
                      <a:pt x="1698" y="35742"/>
                      <a:pt x="3383" y="35742"/>
                    </a:cubicBezTo>
                    <a:cubicBezTo>
                      <a:pt x="5080" y="35742"/>
                      <a:pt x="6447" y="27787"/>
                      <a:pt x="6447" y="18006"/>
                    </a:cubicBezTo>
                    <a:cubicBezTo>
                      <a:pt x="6447" y="8213"/>
                      <a:pt x="5080" y="269"/>
                      <a:pt x="3383" y="269"/>
                    </a:cubicBezTo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6FC70C71-FFB2-389F-B0DD-A797CCCFC4EC}"/>
                  </a:ext>
                </a:extLst>
              </p:cNvPr>
              <p:cNvSpPr/>
              <p:nvPr/>
            </p:nvSpPr>
            <p:spPr>
              <a:xfrm flipV="1">
                <a:off x="7471846" y="1920177"/>
                <a:ext cx="223326" cy="839329"/>
              </a:xfrm>
              <a:custGeom>
                <a:avLst/>
                <a:gdLst>
                  <a:gd name="connsiteX0" fmla="*/ 36 w 223326"/>
                  <a:gd name="connsiteY0" fmla="*/ -227 h 839329"/>
                  <a:gd name="connsiteX1" fmla="*/ 223363 w 223326"/>
                  <a:gd name="connsiteY1" fmla="*/ -227 h 839329"/>
                  <a:gd name="connsiteX2" fmla="*/ 223363 w 223326"/>
                  <a:gd name="connsiteY2" fmla="*/ 839102 h 839329"/>
                  <a:gd name="connsiteX3" fmla="*/ 36 w 223326"/>
                  <a:gd name="connsiteY3" fmla="*/ 839102 h 83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3326" h="839329">
                    <a:moveTo>
                      <a:pt x="36" y="-227"/>
                    </a:moveTo>
                    <a:lnTo>
                      <a:pt x="223363" y="-227"/>
                    </a:lnTo>
                    <a:lnTo>
                      <a:pt x="223363" y="839102"/>
                    </a:lnTo>
                    <a:lnTo>
                      <a:pt x="36" y="839102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8D9B6DCA-FEF7-C913-395E-16D690EE40CF}"/>
                  </a:ext>
                </a:extLst>
              </p:cNvPr>
              <p:cNvSpPr/>
              <p:nvPr/>
            </p:nvSpPr>
            <p:spPr>
              <a:xfrm rot="10800000" flipV="1">
                <a:off x="7410434" y="1907944"/>
                <a:ext cx="223326" cy="839329"/>
              </a:xfrm>
              <a:custGeom>
                <a:avLst/>
                <a:gdLst>
                  <a:gd name="connsiteX0" fmla="*/ 35 w 223326"/>
                  <a:gd name="connsiteY0" fmla="*/ -230 h 839329"/>
                  <a:gd name="connsiteX1" fmla="*/ 223361 w 223326"/>
                  <a:gd name="connsiteY1" fmla="*/ -230 h 839329"/>
                  <a:gd name="connsiteX2" fmla="*/ 223361 w 223326"/>
                  <a:gd name="connsiteY2" fmla="*/ 839100 h 839329"/>
                  <a:gd name="connsiteX3" fmla="*/ 35 w 223326"/>
                  <a:gd name="connsiteY3" fmla="*/ 839100 h 83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3326" h="839329">
                    <a:moveTo>
                      <a:pt x="35" y="-230"/>
                    </a:moveTo>
                    <a:lnTo>
                      <a:pt x="223361" y="-230"/>
                    </a:lnTo>
                    <a:lnTo>
                      <a:pt x="223361" y="839100"/>
                    </a:lnTo>
                    <a:lnTo>
                      <a:pt x="35" y="839100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BAD61828-596D-A492-0F15-1307905C093A}"/>
                  </a:ext>
                </a:extLst>
              </p:cNvPr>
              <p:cNvSpPr/>
              <p:nvPr/>
            </p:nvSpPr>
            <p:spPr>
              <a:xfrm rot="10800000" flipV="1">
                <a:off x="7379652" y="1924089"/>
                <a:ext cx="46126" cy="17925"/>
              </a:xfrm>
              <a:custGeom>
                <a:avLst/>
                <a:gdLst>
                  <a:gd name="connsiteX0" fmla="*/ 31 w 46126"/>
                  <a:gd name="connsiteY0" fmla="*/ -308 h 17925"/>
                  <a:gd name="connsiteX1" fmla="*/ 46158 w 46126"/>
                  <a:gd name="connsiteY1" fmla="*/ -308 h 17925"/>
                  <a:gd name="connsiteX2" fmla="*/ 46158 w 46126"/>
                  <a:gd name="connsiteY2" fmla="*/ 17617 h 17925"/>
                  <a:gd name="connsiteX3" fmla="*/ 31 w 46126"/>
                  <a:gd name="connsiteY3" fmla="*/ 17617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31" y="-308"/>
                    </a:moveTo>
                    <a:lnTo>
                      <a:pt x="46158" y="-308"/>
                    </a:lnTo>
                    <a:lnTo>
                      <a:pt x="46158" y="17617"/>
                    </a:lnTo>
                    <a:lnTo>
                      <a:pt x="31" y="17617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61D5009D-0B62-8767-904F-3057DC0808A9}"/>
                  </a:ext>
                </a:extLst>
              </p:cNvPr>
              <p:cNvSpPr/>
              <p:nvPr/>
            </p:nvSpPr>
            <p:spPr>
              <a:xfrm rot="10800000" flipV="1">
                <a:off x="7379652" y="1971724"/>
                <a:ext cx="46126" cy="17925"/>
              </a:xfrm>
              <a:custGeom>
                <a:avLst/>
                <a:gdLst>
                  <a:gd name="connsiteX0" fmla="*/ 31 w 46126"/>
                  <a:gd name="connsiteY0" fmla="*/ -298 h 17925"/>
                  <a:gd name="connsiteX1" fmla="*/ 46158 w 46126"/>
                  <a:gd name="connsiteY1" fmla="*/ -298 h 17925"/>
                  <a:gd name="connsiteX2" fmla="*/ 46158 w 46126"/>
                  <a:gd name="connsiteY2" fmla="*/ 17627 h 17925"/>
                  <a:gd name="connsiteX3" fmla="*/ 31 w 46126"/>
                  <a:gd name="connsiteY3" fmla="*/ 17627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31" y="-298"/>
                    </a:moveTo>
                    <a:lnTo>
                      <a:pt x="46158" y="-298"/>
                    </a:lnTo>
                    <a:lnTo>
                      <a:pt x="46158" y="17627"/>
                    </a:lnTo>
                    <a:lnTo>
                      <a:pt x="31" y="17627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889F24B1-33AD-8CE0-B691-B0046D51DBEE}"/>
                  </a:ext>
                </a:extLst>
              </p:cNvPr>
              <p:cNvSpPr/>
              <p:nvPr/>
            </p:nvSpPr>
            <p:spPr>
              <a:xfrm rot="10800000" flipV="1">
                <a:off x="7379652" y="2019359"/>
                <a:ext cx="46126" cy="17925"/>
              </a:xfrm>
              <a:custGeom>
                <a:avLst/>
                <a:gdLst>
                  <a:gd name="connsiteX0" fmla="*/ 31 w 46126"/>
                  <a:gd name="connsiteY0" fmla="*/ -289 h 17925"/>
                  <a:gd name="connsiteX1" fmla="*/ 46158 w 46126"/>
                  <a:gd name="connsiteY1" fmla="*/ -289 h 17925"/>
                  <a:gd name="connsiteX2" fmla="*/ 46158 w 46126"/>
                  <a:gd name="connsiteY2" fmla="*/ 17636 h 17925"/>
                  <a:gd name="connsiteX3" fmla="*/ 31 w 46126"/>
                  <a:gd name="connsiteY3" fmla="*/ 17636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31" y="-289"/>
                    </a:moveTo>
                    <a:lnTo>
                      <a:pt x="46158" y="-289"/>
                    </a:lnTo>
                    <a:lnTo>
                      <a:pt x="46158" y="17636"/>
                    </a:lnTo>
                    <a:lnTo>
                      <a:pt x="31" y="17636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475BD643-39CB-7D9E-F58E-665A2B69DA70}"/>
                  </a:ext>
                </a:extLst>
              </p:cNvPr>
              <p:cNvSpPr/>
              <p:nvPr/>
            </p:nvSpPr>
            <p:spPr>
              <a:xfrm rot="10800000" flipV="1">
                <a:off x="7379652" y="2066995"/>
                <a:ext cx="46126" cy="17925"/>
              </a:xfrm>
              <a:custGeom>
                <a:avLst/>
                <a:gdLst>
                  <a:gd name="connsiteX0" fmla="*/ 31 w 46126"/>
                  <a:gd name="connsiteY0" fmla="*/ -280 h 17925"/>
                  <a:gd name="connsiteX1" fmla="*/ 46158 w 46126"/>
                  <a:gd name="connsiteY1" fmla="*/ -280 h 17925"/>
                  <a:gd name="connsiteX2" fmla="*/ 46158 w 46126"/>
                  <a:gd name="connsiteY2" fmla="*/ 17645 h 17925"/>
                  <a:gd name="connsiteX3" fmla="*/ 31 w 46126"/>
                  <a:gd name="connsiteY3" fmla="*/ 17645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31" y="-280"/>
                    </a:moveTo>
                    <a:lnTo>
                      <a:pt x="46158" y="-280"/>
                    </a:lnTo>
                    <a:lnTo>
                      <a:pt x="46158" y="17645"/>
                    </a:lnTo>
                    <a:lnTo>
                      <a:pt x="31" y="17645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BA46F25A-10B3-38AD-77CC-2E3EEAE44989}"/>
                  </a:ext>
                </a:extLst>
              </p:cNvPr>
              <p:cNvSpPr/>
              <p:nvPr/>
            </p:nvSpPr>
            <p:spPr>
              <a:xfrm rot="10800000" flipV="1">
                <a:off x="7379652" y="2114630"/>
                <a:ext cx="46126" cy="17925"/>
              </a:xfrm>
              <a:custGeom>
                <a:avLst/>
                <a:gdLst>
                  <a:gd name="connsiteX0" fmla="*/ 31 w 46126"/>
                  <a:gd name="connsiteY0" fmla="*/ -270 h 17925"/>
                  <a:gd name="connsiteX1" fmla="*/ 46158 w 46126"/>
                  <a:gd name="connsiteY1" fmla="*/ -270 h 17925"/>
                  <a:gd name="connsiteX2" fmla="*/ 46158 w 46126"/>
                  <a:gd name="connsiteY2" fmla="*/ 17655 h 17925"/>
                  <a:gd name="connsiteX3" fmla="*/ 31 w 46126"/>
                  <a:gd name="connsiteY3" fmla="*/ 17655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31" y="-270"/>
                    </a:moveTo>
                    <a:lnTo>
                      <a:pt x="46158" y="-270"/>
                    </a:lnTo>
                    <a:lnTo>
                      <a:pt x="46158" y="17655"/>
                    </a:lnTo>
                    <a:lnTo>
                      <a:pt x="31" y="17655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FAA781C-583F-7308-152B-72BECD7C8AEB}"/>
                  </a:ext>
                </a:extLst>
              </p:cNvPr>
              <p:cNvSpPr/>
              <p:nvPr/>
            </p:nvSpPr>
            <p:spPr>
              <a:xfrm rot="10800000" flipV="1">
                <a:off x="7379652" y="2162265"/>
                <a:ext cx="46126" cy="17925"/>
              </a:xfrm>
              <a:custGeom>
                <a:avLst/>
                <a:gdLst>
                  <a:gd name="connsiteX0" fmla="*/ 31 w 46126"/>
                  <a:gd name="connsiteY0" fmla="*/ -261 h 17925"/>
                  <a:gd name="connsiteX1" fmla="*/ 46158 w 46126"/>
                  <a:gd name="connsiteY1" fmla="*/ -261 h 17925"/>
                  <a:gd name="connsiteX2" fmla="*/ 46158 w 46126"/>
                  <a:gd name="connsiteY2" fmla="*/ 17664 h 17925"/>
                  <a:gd name="connsiteX3" fmla="*/ 31 w 46126"/>
                  <a:gd name="connsiteY3" fmla="*/ 17664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31" y="-261"/>
                    </a:moveTo>
                    <a:lnTo>
                      <a:pt x="46158" y="-261"/>
                    </a:lnTo>
                    <a:lnTo>
                      <a:pt x="46158" y="17664"/>
                    </a:lnTo>
                    <a:lnTo>
                      <a:pt x="31" y="1766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F50D4EB6-9A9B-5ACC-4C82-805DB7198A38}"/>
                  </a:ext>
                </a:extLst>
              </p:cNvPr>
              <p:cNvSpPr/>
              <p:nvPr/>
            </p:nvSpPr>
            <p:spPr>
              <a:xfrm rot="10800000" flipV="1">
                <a:off x="7379652" y="2209912"/>
                <a:ext cx="46126" cy="17913"/>
              </a:xfrm>
              <a:custGeom>
                <a:avLst/>
                <a:gdLst>
                  <a:gd name="connsiteX0" fmla="*/ 31 w 46126"/>
                  <a:gd name="connsiteY0" fmla="*/ -251 h 17913"/>
                  <a:gd name="connsiteX1" fmla="*/ 46158 w 46126"/>
                  <a:gd name="connsiteY1" fmla="*/ -251 h 17913"/>
                  <a:gd name="connsiteX2" fmla="*/ 46158 w 46126"/>
                  <a:gd name="connsiteY2" fmla="*/ 17662 h 17913"/>
                  <a:gd name="connsiteX3" fmla="*/ 31 w 46126"/>
                  <a:gd name="connsiteY3" fmla="*/ 17662 h 17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13">
                    <a:moveTo>
                      <a:pt x="31" y="-251"/>
                    </a:moveTo>
                    <a:lnTo>
                      <a:pt x="46158" y="-251"/>
                    </a:lnTo>
                    <a:lnTo>
                      <a:pt x="46158" y="17662"/>
                    </a:lnTo>
                    <a:lnTo>
                      <a:pt x="31" y="17662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808E9D34-3BF2-397D-2269-C5C718402F40}"/>
                  </a:ext>
                </a:extLst>
              </p:cNvPr>
              <p:cNvSpPr/>
              <p:nvPr/>
            </p:nvSpPr>
            <p:spPr>
              <a:xfrm rot="10800000" flipV="1">
                <a:off x="7379652" y="2257547"/>
                <a:ext cx="46126" cy="17925"/>
              </a:xfrm>
              <a:custGeom>
                <a:avLst/>
                <a:gdLst>
                  <a:gd name="connsiteX0" fmla="*/ 31 w 46126"/>
                  <a:gd name="connsiteY0" fmla="*/ -242 h 17925"/>
                  <a:gd name="connsiteX1" fmla="*/ 46158 w 46126"/>
                  <a:gd name="connsiteY1" fmla="*/ -242 h 17925"/>
                  <a:gd name="connsiteX2" fmla="*/ 46158 w 46126"/>
                  <a:gd name="connsiteY2" fmla="*/ 17683 h 17925"/>
                  <a:gd name="connsiteX3" fmla="*/ 31 w 46126"/>
                  <a:gd name="connsiteY3" fmla="*/ 17683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31" y="-242"/>
                    </a:moveTo>
                    <a:lnTo>
                      <a:pt x="46158" y="-242"/>
                    </a:lnTo>
                    <a:lnTo>
                      <a:pt x="46158" y="17683"/>
                    </a:lnTo>
                    <a:lnTo>
                      <a:pt x="31" y="17683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9E414D4C-EFF8-636D-89A9-FD142E37C08B}"/>
                  </a:ext>
                </a:extLst>
              </p:cNvPr>
              <p:cNvSpPr/>
              <p:nvPr/>
            </p:nvSpPr>
            <p:spPr>
              <a:xfrm rot="10800000" flipV="1">
                <a:off x="7379652" y="2305182"/>
                <a:ext cx="46126" cy="17925"/>
              </a:xfrm>
              <a:custGeom>
                <a:avLst/>
                <a:gdLst>
                  <a:gd name="connsiteX0" fmla="*/ 31 w 46126"/>
                  <a:gd name="connsiteY0" fmla="*/ -233 h 17925"/>
                  <a:gd name="connsiteX1" fmla="*/ 46158 w 46126"/>
                  <a:gd name="connsiteY1" fmla="*/ -233 h 17925"/>
                  <a:gd name="connsiteX2" fmla="*/ 46158 w 46126"/>
                  <a:gd name="connsiteY2" fmla="*/ 17692 h 17925"/>
                  <a:gd name="connsiteX3" fmla="*/ 31 w 46126"/>
                  <a:gd name="connsiteY3" fmla="*/ 17692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31" y="-233"/>
                    </a:moveTo>
                    <a:lnTo>
                      <a:pt x="46158" y="-233"/>
                    </a:lnTo>
                    <a:lnTo>
                      <a:pt x="46158" y="17692"/>
                    </a:lnTo>
                    <a:lnTo>
                      <a:pt x="31" y="17692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85638948-623C-4942-CB3D-90A64E394DFA}"/>
                  </a:ext>
                </a:extLst>
              </p:cNvPr>
              <p:cNvSpPr/>
              <p:nvPr/>
            </p:nvSpPr>
            <p:spPr>
              <a:xfrm rot="10800000" flipV="1">
                <a:off x="7379652" y="2352817"/>
                <a:ext cx="46126" cy="17925"/>
              </a:xfrm>
              <a:custGeom>
                <a:avLst/>
                <a:gdLst>
                  <a:gd name="connsiteX0" fmla="*/ 31 w 46126"/>
                  <a:gd name="connsiteY0" fmla="*/ -223 h 17925"/>
                  <a:gd name="connsiteX1" fmla="*/ 46158 w 46126"/>
                  <a:gd name="connsiteY1" fmla="*/ -223 h 17925"/>
                  <a:gd name="connsiteX2" fmla="*/ 46158 w 46126"/>
                  <a:gd name="connsiteY2" fmla="*/ 17702 h 17925"/>
                  <a:gd name="connsiteX3" fmla="*/ 31 w 46126"/>
                  <a:gd name="connsiteY3" fmla="*/ 17702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31" y="-223"/>
                    </a:moveTo>
                    <a:lnTo>
                      <a:pt x="46158" y="-223"/>
                    </a:lnTo>
                    <a:lnTo>
                      <a:pt x="46158" y="17702"/>
                    </a:lnTo>
                    <a:lnTo>
                      <a:pt x="31" y="17702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7FEA0607-2013-444E-7CC3-F5C1D38BFD12}"/>
                  </a:ext>
                </a:extLst>
              </p:cNvPr>
              <p:cNvSpPr/>
              <p:nvPr/>
            </p:nvSpPr>
            <p:spPr>
              <a:xfrm rot="10800000" flipV="1">
                <a:off x="7379652" y="2400452"/>
                <a:ext cx="46126" cy="17925"/>
              </a:xfrm>
              <a:custGeom>
                <a:avLst/>
                <a:gdLst>
                  <a:gd name="connsiteX0" fmla="*/ 31 w 46126"/>
                  <a:gd name="connsiteY0" fmla="*/ -213 h 17925"/>
                  <a:gd name="connsiteX1" fmla="*/ 46158 w 46126"/>
                  <a:gd name="connsiteY1" fmla="*/ -213 h 17925"/>
                  <a:gd name="connsiteX2" fmla="*/ 46158 w 46126"/>
                  <a:gd name="connsiteY2" fmla="*/ 17711 h 17925"/>
                  <a:gd name="connsiteX3" fmla="*/ 31 w 46126"/>
                  <a:gd name="connsiteY3" fmla="*/ 17711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31" y="-213"/>
                    </a:moveTo>
                    <a:lnTo>
                      <a:pt x="46158" y="-213"/>
                    </a:lnTo>
                    <a:lnTo>
                      <a:pt x="46158" y="17711"/>
                    </a:lnTo>
                    <a:lnTo>
                      <a:pt x="31" y="17711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A32F2802-97D5-B7DE-EEE5-AF469C76BBC5}"/>
                  </a:ext>
                </a:extLst>
              </p:cNvPr>
              <p:cNvSpPr/>
              <p:nvPr/>
            </p:nvSpPr>
            <p:spPr>
              <a:xfrm rot="10800000" flipV="1">
                <a:off x="7379652" y="2448087"/>
                <a:ext cx="46126" cy="17925"/>
              </a:xfrm>
              <a:custGeom>
                <a:avLst/>
                <a:gdLst>
                  <a:gd name="connsiteX0" fmla="*/ 31 w 46126"/>
                  <a:gd name="connsiteY0" fmla="*/ -204 h 17925"/>
                  <a:gd name="connsiteX1" fmla="*/ 46158 w 46126"/>
                  <a:gd name="connsiteY1" fmla="*/ -204 h 17925"/>
                  <a:gd name="connsiteX2" fmla="*/ 46158 w 46126"/>
                  <a:gd name="connsiteY2" fmla="*/ 17721 h 17925"/>
                  <a:gd name="connsiteX3" fmla="*/ 31 w 46126"/>
                  <a:gd name="connsiteY3" fmla="*/ 17721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31" y="-204"/>
                    </a:moveTo>
                    <a:lnTo>
                      <a:pt x="46158" y="-204"/>
                    </a:lnTo>
                    <a:lnTo>
                      <a:pt x="46158" y="17721"/>
                    </a:lnTo>
                    <a:lnTo>
                      <a:pt x="31" y="17721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2E2A34EC-0CCF-2621-678A-98F3E5A7DF8E}"/>
                  </a:ext>
                </a:extLst>
              </p:cNvPr>
              <p:cNvSpPr/>
              <p:nvPr/>
            </p:nvSpPr>
            <p:spPr>
              <a:xfrm rot="10800000" flipV="1">
                <a:off x="7379652" y="2495722"/>
                <a:ext cx="46126" cy="17925"/>
              </a:xfrm>
              <a:custGeom>
                <a:avLst/>
                <a:gdLst>
                  <a:gd name="connsiteX0" fmla="*/ 31 w 46126"/>
                  <a:gd name="connsiteY0" fmla="*/ -195 h 17925"/>
                  <a:gd name="connsiteX1" fmla="*/ 46158 w 46126"/>
                  <a:gd name="connsiteY1" fmla="*/ -195 h 17925"/>
                  <a:gd name="connsiteX2" fmla="*/ 46158 w 46126"/>
                  <a:gd name="connsiteY2" fmla="*/ 17730 h 17925"/>
                  <a:gd name="connsiteX3" fmla="*/ 31 w 46126"/>
                  <a:gd name="connsiteY3" fmla="*/ 17730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31" y="-195"/>
                    </a:moveTo>
                    <a:lnTo>
                      <a:pt x="46158" y="-195"/>
                    </a:lnTo>
                    <a:lnTo>
                      <a:pt x="46158" y="17730"/>
                    </a:lnTo>
                    <a:lnTo>
                      <a:pt x="31" y="17730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2E27CCD5-B059-6F68-9532-6AD72C04502D}"/>
                  </a:ext>
                </a:extLst>
              </p:cNvPr>
              <p:cNvSpPr/>
              <p:nvPr/>
            </p:nvSpPr>
            <p:spPr>
              <a:xfrm rot="10800000" flipV="1">
                <a:off x="7379652" y="2543357"/>
                <a:ext cx="46126" cy="17925"/>
              </a:xfrm>
              <a:custGeom>
                <a:avLst/>
                <a:gdLst>
                  <a:gd name="connsiteX0" fmla="*/ 31 w 46126"/>
                  <a:gd name="connsiteY0" fmla="*/ -185 h 17925"/>
                  <a:gd name="connsiteX1" fmla="*/ 46158 w 46126"/>
                  <a:gd name="connsiteY1" fmla="*/ -185 h 17925"/>
                  <a:gd name="connsiteX2" fmla="*/ 46158 w 46126"/>
                  <a:gd name="connsiteY2" fmla="*/ 17740 h 17925"/>
                  <a:gd name="connsiteX3" fmla="*/ 31 w 46126"/>
                  <a:gd name="connsiteY3" fmla="*/ 17740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31" y="-185"/>
                    </a:moveTo>
                    <a:lnTo>
                      <a:pt x="46158" y="-185"/>
                    </a:lnTo>
                    <a:lnTo>
                      <a:pt x="46158" y="17740"/>
                    </a:lnTo>
                    <a:lnTo>
                      <a:pt x="31" y="17740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D8CDAEB9-13E2-1278-4CEC-E059FF6C8EAB}"/>
                  </a:ext>
                </a:extLst>
              </p:cNvPr>
              <p:cNvSpPr/>
              <p:nvPr/>
            </p:nvSpPr>
            <p:spPr>
              <a:xfrm rot="10800000" flipV="1">
                <a:off x="7379652" y="2590992"/>
                <a:ext cx="46126" cy="17925"/>
              </a:xfrm>
              <a:custGeom>
                <a:avLst/>
                <a:gdLst>
                  <a:gd name="connsiteX0" fmla="*/ 31 w 46126"/>
                  <a:gd name="connsiteY0" fmla="*/ -176 h 17925"/>
                  <a:gd name="connsiteX1" fmla="*/ 46158 w 46126"/>
                  <a:gd name="connsiteY1" fmla="*/ -176 h 17925"/>
                  <a:gd name="connsiteX2" fmla="*/ 46158 w 46126"/>
                  <a:gd name="connsiteY2" fmla="*/ 17749 h 17925"/>
                  <a:gd name="connsiteX3" fmla="*/ 31 w 46126"/>
                  <a:gd name="connsiteY3" fmla="*/ 17749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31" y="-176"/>
                    </a:moveTo>
                    <a:lnTo>
                      <a:pt x="46158" y="-176"/>
                    </a:lnTo>
                    <a:lnTo>
                      <a:pt x="46158" y="17749"/>
                    </a:lnTo>
                    <a:lnTo>
                      <a:pt x="31" y="17749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6847E05E-40C7-79BF-26CA-4B918C94A4B2}"/>
                  </a:ext>
                </a:extLst>
              </p:cNvPr>
              <p:cNvSpPr/>
              <p:nvPr/>
            </p:nvSpPr>
            <p:spPr>
              <a:xfrm rot="10800000" flipV="1">
                <a:off x="7379652" y="2638627"/>
                <a:ext cx="46126" cy="17925"/>
              </a:xfrm>
              <a:custGeom>
                <a:avLst/>
                <a:gdLst>
                  <a:gd name="connsiteX0" fmla="*/ 31 w 46126"/>
                  <a:gd name="connsiteY0" fmla="*/ -166 h 17925"/>
                  <a:gd name="connsiteX1" fmla="*/ 46158 w 46126"/>
                  <a:gd name="connsiteY1" fmla="*/ -166 h 17925"/>
                  <a:gd name="connsiteX2" fmla="*/ 46158 w 46126"/>
                  <a:gd name="connsiteY2" fmla="*/ 17759 h 17925"/>
                  <a:gd name="connsiteX3" fmla="*/ 31 w 46126"/>
                  <a:gd name="connsiteY3" fmla="*/ 17759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31" y="-166"/>
                    </a:moveTo>
                    <a:lnTo>
                      <a:pt x="46158" y="-166"/>
                    </a:lnTo>
                    <a:lnTo>
                      <a:pt x="46158" y="17759"/>
                    </a:lnTo>
                    <a:lnTo>
                      <a:pt x="31" y="17759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BDEE14CE-417C-258C-6688-560FBB0FCEB5}"/>
                  </a:ext>
                </a:extLst>
              </p:cNvPr>
              <p:cNvSpPr/>
              <p:nvPr/>
            </p:nvSpPr>
            <p:spPr>
              <a:xfrm rot="10800000" flipV="1">
                <a:off x="7379652" y="2686262"/>
                <a:ext cx="46126" cy="17925"/>
              </a:xfrm>
              <a:custGeom>
                <a:avLst/>
                <a:gdLst>
                  <a:gd name="connsiteX0" fmla="*/ 31 w 46126"/>
                  <a:gd name="connsiteY0" fmla="*/ -157 h 17925"/>
                  <a:gd name="connsiteX1" fmla="*/ 46158 w 46126"/>
                  <a:gd name="connsiteY1" fmla="*/ -157 h 17925"/>
                  <a:gd name="connsiteX2" fmla="*/ 46158 w 46126"/>
                  <a:gd name="connsiteY2" fmla="*/ 17768 h 17925"/>
                  <a:gd name="connsiteX3" fmla="*/ 31 w 46126"/>
                  <a:gd name="connsiteY3" fmla="*/ 17768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31" y="-157"/>
                    </a:moveTo>
                    <a:lnTo>
                      <a:pt x="46158" y="-157"/>
                    </a:lnTo>
                    <a:lnTo>
                      <a:pt x="46158" y="17768"/>
                    </a:lnTo>
                    <a:lnTo>
                      <a:pt x="31" y="17768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28A94EB9-C8B6-F68F-93AD-A00994647317}"/>
                  </a:ext>
                </a:extLst>
              </p:cNvPr>
              <p:cNvSpPr/>
              <p:nvPr/>
            </p:nvSpPr>
            <p:spPr>
              <a:xfrm rot="-5400000" flipV="1">
                <a:off x="7562838" y="1932824"/>
                <a:ext cx="41353" cy="41353"/>
              </a:xfrm>
              <a:custGeom>
                <a:avLst/>
                <a:gdLst>
                  <a:gd name="connsiteX0" fmla="*/ 20830 w 41353"/>
                  <a:gd name="connsiteY0" fmla="*/ 112 h 41353"/>
                  <a:gd name="connsiteX1" fmla="*/ 147 w 41353"/>
                  <a:gd name="connsiteY1" fmla="*/ 20795 h 41353"/>
                  <a:gd name="connsiteX2" fmla="*/ 20830 w 41353"/>
                  <a:gd name="connsiteY2" fmla="*/ 41466 h 41353"/>
                  <a:gd name="connsiteX3" fmla="*/ 41501 w 41353"/>
                  <a:gd name="connsiteY3" fmla="*/ 20795 h 41353"/>
                  <a:gd name="connsiteX4" fmla="*/ 20830 w 41353"/>
                  <a:gd name="connsiteY4" fmla="*/ 112 h 41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353" h="41353">
                    <a:moveTo>
                      <a:pt x="20830" y="112"/>
                    </a:moveTo>
                    <a:cubicBezTo>
                      <a:pt x="9410" y="112"/>
                      <a:pt x="147" y="9375"/>
                      <a:pt x="147" y="20795"/>
                    </a:cubicBezTo>
                    <a:cubicBezTo>
                      <a:pt x="147" y="32215"/>
                      <a:pt x="9410" y="41466"/>
                      <a:pt x="20830" y="41466"/>
                    </a:cubicBezTo>
                    <a:cubicBezTo>
                      <a:pt x="32250" y="41466"/>
                      <a:pt x="41501" y="32215"/>
                      <a:pt x="41501" y="20795"/>
                    </a:cubicBezTo>
                    <a:cubicBezTo>
                      <a:pt x="41501" y="9375"/>
                      <a:pt x="32250" y="112"/>
                      <a:pt x="20830" y="112"/>
                    </a:cubicBezTo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E3FB4C74-4601-3397-A05A-84AC627ED572}"/>
                  </a:ext>
                </a:extLst>
              </p:cNvPr>
              <p:cNvSpPr/>
              <p:nvPr/>
            </p:nvSpPr>
            <p:spPr>
              <a:xfrm rot="10800000" flipV="1">
                <a:off x="8550801" y="2017073"/>
                <a:ext cx="621047" cy="621047"/>
              </a:xfrm>
              <a:custGeom>
                <a:avLst/>
                <a:gdLst>
                  <a:gd name="connsiteX0" fmla="*/ 73 w 621047"/>
                  <a:gd name="connsiteY0" fmla="*/ -230 h 621047"/>
                  <a:gd name="connsiteX1" fmla="*/ 621120 w 621047"/>
                  <a:gd name="connsiteY1" fmla="*/ -230 h 621047"/>
                  <a:gd name="connsiteX2" fmla="*/ 621120 w 621047"/>
                  <a:gd name="connsiteY2" fmla="*/ 620818 h 621047"/>
                  <a:gd name="connsiteX3" fmla="*/ 73 w 621047"/>
                  <a:gd name="connsiteY3" fmla="*/ 620818 h 621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1047" h="621047">
                    <a:moveTo>
                      <a:pt x="73" y="-230"/>
                    </a:moveTo>
                    <a:lnTo>
                      <a:pt x="621120" y="-230"/>
                    </a:lnTo>
                    <a:lnTo>
                      <a:pt x="621120" y="620818"/>
                    </a:lnTo>
                    <a:lnTo>
                      <a:pt x="73" y="620818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F214BAA3-B338-DC52-93C1-2B34FA3E9FE3}"/>
                  </a:ext>
                </a:extLst>
              </p:cNvPr>
              <p:cNvSpPr/>
              <p:nvPr/>
            </p:nvSpPr>
            <p:spPr>
              <a:xfrm rot="10800000" flipV="1">
                <a:off x="8590115" y="1994022"/>
                <a:ext cx="17925" cy="46126"/>
              </a:xfrm>
              <a:custGeom>
                <a:avLst/>
                <a:gdLst>
                  <a:gd name="connsiteX0" fmla="*/ 65 w 17925"/>
                  <a:gd name="connsiteY0" fmla="*/ -291 h 46126"/>
                  <a:gd name="connsiteX1" fmla="*/ 17990 w 17925"/>
                  <a:gd name="connsiteY1" fmla="*/ -291 h 46126"/>
                  <a:gd name="connsiteX2" fmla="*/ 17990 w 17925"/>
                  <a:gd name="connsiteY2" fmla="*/ 45835 h 46126"/>
                  <a:gd name="connsiteX3" fmla="*/ 65 w 17925"/>
                  <a:gd name="connsiteY3" fmla="*/ 45835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65" y="-291"/>
                    </a:moveTo>
                    <a:lnTo>
                      <a:pt x="17990" y="-291"/>
                    </a:lnTo>
                    <a:lnTo>
                      <a:pt x="17990" y="45835"/>
                    </a:lnTo>
                    <a:lnTo>
                      <a:pt x="65" y="45835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005311D8-AA01-CD65-78AD-42C8459A2F49}"/>
                  </a:ext>
                </a:extLst>
              </p:cNvPr>
              <p:cNvSpPr/>
              <p:nvPr/>
            </p:nvSpPr>
            <p:spPr>
              <a:xfrm rot="10800000" flipV="1">
                <a:off x="8637904" y="1994022"/>
                <a:ext cx="17925" cy="46126"/>
              </a:xfrm>
              <a:custGeom>
                <a:avLst/>
                <a:gdLst>
                  <a:gd name="connsiteX0" fmla="*/ 66 w 17925"/>
                  <a:gd name="connsiteY0" fmla="*/ -291 h 46126"/>
                  <a:gd name="connsiteX1" fmla="*/ 17991 w 17925"/>
                  <a:gd name="connsiteY1" fmla="*/ -291 h 46126"/>
                  <a:gd name="connsiteX2" fmla="*/ 17991 w 17925"/>
                  <a:gd name="connsiteY2" fmla="*/ 45835 h 46126"/>
                  <a:gd name="connsiteX3" fmla="*/ 66 w 17925"/>
                  <a:gd name="connsiteY3" fmla="*/ 45835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66" y="-291"/>
                    </a:moveTo>
                    <a:lnTo>
                      <a:pt x="17991" y="-291"/>
                    </a:lnTo>
                    <a:lnTo>
                      <a:pt x="17991" y="45835"/>
                    </a:lnTo>
                    <a:lnTo>
                      <a:pt x="66" y="45835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5DB175F4-D457-CF84-B990-EE954691CE9D}"/>
                  </a:ext>
                </a:extLst>
              </p:cNvPr>
              <p:cNvSpPr/>
              <p:nvPr/>
            </p:nvSpPr>
            <p:spPr>
              <a:xfrm rot="10800000" flipV="1">
                <a:off x="8685692" y="1994022"/>
                <a:ext cx="17925" cy="46126"/>
              </a:xfrm>
              <a:custGeom>
                <a:avLst/>
                <a:gdLst>
                  <a:gd name="connsiteX0" fmla="*/ 68 w 17925"/>
                  <a:gd name="connsiteY0" fmla="*/ -291 h 46126"/>
                  <a:gd name="connsiteX1" fmla="*/ 17993 w 17925"/>
                  <a:gd name="connsiteY1" fmla="*/ -291 h 46126"/>
                  <a:gd name="connsiteX2" fmla="*/ 17993 w 17925"/>
                  <a:gd name="connsiteY2" fmla="*/ 45835 h 46126"/>
                  <a:gd name="connsiteX3" fmla="*/ 68 w 17925"/>
                  <a:gd name="connsiteY3" fmla="*/ 45835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68" y="-291"/>
                    </a:moveTo>
                    <a:lnTo>
                      <a:pt x="17993" y="-291"/>
                    </a:lnTo>
                    <a:lnTo>
                      <a:pt x="17993" y="45835"/>
                    </a:lnTo>
                    <a:lnTo>
                      <a:pt x="68" y="45835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57DE02C7-B904-60E7-B22D-1225314CF846}"/>
                  </a:ext>
                </a:extLst>
              </p:cNvPr>
              <p:cNvSpPr/>
              <p:nvPr/>
            </p:nvSpPr>
            <p:spPr>
              <a:xfrm rot="10800000" flipV="1">
                <a:off x="8733480" y="1994022"/>
                <a:ext cx="17925" cy="46126"/>
              </a:xfrm>
              <a:custGeom>
                <a:avLst/>
                <a:gdLst>
                  <a:gd name="connsiteX0" fmla="*/ 69 w 17925"/>
                  <a:gd name="connsiteY0" fmla="*/ -291 h 46126"/>
                  <a:gd name="connsiteX1" fmla="*/ 17994 w 17925"/>
                  <a:gd name="connsiteY1" fmla="*/ -291 h 46126"/>
                  <a:gd name="connsiteX2" fmla="*/ 17994 w 17925"/>
                  <a:gd name="connsiteY2" fmla="*/ 45835 h 46126"/>
                  <a:gd name="connsiteX3" fmla="*/ 69 w 17925"/>
                  <a:gd name="connsiteY3" fmla="*/ 45835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69" y="-291"/>
                    </a:moveTo>
                    <a:lnTo>
                      <a:pt x="17994" y="-291"/>
                    </a:lnTo>
                    <a:lnTo>
                      <a:pt x="17994" y="45835"/>
                    </a:lnTo>
                    <a:lnTo>
                      <a:pt x="69" y="45835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302C3AD4-41FE-F5C6-BEF3-AA9EB6ED094D}"/>
                  </a:ext>
                </a:extLst>
              </p:cNvPr>
              <p:cNvSpPr/>
              <p:nvPr/>
            </p:nvSpPr>
            <p:spPr>
              <a:xfrm rot="10800000" flipV="1">
                <a:off x="8781269" y="1994022"/>
                <a:ext cx="17925" cy="46126"/>
              </a:xfrm>
              <a:custGeom>
                <a:avLst/>
                <a:gdLst>
                  <a:gd name="connsiteX0" fmla="*/ 71 w 17925"/>
                  <a:gd name="connsiteY0" fmla="*/ -291 h 46126"/>
                  <a:gd name="connsiteX1" fmla="*/ 17996 w 17925"/>
                  <a:gd name="connsiteY1" fmla="*/ -291 h 46126"/>
                  <a:gd name="connsiteX2" fmla="*/ 17996 w 17925"/>
                  <a:gd name="connsiteY2" fmla="*/ 45835 h 46126"/>
                  <a:gd name="connsiteX3" fmla="*/ 71 w 17925"/>
                  <a:gd name="connsiteY3" fmla="*/ 45835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71" y="-291"/>
                    </a:moveTo>
                    <a:lnTo>
                      <a:pt x="17996" y="-291"/>
                    </a:lnTo>
                    <a:lnTo>
                      <a:pt x="17996" y="45835"/>
                    </a:lnTo>
                    <a:lnTo>
                      <a:pt x="71" y="45835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8AF23AB6-0DC4-F985-72E0-60B9127EEA5E}"/>
                  </a:ext>
                </a:extLst>
              </p:cNvPr>
              <p:cNvSpPr/>
              <p:nvPr/>
            </p:nvSpPr>
            <p:spPr>
              <a:xfrm rot="10800000" flipV="1">
                <a:off x="8829057" y="1994022"/>
                <a:ext cx="17925" cy="46126"/>
              </a:xfrm>
              <a:custGeom>
                <a:avLst/>
                <a:gdLst>
                  <a:gd name="connsiteX0" fmla="*/ 72 w 17925"/>
                  <a:gd name="connsiteY0" fmla="*/ -291 h 46126"/>
                  <a:gd name="connsiteX1" fmla="*/ 17997 w 17925"/>
                  <a:gd name="connsiteY1" fmla="*/ -291 h 46126"/>
                  <a:gd name="connsiteX2" fmla="*/ 17997 w 17925"/>
                  <a:gd name="connsiteY2" fmla="*/ 45835 h 46126"/>
                  <a:gd name="connsiteX3" fmla="*/ 72 w 17925"/>
                  <a:gd name="connsiteY3" fmla="*/ 45835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72" y="-291"/>
                    </a:moveTo>
                    <a:lnTo>
                      <a:pt x="17997" y="-291"/>
                    </a:lnTo>
                    <a:lnTo>
                      <a:pt x="17997" y="45835"/>
                    </a:lnTo>
                    <a:lnTo>
                      <a:pt x="72" y="45835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AE067740-0F46-160E-03A5-A8A0515F7116}"/>
                  </a:ext>
                </a:extLst>
              </p:cNvPr>
              <p:cNvSpPr/>
              <p:nvPr/>
            </p:nvSpPr>
            <p:spPr>
              <a:xfrm rot="10800000" flipV="1">
                <a:off x="8877493" y="1994022"/>
                <a:ext cx="17925" cy="46126"/>
              </a:xfrm>
              <a:custGeom>
                <a:avLst/>
                <a:gdLst>
                  <a:gd name="connsiteX0" fmla="*/ 73 w 17925"/>
                  <a:gd name="connsiteY0" fmla="*/ -291 h 46126"/>
                  <a:gd name="connsiteX1" fmla="*/ 17998 w 17925"/>
                  <a:gd name="connsiteY1" fmla="*/ -291 h 46126"/>
                  <a:gd name="connsiteX2" fmla="*/ 17998 w 17925"/>
                  <a:gd name="connsiteY2" fmla="*/ 45835 h 46126"/>
                  <a:gd name="connsiteX3" fmla="*/ 73 w 17925"/>
                  <a:gd name="connsiteY3" fmla="*/ 45835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73" y="-291"/>
                    </a:moveTo>
                    <a:lnTo>
                      <a:pt x="17998" y="-291"/>
                    </a:lnTo>
                    <a:lnTo>
                      <a:pt x="17998" y="45835"/>
                    </a:lnTo>
                    <a:lnTo>
                      <a:pt x="73" y="45835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6C8D8CD5-879D-2981-E96A-32FF0FBF87C8}"/>
                  </a:ext>
                </a:extLst>
              </p:cNvPr>
              <p:cNvSpPr/>
              <p:nvPr/>
            </p:nvSpPr>
            <p:spPr>
              <a:xfrm rot="10800000" flipV="1">
                <a:off x="8925270" y="1994022"/>
                <a:ext cx="17925" cy="46126"/>
              </a:xfrm>
              <a:custGeom>
                <a:avLst/>
                <a:gdLst>
                  <a:gd name="connsiteX0" fmla="*/ 75 w 17925"/>
                  <a:gd name="connsiteY0" fmla="*/ -291 h 46126"/>
                  <a:gd name="connsiteX1" fmla="*/ 18000 w 17925"/>
                  <a:gd name="connsiteY1" fmla="*/ -291 h 46126"/>
                  <a:gd name="connsiteX2" fmla="*/ 18000 w 17925"/>
                  <a:gd name="connsiteY2" fmla="*/ 45835 h 46126"/>
                  <a:gd name="connsiteX3" fmla="*/ 75 w 17925"/>
                  <a:gd name="connsiteY3" fmla="*/ 45835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75" y="-291"/>
                    </a:moveTo>
                    <a:lnTo>
                      <a:pt x="18000" y="-291"/>
                    </a:lnTo>
                    <a:lnTo>
                      <a:pt x="18000" y="45835"/>
                    </a:lnTo>
                    <a:lnTo>
                      <a:pt x="75" y="45835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BA042902-57B5-A1AF-C1BE-DE6E414A3464}"/>
                  </a:ext>
                </a:extLst>
              </p:cNvPr>
              <p:cNvSpPr/>
              <p:nvPr/>
            </p:nvSpPr>
            <p:spPr>
              <a:xfrm rot="10800000" flipV="1">
                <a:off x="8973058" y="1994022"/>
                <a:ext cx="17925" cy="46126"/>
              </a:xfrm>
              <a:custGeom>
                <a:avLst/>
                <a:gdLst>
                  <a:gd name="connsiteX0" fmla="*/ 76 w 17925"/>
                  <a:gd name="connsiteY0" fmla="*/ -291 h 46126"/>
                  <a:gd name="connsiteX1" fmla="*/ 18001 w 17925"/>
                  <a:gd name="connsiteY1" fmla="*/ -291 h 46126"/>
                  <a:gd name="connsiteX2" fmla="*/ 18001 w 17925"/>
                  <a:gd name="connsiteY2" fmla="*/ 45835 h 46126"/>
                  <a:gd name="connsiteX3" fmla="*/ 76 w 17925"/>
                  <a:gd name="connsiteY3" fmla="*/ 45835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76" y="-291"/>
                    </a:moveTo>
                    <a:lnTo>
                      <a:pt x="18001" y="-291"/>
                    </a:lnTo>
                    <a:lnTo>
                      <a:pt x="18001" y="45835"/>
                    </a:lnTo>
                    <a:lnTo>
                      <a:pt x="76" y="45835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CD914A12-6266-7C80-942F-749E9BBC90CB}"/>
                  </a:ext>
                </a:extLst>
              </p:cNvPr>
              <p:cNvSpPr/>
              <p:nvPr/>
            </p:nvSpPr>
            <p:spPr>
              <a:xfrm rot="10800000" flipV="1">
                <a:off x="9020846" y="1994022"/>
                <a:ext cx="17925" cy="46126"/>
              </a:xfrm>
              <a:custGeom>
                <a:avLst/>
                <a:gdLst>
                  <a:gd name="connsiteX0" fmla="*/ 77 w 17925"/>
                  <a:gd name="connsiteY0" fmla="*/ -291 h 46126"/>
                  <a:gd name="connsiteX1" fmla="*/ 18002 w 17925"/>
                  <a:gd name="connsiteY1" fmla="*/ -291 h 46126"/>
                  <a:gd name="connsiteX2" fmla="*/ 18002 w 17925"/>
                  <a:gd name="connsiteY2" fmla="*/ 45835 h 46126"/>
                  <a:gd name="connsiteX3" fmla="*/ 77 w 17925"/>
                  <a:gd name="connsiteY3" fmla="*/ 45835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77" y="-291"/>
                    </a:moveTo>
                    <a:lnTo>
                      <a:pt x="18002" y="-291"/>
                    </a:lnTo>
                    <a:lnTo>
                      <a:pt x="18002" y="45835"/>
                    </a:lnTo>
                    <a:lnTo>
                      <a:pt x="77" y="45835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E66A8172-A47C-56E5-E4A7-E3F540BE7277}"/>
                  </a:ext>
                </a:extLst>
              </p:cNvPr>
              <p:cNvSpPr/>
              <p:nvPr/>
            </p:nvSpPr>
            <p:spPr>
              <a:xfrm rot="10800000" flipV="1">
                <a:off x="9068635" y="1994022"/>
                <a:ext cx="17925" cy="46126"/>
              </a:xfrm>
              <a:custGeom>
                <a:avLst/>
                <a:gdLst>
                  <a:gd name="connsiteX0" fmla="*/ 79 w 17925"/>
                  <a:gd name="connsiteY0" fmla="*/ -291 h 46126"/>
                  <a:gd name="connsiteX1" fmla="*/ 18004 w 17925"/>
                  <a:gd name="connsiteY1" fmla="*/ -291 h 46126"/>
                  <a:gd name="connsiteX2" fmla="*/ 18004 w 17925"/>
                  <a:gd name="connsiteY2" fmla="*/ 45835 h 46126"/>
                  <a:gd name="connsiteX3" fmla="*/ 79 w 17925"/>
                  <a:gd name="connsiteY3" fmla="*/ 45835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79" y="-291"/>
                    </a:moveTo>
                    <a:lnTo>
                      <a:pt x="18004" y="-291"/>
                    </a:lnTo>
                    <a:lnTo>
                      <a:pt x="18004" y="45835"/>
                    </a:lnTo>
                    <a:lnTo>
                      <a:pt x="79" y="45835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3A7D1FF4-263D-680A-FDFF-19BC7B7B5F17}"/>
                  </a:ext>
                </a:extLst>
              </p:cNvPr>
              <p:cNvSpPr/>
              <p:nvPr/>
            </p:nvSpPr>
            <p:spPr>
              <a:xfrm rot="10800000" flipV="1">
                <a:off x="9116423" y="1994022"/>
                <a:ext cx="17925" cy="46126"/>
              </a:xfrm>
              <a:custGeom>
                <a:avLst/>
                <a:gdLst>
                  <a:gd name="connsiteX0" fmla="*/ 80 w 17925"/>
                  <a:gd name="connsiteY0" fmla="*/ -291 h 46126"/>
                  <a:gd name="connsiteX1" fmla="*/ 18005 w 17925"/>
                  <a:gd name="connsiteY1" fmla="*/ -291 h 46126"/>
                  <a:gd name="connsiteX2" fmla="*/ 18005 w 17925"/>
                  <a:gd name="connsiteY2" fmla="*/ 45835 h 46126"/>
                  <a:gd name="connsiteX3" fmla="*/ 80 w 17925"/>
                  <a:gd name="connsiteY3" fmla="*/ 45835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80" y="-291"/>
                    </a:moveTo>
                    <a:lnTo>
                      <a:pt x="18005" y="-291"/>
                    </a:lnTo>
                    <a:lnTo>
                      <a:pt x="18005" y="45835"/>
                    </a:lnTo>
                    <a:lnTo>
                      <a:pt x="80" y="45835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21B5C1F7-3CA0-05B0-28CF-768491323C2A}"/>
                  </a:ext>
                </a:extLst>
              </p:cNvPr>
              <p:cNvSpPr/>
              <p:nvPr/>
            </p:nvSpPr>
            <p:spPr>
              <a:xfrm rot="10800000" flipV="1">
                <a:off x="8590115" y="2616684"/>
                <a:ext cx="17925" cy="46126"/>
              </a:xfrm>
              <a:custGeom>
                <a:avLst/>
                <a:gdLst>
                  <a:gd name="connsiteX0" fmla="*/ 65 w 17925"/>
                  <a:gd name="connsiteY0" fmla="*/ -168 h 46126"/>
                  <a:gd name="connsiteX1" fmla="*/ 17990 w 17925"/>
                  <a:gd name="connsiteY1" fmla="*/ -168 h 46126"/>
                  <a:gd name="connsiteX2" fmla="*/ 17990 w 17925"/>
                  <a:gd name="connsiteY2" fmla="*/ 45959 h 46126"/>
                  <a:gd name="connsiteX3" fmla="*/ 65 w 17925"/>
                  <a:gd name="connsiteY3" fmla="*/ 45959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65" y="-168"/>
                    </a:moveTo>
                    <a:lnTo>
                      <a:pt x="17990" y="-168"/>
                    </a:lnTo>
                    <a:lnTo>
                      <a:pt x="17990" y="45959"/>
                    </a:lnTo>
                    <a:lnTo>
                      <a:pt x="65" y="45959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3629B2E-774F-257B-719A-423C848C36F1}"/>
                  </a:ext>
                </a:extLst>
              </p:cNvPr>
              <p:cNvSpPr/>
              <p:nvPr/>
            </p:nvSpPr>
            <p:spPr>
              <a:xfrm rot="10800000" flipV="1">
                <a:off x="8637904" y="2616684"/>
                <a:ext cx="17925" cy="46126"/>
              </a:xfrm>
              <a:custGeom>
                <a:avLst/>
                <a:gdLst>
                  <a:gd name="connsiteX0" fmla="*/ 66 w 17925"/>
                  <a:gd name="connsiteY0" fmla="*/ -168 h 46126"/>
                  <a:gd name="connsiteX1" fmla="*/ 17991 w 17925"/>
                  <a:gd name="connsiteY1" fmla="*/ -168 h 46126"/>
                  <a:gd name="connsiteX2" fmla="*/ 17991 w 17925"/>
                  <a:gd name="connsiteY2" fmla="*/ 45959 h 46126"/>
                  <a:gd name="connsiteX3" fmla="*/ 66 w 17925"/>
                  <a:gd name="connsiteY3" fmla="*/ 45959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66" y="-168"/>
                    </a:moveTo>
                    <a:lnTo>
                      <a:pt x="17991" y="-168"/>
                    </a:lnTo>
                    <a:lnTo>
                      <a:pt x="17991" y="45959"/>
                    </a:lnTo>
                    <a:lnTo>
                      <a:pt x="66" y="45959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15F07B84-0A1E-69AC-455E-9445C988A401}"/>
                  </a:ext>
                </a:extLst>
              </p:cNvPr>
              <p:cNvSpPr/>
              <p:nvPr/>
            </p:nvSpPr>
            <p:spPr>
              <a:xfrm rot="10800000" flipV="1">
                <a:off x="8685692" y="2616684"/>
                <a:ext cx="17925" cy="46126"/>
              </a:xfrm>
              <a:custGeom>
                <a:avLst/>
                <a:gdLst>
                  <a:gd name="connsiteX0" fmla="*/ 68 w 17925"/>
                  <a:gd name="connsiteY0" fmla="*/ -168 h 46126"/>
                  <a:gd name="connsiteX1" fmla="*/ 17993 w 17925"/>
                  <a:gd name="connsiteY1" fmla="*/ -168 h 46126"/>
                  <a:gd name="connsiteX2" fmla="*/ 17993 w 17925"/>
                  <a:gd name="connsiteY2" fmla="*/ 45959 h 46126"/>
                  <a:gd name="connsiteX3" fmla="*/ 68 w 17925"/>
                  <a:gd name="connsiteY3" fmla="*/ 45959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68" y="-168"/>
                    </a:moveTo>
                    <a:lnTo>
                      <a:pt x="17993" y="-168"/>
                    </a:lnTo>
                    <a:lnTo>
                      <a:pt x="17993" y="45959"/>
                    </a:lnTo>
                    <a:lnTo>
                      <a:pt x="68" y="45959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D0254BEB-765D-72DA-C41A-8885ADC4FCCD}"/>
                  </a:ext>
                </a:extLst>
              </p:cNvPr>
              <p:cNvSpPr/>
              <p:nvPr/>
            </p:nvSpPr>
            <p:spPr>
              <a:xfrm rot="10800000" flipV="1">
                <a:off x="8733480" y="2616684"/>
                <a:ext cx="17925" cy="46126"/>
              </a:xfrm>
              <a:custGeom>
                <a:avLst/>
                <a:gdLst>
                  <a:gd name="connsiteX0" fmla="*/ 69 w 17925"/>
                  <a:gd name="connsiteY0" fmla="*/ -168 h 46126"/>
                  <a:gd name="connsiteX1" fmla="*/ 17994 w 17925"/>
                  <a:gd name="connsiteY1" fmla="*/ -168 h 46126"/>
                  <a:gd name="connsiteX2" fmla="*/ 17994 w 17925"/>
                  <a:gd name="connsiteY2" fmla="*/ 45959 h 46126"/>
                  <a:gd name="connsiteX3" fmla="*/ 69 w 17925"/>
                  <a:gd name="connsiteY3" fmla="*/ 45959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69" y="-168"/>
                    </a:moveTo>
                    <a:lnTo>
                      <a:pt x="17994" y="-168"/>
                    </a:lnTo>
                    <a:lnTo>
                      <a:pt x="17994" y="45959"/>
                    </a:lnTo>
                    <a:lnTo>
                      <a:pt x="69" y="45959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5F922E94-40CA-155E-F69C-41EFC99C3D52}"/>
                  </a:ext>
                </a:extLst>
              </p:cNvPr>
              <p:cNvSpPr/>
              <p:nvPr/>
            </p:nvSpPr>
            <p:spPr>
              <a:xfrm rot="10800000" flipV="1">
                <a:off x="8781269" y="2616684"/>
                <a:ext cx="17925" cy="46126"/>
              </a:xfrm>
              <a:custGeom>
                <a:avLst/>
                <a:gdLst>
                  <a:gd name="connsiteX0" fmla="*/ 71 w 17925"/>
                  <a:gd name="connsiteY0" fmla="*/ -168 h 46126"/>
                  <a:gd name="connsiteX1" fmla="*/ 17996 w 17925"/>
                  <a:gd name="connsiteY1" fmla="*/ -168 h 46126"/>
                  <a:gd name="connsiteX2" fmla="*/ 17996 w 17925"/>
                  <a:gd name="connsiteY2" fmla="*/ 45959 h 46126"/>
                  <a:gd name="connsiteX3" fmla="*/ 71 w 17925"/>
                  <a:gd name="connsiteY3" fmla="*/ 45959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71" y="-168"/>
                    </a:moveTo>
                    <a:lnTo>
                      <a:pt x="17996" y="-168"/>
                    </a:lnTo>
                    <a:lnTo>
                      <a:pt x="17996" y="45959"/>
                    </a:lnTo>
                    <a:lnTo>
                      <a:pt x="71" y="45959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C29B67B3-8A1F-5F9E-E6A1-37D846F8CD19}"/>
                  </a:ext>
                </a:extLst>
              </p:cNvPr>
              <p:cNvSpPr/>
              <p:nvPr/>
            </p:nvSpPr>
            <p:spPr>
              <a:xfrm rot="10800000" flipV="1">
                <a:off x="8829057" y="2616684"/>
                <a:ext cx="17925" cy="46126"/>
              </a:xfrm>
              <a:custGeom>
                <a:avLst/>
                <a:gdLst>
                  <a:gd name="connsiteX0" fmla="*/ 72 w 17925"/>
                  <a:gd name="connsiteY0" fmla="*/ -168 h 46126"/>
                  <a:gd name="connsiteX1" fmla="*/ 17997 w 17925"/>
                  <a:gd name="connsiteY1" fmla="*/ -168 h 46126"/>
                  <a:gd name="connsiteX2" fmla="*/ 17997 w 17925"/>
                  <a:gd name="connsiteY2" fmla="*/ 45959 h 46126"/>
                  <a:gd name="connsiteX3" fmla="*/ 72 w 17925"/>
                  <a:gd name="connsiteY3" fmla="*/ 45959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72" y="-168"/>
                    </a:moveTo>
                    <a:lnTo>
                      <a:pt x="17997" y="-168"/>
                    </a:lnTo>
                    <a:lnTo>
                      <a:pt x="17997" y="45959"/>
                    </a:lnTo>
                    <a:lnTo>
                      <a:pt x="72" y="45959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976BF27A-E130-CFDF-48B4-01634D43E359}"/>
                  </a:ext>
                </a:extLst>
              </p:cNvPr>
              <p:cNvSpPr/>
              <p:nvPr/>
            </p:nvSpPr>
            <p:spPr>
              <a:xfrm rot="10800000" flipV="1">
                <a:off x="8877493" y="2616684"/>
                <a:ext cx="17925" cy="46126"/>
              </a:xfrm>
              <a:custGeom>
                <a:avLst/>
                <a:gdLst>
                  <a:gd name="connsiteX0" fmla="*/ 73 w 17925"/>
                  <a:gd name="connsiteY0" fmla="*/ -168 h 46126"/>
                  <a:gd name="connsiteX1" fmla="*/ 17998 w 17925"/>
                  <a:gd name="connsiteY1" fmla="*/ -168 h 46126"/>
                  <a:gd name="connsiteX2" fmla="*/ 17998 w 17925"/>
                  <a:gd name="connsiteY2" fmla="*/ 45959 h 46126"/>
                  <a:gd name="connsiteX3" fmla="*/ 73 w 17925"/>
                  <a:gd name="connsiteY3" fmla="*/ 45959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73" y="-168"/>
                    </a:moveTo>
                    <a:lnTo>
                      <a:pt x="17998" y="-168"/>
                    </a:lnTo>
                    <a:lnTo>
                      <a:pt x="17998" y="45959"/>
                    </a:lnTo>
                    <a:lnTo>
                      <a:pt x="73" y="45959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6C8E44E1-4122-BC4F-0511-F9854A739EDD}"/>
                  </a:ext>
                </a:extLst>
              </p:cNvPr>
              <p:cNvSpPr/>
              <p:nvPr/>
            </p:nvSpPr>
            <p:spPr>
              <a:xfrm rot="10800000" flipV="1">
                <a:off x="8925270" y="2616684"/>
                <a:ext cx="17925" cy="46126"/>
              </a:xfrm>
              <a:custGeom>
                <a:avLst/>
                <a:gdLst>
                  <a:gd name="connsiteX0" fmla="*/ 75 w 17925"/>
                  <a:gd name="connsiteY0" fmla="*/ -168 h 46126"/>
                  <a:gd name="connsiteX1" fmla="*/ 18000 w 17925"/>
                  <a:gd name="connsiteY1" fmla="*/ -168 h 46126"/>
                  <a:gd name="connsiteX2" fmla="*/ 18000 w 17925"/>
                  <a:gd name="connsiteY2" fmla="*/ 45959 h 46126"/>
                  <a:gd name="connsiteX3" fmla="*/ 75 w 17925"/>
                  <a:gd name="connsiteY3" fmla="*/ 45959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75" y="-168"/>
                    </a:moveTo>
                    <a:lnTo>
                      <a:pt x="18000" y="-168"/>
                    </a:lnTo>
                    <a:lnTo>
                      <a:pt x="18000" y="45959"/>
                    </a:lnTo>
                    <a:lnTo>
                      <a:pt x="75" y="45959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D8A4E30F-62C7-4E5A-EE92-3E144622499C}"/>
                  </a:ext>
                </a:extLst>
              </p:cNvPr>
              <p:cNvSpPr/>
              <p:nvPr/>
            </p:nvSpPr>
            <p:spPr>
              <a:xfrm rot="10800000" flipV="1">
                <a:off x="8973058" y="2616684"/>
                <a:ext cx="17925" cy="46126"/>
              </a:xfrm>
              <a:custGeom>
                <a:avLst/>
                <a:gdLst>
                  <a:gd name="connsiteX0" fmla="*/ 76 w 17925"/>
                  <a:gd name="connsiteY0" fmla="*/ -168 h 46126"/>
                  <a:gd name="connsiteX1" fmla="*/ 18001 w 17925"/>
                  <a:gd name="connsiteY1" fmla="*/ -168 h 46126"/>
                  <a:gd name="connsiteX2" fmla="*/ 18001 w 17925"/>
                  <a:gd name="connsiteY2" fmla="*/ 45959 h 46126"/>
                  <a:gd name="connsiteX3" fmla="*/ 76 w 17925"/>
                  <a:gd name="connsiteY3" fmla="*/ 45959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76" y="-168"/>
                    </a:moveTo>
                    <a:lnTo>
                      <a:pt x="18001" y="-168"/>
                    </a:lnTo>
                    <a:lnTo>
                      <a:pt x="18001" y="45959"/>
                    </a:lnTo>
                    <a:lnTo>
                      <a:pt x="76" y="45959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57ECD9D8-E12C-D967-2D1F-2ACFB5816096}"/>
                  </a:ext>
                </a:extLst>
              </p:cNvPr>
              <p:cNvSpPr/>
              <p:nvPr/>
            </p:nvSpPr>
            <p:spPr>
              <a:xfrm rot="10800000" flipV="1">
                <a:off x="9020846" y="2616684"/>
                <a:ext cx="17925" cy="46126"/>
              </a:xfrm>
              <a:custGeom>
                <a:avLst/>
                <a:gdLst>
                  <a:gd name="connsiteX0" fmla="*/ 77 w 17925"/>
                  <a:gd name="connsiteY0" fmla="*/ -168 h 46126"/>
                  <a:gd name="connsiteX1" fmla="*/ 18002 w 17925"/>
                  <a:gd name="connsiteY1" fmla="*/ -168 h 46126"/>
                  <a:gd name="connsiteX2" fmla="*/ 18002 w 17925"/>
                  <a:gd name="connsiteY2" fmla="*/ 45959 h 46126"/>
                  <a:gd name="connsiteX3" fmla="*/ 77 w 17925"/>
                  <a:gd name="connsiteY3" fmla="*/ 45959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77" y="-168"/>
                    </a:moveTo>
                    <a:lnTo>
                      <a:pt x="18002" y="-168"/>
                    </a:lnTo>
                    <a:lnTo>
                      <a:pt x="18002" y="45959"/>
                    </a:lnTo>
                    <a:lnTo>
                      <a:pt x="77" y="45959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8635C106-BBC6-1B74-595C-3C02258EA06C}"/>
                  </a:ext>
                </a:extLst>
              </p:cNvPr>
              <p:cNvSpPr/>
              <p:nvPr/>
            </p:nvSpPr>
            <p:spPr>
              <a:xfrm rot="10800000" flipV="1">
                <a:off x="9068635" y="2616684"/>
                <a:ext cx="17925" cy="46126"/>
              </a:xfrm>
              <a:custGeom>
                <a:avLst/>
                <a:gdLst>
                  <a:gd name="connsiteX0" fmla="*/ 79 w 17925"/>
                  <a:gd name="connsiteY0" fmla="*/ -168 h 46126"/>
                  <a:gd name="connsiteX1" fmla="*/ 18004 w 17925"/>
                  <a:gd name="connsiteY1" fmla="*/ -168 h 46126"/>
                  <a:gd name="connsiteX2" fmla="*/ 18004 w 17925"/>
                  <a:gd name="connsiteY2" fmla="*/ 45959 h 46126"/>
                  <a:gd name="connsiteX3" fmla="*/ 79 w 17925"/>
                  <a:gd name="connsiteY3" fmla="*/ 45959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79" y="-168"/>
                    </a:moveTo>
                    <a:lnTo>
                      <a:pt x="18004" y="-168"/>
                    </a:lnTo>
                    <a:lnTo>
                      <a:pt x="18004" y="45959"/>
                    </a:lnTo>
                    <a:lnTo>
                      <a:pt x="79" y="45959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7D2E0FFE-737A-14AC-8052-8F5AACD6D102}"/>
                  </a:ext>
                </a:extLst>
              </p:cNvPr>
              <p:cNvSpPr/>
              <p:nvPr/>
            </p:nvSpPr>
            <p:spPr>
              <a:xfrm rot="10800000" flipV="1">
                <a:off x="9116423" y="2616684"/>
                <a:ext cx="17925" cy="46126"/>
              </a:xfrm>
              <a:custGeom>
                <a:avLst/>
                <a:gdLst>
                  <a:gd name="connsiteX0" fmla="*/ 80 w 17925"/>
                  <a:gd name="connsiteY0" fmla="*/ -168 h 46126"/>
                  <a:gd name="connsiteX1" fmla="*/ 18005 w 17925"/>
                  <a:gd name="connsiteY1" fmla="*/ -168 h 46126"/>
                  <a:gd name="connsiteX2" fmla="*/ 18005 w 17925"/>
                  <a:gd name="connsiteY2" fmla="*/ 45959 h 46126"/>
                  <a:gd name="connsiteX3" fmla="*/ 80 w 17925"/>
                  <a:gd name="connsiteY3" fmla="*/ 45959 h 4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25" h="46126">
                    <a:moveTo>
                      <a:pt x="80" y="-168"/>
                    </a:moveTo>
                    <a:lnTo>
                      <a:pt x="18005" y="-168"/>
                    </a:lnTo>
                    <a:lnTo>
                      <a:pt x="18005" y="45959"/>
                    </a:lnTo>
                    <a:lnTo>
                      <a:pt x="80" y="45959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E8033026-B9F6-026A-600A-3E6B6B3F8105}"/>
                  </a:ext>
                </a:extLst>
              </p:cNvPr>
              <p:cNvSpPr/>
              <p:nvPr/>
            </p:nvSpPr>
            <p:spPr>
              <a:xfrm rot="10800000" flipV="1">
                <a:off x="8526087" y="2597073"/>
                <a:ext cx="46126" cy="17925"/>
              </a:xfrm>
              <a:custGeom>
                <a:avLst/>
                <a:gdLst>
                  <a:gd name="connsiteX0" fmla="*/ 64 w 46126"/>
                  <a:gd name="connsiteY0" fmla="*/ -174 h 17925"/>
                  <a:gd name="connsiteX1" fmla="*/ 46190 w 46126"/>
                  <a:gd name="connsiteY1" fmla="*/ -174 h 17925"/>
                  <a:gd name="connsiteX2" fmla="*/ 46190 w 46126"/>
                  <a:gd name="connsiteY2" fmla="*/ 17751 h 17925"/>
                  <a:gd name="connsiteX3" fmla="*/ 64 w 46126"/>
                  <a:gd name="connsiteY3" fmla="*/ 17751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64" y="-174"/>
                    </a:moveTo>
                    <a:lnTo>
                      <a:pt x="46190" y="-174"/>
                    </a:lnTo>
                    <a:lnTo>
                      <a:pt x="46190" y="17751"/>
                    </a:lnTo>
                    <a:lnTo>
                      <a:pt x="64" y="17751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1D2F558A-BC42-4875-5F7D-7D533D8D4F23}"/>
                  </a:ext>
                </a:extLst>
              </p:cNvPr>
              <p:cNvSpPr/>
              <p:nvPr/>
            </p:nvSpPr>
            <p:spPr>
              <a:xfrm rot="10800000" flipV="1">
                <a:off x="8526087" y="2549273"/>
                <a:ext cx="46126" cy="17925"/>
              </a:xfrm>
              <a:custGeom>
                <a:avLst/>
                <a:gdLst>
                  <a:gd name="connsiteX0" fmla="*/ 64 w 46126"/>
                  <a:gd name="connsiteY0" fmla="*/ -184 h 17925"/>
                  <a:gd name="connsiteX1" fmla="*/ 46190 w 46126"/>
                  <a:gd name="connsiteY1" fmla="*/ -184 h 17925"/>
                  <a:gd name="connsiteX2" fmla="*/ 46190 w 46126"/>
                  <a:gd name="connsiteY2" fmla="*/ 17741 h 17925"/>
                  <a:gd name="connsiteX3" fmla="*/ 64 w 46126"/>
                  <a:gd name="connsiteY3" fmla="*/ 17741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64" y="-184"/>
                    </a:moveTo>
                    <a:lnTo>
                      <a:pt x="46190" y="-184"/>
                    </a:lnTo>
                    <a:lnTo>
                      <a:pt x="46190" y="17741"/>
                    </a:lnTo>
                    <a:lnTo>
                      <a:pt x="64" y="17741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E30F6EE9-0185-E5E2-8C27-A70D80AB5AF4}"/>
                  </a:ext>
                </a:extLst>
              </p:cNvPr>
              <p:cNvSpPr/>
              <p:nvPr/>
            </p:nvSpPr>
            <p:spPr>
              <a:xfrm rot="10800000" flipV="1">
                <a:off x="8526087" y="2501497"/>
                <a:ext cx="46126" cy="17925"/>
              </a:xfrm>
              <a:custGeom>
                <a:avLst/>
                <a:gdLst>
                  <a:gd name="connsiteX0" fmla="*/ 64 w 46126"/>
                  <a:gd name="connsiteY0" fmla="*/ -194 h 17925"/>
                  <a:gd name="connsiteX1" fmla="*/ 46190 w 46126"/>
                  <a:gd name="connsiteY1" fmla="*/ -194 h 17925"/>
                  <a:gd name="connsiteX2" fmla="*/ 46190 w 46126"/>
                  <a:gd name="connsiteY2" fmla="*/ 17731 h 17925"/>
                  <a:gd name="connsiteX3" fmla="*/ 64 w 46126"/>
                  <a:gd name="connsiteY3" fmla="*/ 17731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64" y="-194"/>
                    </a:moveTo>
                    <a:lnTo>
                      <a:pt x="46190" y="-194"/>
                    </a:lnTo>
                    <a:lnTo>
                      <a:pt x="46190" y="17731"/>
                    </a:lnTo>
                    <a:lnTo>
                      <a:pt x="64" y="17731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1066E81F-C494-AB85-0594-02C92CBD3C44}"/>
                  </a:ext>
                </a:extLst>
              </p:cNvPr>
              <p:cNvSpPr/>
              <p:nvPr/>
            </p:nvSpPr>
            <p:spPr>
              <a:xfrm rot="10800000" flipV="1">
                <a:off x="8526087" y="2453708"/>
                <a:ext cx="46126" cy="17925"/>
              </a:xfrm>
              <a:custGeom>
                <a:avLst/>
                <a:gdLst>
                  <a:gd name="connsiteX0" fmla="*/ 64 w 46126"/>
                  <a:gd name="connsiteY0" fmla="*/ -203 h 17925"/>
                  <a:gd name="connsiteX1" fmla="*/ 46190 w 46126"/>
                  <a:gd name="connsiteY1" fmla="*/ -203 h 17925"/>
                  <a:gd name="connsiteX2" fmla="*/ 46190 w 46126"/>
                  <a:gd name="connsiteY2" fmla="*/ 17722 h 17925"/>
                  <a:gd name="connsiteX3" fmla="*/ 64 w 46126"/>
                  <a:gd name="connsiteY3" fmla="*/ 17722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64" y="-203"/>
                    </a:moveTo>
                    <a:lnTo>
                      <a:pt x="46190" y="-203"/>
                    </a:lnTo>
                    <a:lnTo>
                      <a:pt x="46190" y="17722"/>
                    </a:lnTo>
                    <a:lnTo>
                      <a:pt x="64" y="17722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CA78B635-7A10-3FE4-76EC-81DDEC4FF4EC}"/>
                  </a:ext>
                </a:extLst>
              </p:cNvPr>
              <p:cNvSpPr/>
              <p:nvPr/>
            </p:nvSpPr>
            <p:spPr>
              <a:xfrm rot="10800000" flipV="1">
                <a:off x="8526087" y="2405920"/>
                <a:ext cx="46126" cy="17925"/>
              </a:xfrm>
              <a:custGeom>
                <a:avLst/>
                <a:gdLst>
                  <a:gd name="connsiteX0" fmla="*/ 64 w 46126"/>
                  <a:gd name="connsiteY0" fmla="*/ -212 h 17925"/>
                  <a:gd name="connsiteX1" fmla="*/ 46190 w 46126"/>
                  <a:gd name="connsiteY1" fmla="*/ -212 h 17925"/>
                  <a:gd name="connsiteX2" fmla="*/ 46190 w 46126"/>
                  <a:gd name="connsiteY2" fmla="*/ 17713 h 17925"/>
                  <a:gd name="connsiteX3" fmla="*/ 64 w 46126"/>
                  <a:gd name="connsiteY3" fmla="*/ 17713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64" y="-212"/>
                    </a:moveTo>
                    <a:lnTo>
                      <a:pt x="46190" y="-212"/>
                    </a:lnTo>
                    <a:lnTo>
                      <a:pt x="46190" y="17713"/>
                    </a:lnTo>
                    <a:lnTo>
                      <a:pt x="64" y="17713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05BC438-DB3C-D887-6728-80B04B607D84}"/>
                  </a:ext>
                </a:extLst>
              </p:cNvPr>
              <p:cNvSpPr/>
              <p:nvPr/>
            </p:nvSpPr>
            <p:spPr>
              <a:xfrm rot="10800000" flipV="1">
                <a:off x="8526087" y="2358132"/>
                <a:ext cx="46126" cy="17925"/>
              </a:xfrm>
              <a:custGeom>
                <a:avLst/>
                <a:gdLst>
                  <a:gd name="connsiteX0" fmla="*/ 64 w 46126"/>
                  <a:gd name="connsiteY0" fmla="*/ -222 h 17925"/>
                  <a:gd name="connsiteX1" fmla="*/ 46190 w 46126"/>
                  <a:gd name="connsiteY1" fmla="*/ -222 h 17925"/>
                  <a:gd name="connsiteX2" fmla="*/ 46190 w 46126"/>
                  <a:gd name="connsiteY2" fmla="*/ 17703 h 17925"/>
                  <a:gd name="connsiteX3" fmla="*/ 64 w 46126"/>
                  <a:gd name="connsiteY3" fmla="*/ 17703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64" y="-222"/>
                    </a:moveTo>
                    <a:lnTo>
                      <a:pt x="46190" y="-222"/>
                    </a:lnTo>
                    <a:lnTo>
                      <a:pt x="46190" y="17703"/>
                    </a:lnTo>
                    <a:lnTo>
                      <a:pt x="64" y="17703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004213BF-5825-AAF6-7EB2-504FFB7B5A6A}"/>
                  </a:ext>
                </a:extLst>
              </p:cNvPr>
              <p:cNvSpPr/>
              <p:nvPr/>
            </p:nvSpPr>
            <p:spPr>
              <a:xfrm rot="10800000" flipV="1">
                <a:off x="8526087" y="2309695"/>
                <a:ext cx="46126" cy="17925"/>
              </a:xfrm>
              <a:custGeom>
                <a:avLst/>
                <a:gdLst>
                  <a:gd name="connsiteX0" fmla="*/ 64 w 46126"/>
                  <a:gd name="connsiteY0" fmla="*/ -232 h 17925"/>
                  <a:gd name="connsiteX1" fmla="*/ 46190 w 46126"/>
                  <a:gd name="connsiteY1" fmla="*/ -232 h 17925"/>
                  <a:gd name="connsiteX2" fmla="*/ 46190 w 46126"/>
                  <a:gd name="connsiteY2" fmla="*/ 17693 h 17925"/>
                  <a:gd name="connsiteX3" fmla="*/ 64 w 46126"/>
                  <a:gd name="connsiteY3" fmla="*/ 17693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64" y="-232"/>
                    </a:moveTo>
                    <a:lnTo>
                      <a:pt x="46190" y="-232"/>
                    </a:lnTo>
                    <a:lnTo>
                      <a:pt x="46190" y="17693"/>
                    </a:lnTo>
                    <a:lnTo>
                      <a:pt x="64" y="17693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81273C5A-E079-D393-998D-426E37DDA606}"/>
                  </a:ext>
                </a:extLst>
              </p:cNvPr>
              <p:cNvSpPr/>
              <p:nvPr/>
            </p:nvSpPr>
            <p:spPr>
              <a:xfrm rot="10800000" flipV="1">
                <a:off x="8526087" y="2261907"/>
                <a:ext cx="46126" cy="17925"/>
              </a:xfrm>
              <a:custGeom>
                <a:avLst/>
                <a:gdLst>
                  <a:gd name="connsiteX0" fmla="*/ 64 w 46126"/>
                  <a:gd name="connsiteY0" fmla="*/ -241 h 17925"/>
                  <a:gd name="connsiteX1" fmla="*/ 46190 w 46126"/>
                  <a:gd name="connsiteY1" fmla="*/ -241 h 17925"/>
                  <a:gd name="connsiteX2" fmla="*/ 46190 w 46126"/>
                  <a:gd name="connsiteY2" fmla="*/ 17684 h 17925"/>
                  <a:gd name="connsiteX3" fmla="*/ 64 w 46126"/>
                  <a:gd name="connsiteY3" fmla="*/ 17684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64" y="-241"/>
                    </a:moveTo>
                    <a:lnTo>
                      <a:pt x="46190" y="-241"/>
                    </a:lnTo>
                    <a:lnTo>
                      <a:pt x="46190" y="17684"/>
                    </a:lnTo>
                    <a:lnTo>
                      <a:pt x="64" y="1768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DDF86C5A-9872-6EAD-BD00-03BD14EB9FC4}"/>
                  </a:ext>
                </a:extLst>
              </p:cNvPr>
              <p:cNvSpPr/>
              <p:nvPr/>
            </p:nvSpPr>
            <p:spPr>
              <a:xfrm rot="10800000" flipV="1">
                <a:off x="8526087" y="2214119"/>
                <a:ext cx="46126" cy="17925"/>
              </a:xfrm>
              <a:custGeom>
                <a:avLst/>
                <a:gdLst>
                  <a:gd name="connsiteX0" fmla="*/ 64 w 46126"/>
                  <a:gd name="connsiteY0" fmla="*/ -250 h 17925"/>
                  <a:gd name="connsiteX1" fmla="*/ 46190 w 46126"/>
                  <a:gd name="connsiteY1" fmla="*/ -250 h 17925"/>
                  <a:gd name="connsiteX2" fmla="*/ 46190 w 46126"/>
                  <a:gd name="connsiteY2" fmla="*/ 17675 h 17925"/>
                  <a:gd name="connsiteX3" fmla="*/ 64 w 46126"/>
                  <a:gd name="connsiteY3" fmla="*/ 17675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64" y="-250"/>
                    </a:moveTo>
                    <a:lnTo>
                      <a:pt x="46190" y="-250"/>
                    </a:lnTo>
                    <a:lnTo>
                      <a:pt x="46190" y="17675"/>
                    </a:lnTo>
                    <a:lnTo>
                      <a:pt x="64" y="17675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D33011BE-1BE9-F88C-A6E8-4FC29C096189}"/>
                  </a:ext>
                </a:extLst>
              </p:cNvPr>
              <p:cNvSpPr/>
              <p:nvPr/>
            </p:nvSpPr>
            <p:spPr>
              <a:xfrm rot="10800000" flipV="1">
                <a:off x="8526087" y="2166331"/>
                <a:ext cx="46126" cy="17925"/>
              </a:xfrm>
              <a:custGeom>
                <a:avLst/>
                <a:gdLst>
                  <a:gd name="connsiteX0" fmla="*/ 64 w 46126"/>
                  <a:gd name="connsiteY0" fmla="*/ -260 h 17925"/>
                  <a:gd name="connsiteX1" fmla="*/ 46190 w 46126"/>
                  <a:gd name="connsiteY1" fmla="*/ -260 h 17925"/>
                  <a:gd name="connsiteX2" fmla="*/ 46190 w 46126"/>
                  <a:gd name="connsiteY2" fmla="*/ 17665 h 17925"/>
                  <a:gd name="connsiteX3" fmla="*/ 64 w 46126"/>
                  <a:gd name="connsiteY3" fmla="*/ 17665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64" y="-260"/>
                    </a:moveTo>
                    <a:lnTo>
                      <a:pt x="46190" y="-260"/>
                    </a:lnTo>
                    <a:lnTo>
                      <a:pt x="46190" y="17665"/>
                    </a:lnTo>
                    <a:lnTo>
                      <a:pt x="64" y="17665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31A099AD-D41B-E265-025D-95A742AE649D}"/>
                  </a:ext>
                </a:extLst>
              </p:cNvPr>
              <p:cNvSpPr/>
              <p:nvPr/>
            </p:nvSpPr>
            <p:spPr>
              <a:xfrm rot="10800000" flipV="1">
                <a:off x="8526087" y="2118554"/>
                <a:ext cx="46126" cy="17925"/>
              </a:xfrm>
              <a:custGeom>
                <a:avLst/>
                <a:gdLst>
                  <a:gd name="connsiteX0" fmla="*/ 64 w 46126"/>
                  <a:gd name="connsiteY0" fmla="*/ -270 h 17925"/>
                  <a:gd name="connsiteX1" fmla="*/ 46190 w 46126"/>
                  <a:gd name="connsiteY1" fmla="*/ -270 h 17925"/>
                  <a:gd name="connsiteX2" fmla="*/ 46190 w 46126"/>
                  <a:gd name="connsiteY2" fmla="*/ 17655 h 17925"/>
                  <a:gd name="connsiteX3" fmla="*/ 64 w 46126"/>
                  <a:gd name="connsiteY3" fmla="*/ 17655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64" y="-270"/>
                    </a:moveTo>
                    <a:lnTo>
                      <a:pt x="46190" y="-270"/>
                    </a:lnTo>
                    <a:lnTo>
                      <a:pt x="46190" y="17655"/>
                    </a:lnTo>
                    <a:lnTo>
                      <a:pt x="64" y="17655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2884DAD9-1964-2CDA-A811-6B7236613841}"/>
                  </a:ext>
                </a:extLst>
              </p:cNvPr>
              <p:cNvSpPr/>
              <p:nvPr/>
            </p:nvSpPr>
            <p:spPr>
              <a:xfrm rot="10800000" flipV="1">
                <a:off x="8526087" y="2070766"/>
                <a:ext cx="46126" cy="17925"/>
              </a:xfrm>
              <a:custGeom>
                <a:avLst/>
                <a:gdLst>
                  <a:gd name="connsiteX0" fmla="*/ 64 w 46126"/>
                  <a:gd name="connsiteY0" fmla="*/ -279 h 17925"/>
                  <a:gd name="connsiteX1" fmla="*/ 46190 w 46126"/>
                  <a:gd name="connsiteY1" fmla="*/ -279 h 17925"/>
                  <a:gd name="connsiteX2" fmla="*/ 46190 w 46126"/>
                  <a:gd name="connsiteY2" fmla="*/ 17646 h 17925"/>
                  <a:gd name="connsiteX3" fmla="*/ 64 w 46126"/>
                  <a:gd name="connsiteY3" fmla="*/ 17646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64" y="-279"/>
                    </a:moveTo>
                    <a:lnTo>
                      <a:pt x="46190" y="-279"/>
                    </a:lnTo>
                    <a:lnTo>
                      <a:pt x="46190" y="17646"/>
                    </a:lnTo>
                    <a:lnTo>
                      <a:pt x="64" y="17646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36200E33-2262-55E7-0DF8-CE7FE864251B}"/>
                  </a:ext>
                </a:extLst>
              </p:cNvPr>
              <p:cNvSpPr/>
              <p:nvPr/>
            </p:nvSpPr>
            <p:spPr>
              <a:xfrm rot="10800000" flipV="1">
                <a:off x="9148749" y="2597073"/>
                <a:ext cx="46126" cy="17925"/>
              </a:xfrm>
              <a:custGeom>
                <a:avLst/>
                <a:gdLst>
                  <a:gd name="connsiteX0" fmla="*/ 81 w 46126"/>
                  <a:gd name="connsiteY0" fmla="*/ -174 h 17925"/>
                  <a:gd name="connsiteX1" fmla="*/ 46208 w 46126"/>
                  <a:gd name="connsiteY1" fmla="*/ -174 h 17925"/>
                  <a:gd name="connsiteX2" fmla="*/ 46208 w 46126"/>
                  <a:gd name="connsiteY2" fmla="*/ 17751 h 17925"/>
                  <a:gd name="connsiteX3" fmla="*/ 81 w 46126"/>
                  <a:gd name="connsiteY3" fmla="*/ 17751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81" y="-174"/>
                    </a:moveTo>
                    <a:lnTo>
                      <a:pt x="46208" y="-174"/>
                    </a:lnTo>
                    <a:lnTo>
                      <a:pt x="46208" y="17751"/>
                    </a:lnTo>
                    <a:lnTo>
                      <a:pt x="81" y="17751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4A330ECD-5324-BF7E-44DB-C930C5E909E5}"/>
                  </a:ext>
                </a:extLst>
              </p:cNvPr>
              <p:cNvSpPr/>
              <p:nvPr/>
            </p:nvSpPr>
            <p:spPr>
              <a:xfrm rot="10800000" flipV="1">
                <a:off x="9148749" y="2549273"/>
                <a:ext cx="46126" cy="17925"/>
              </a:xfrm>
              <a:custGeom>
                <a:avLst/>
                <a:gdLst>
                  <a:gd name="connsiteX0" fmla="*/ 81 w 46126"/>
                  <a:gd name="connsiteY0" fmla="*/ -184 h 17925"/>
                  <a:gd name="connsiteX1" fmla="*/ 46208 w 46126"/>
                  <a:gd name="connsiteY1" fmla="*/ -184 h 17925"/>
                  <a:gd name="connsiteX2" fmla="*/ 46208 w 46126"/>
                  <a:gd name="connsiteY2" fmla="*/ 17741 h 17925"/>
                  <a:gd name="connsiteX3" fmla="*/ 81 w 46126"/>
                  <a:gd name="connsiteY3" fmla="*/ 17741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81" y="-184"/>
                    </a:moveTo>
                    <a:lnTo>
                      <a:pt x="46208" y="-184"/>
                    </a:lnTo>
                    <a:lnTo>
                      <a:pt x="46208" y="17741"/>
                    </a:lnTo>
                    <a:lnTo>
                      <a:pt x="81" y="17741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7EDCBEA2-4B2A-9856-B792-8556E3F27196}"/>
                  </a:ext>
                </a:extLst>
              </p:cNvPr>
              <p:cNvSpPr/>
              <p:nvPr/>
            </p:nvSpPr>
            <p:spPr>
              <a:xfrm rot="10800000" flipV="1">
                <a:off x="9148749" y="2501497"/>
                <a:ext cx="46126" cy="17925"/>
              </a:xfrm>
              <a:custGeom>
                <a:avLst/>
                <a:gdLst>
                  <a:gd name="connsiteX0" fmla="*/ 81 w 46126"/>
                  <a:gd name="connsiteY0" fmla="*/ -194 h 17925"/>
                  <a:gd name="connsiteX1" fmla="*/ 46208 w 46126"/>
                  <a:gd name="connsiteY1" fmla="*/ -194 h 17925"/>
                  <a:gd name="connsiteX2" fmla="*/ 46208 w 46126"/>
                  <a:gd name="connsiteY2" fmla="*/ 17731 h 17925"/>
                  <a:gd name="connsiteX3" fmla="*/ 81 w 46126"/>
                  <a:gd name="connsiteY3" fmla="*/ 17731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81" y="-194"/>
                    </a:moveTo>
                    <a:lnTo>
                      <a:pt x="46208" y="-194"/>
                    </a:lnTo>
                    <a:lnTo>
                      <a:pt x="46208" y="17731"/>
                    </a:lnTo>
                    <a:lnTo>
                      <a:pt x="81" y="17731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E11CD49D-9DED-3B24-8CAD-67D4BCAE75D2}"/>
                  </a:ext>
                </a:extLst>
              </p:cNvPr>
              <p:cNvSpPr/>
              <p:nvPr/>
            </p:nvSpPr>
            <p:spPr>
              <a:xfrm rot="10800000" flipV="1">
                <a:off x="9148749" y="2453708"/>
                <a:ext cx="46126" cy="17925"/>
              </a:xfrm>
              <a:custGeom>
                <a:avLst/>
                <a:gdLst>
                  <a:gd name="connsiteX0" fmla="*/ 81 w 46126"/>
                  <a:gd name="connsiteY0" fmla="*/ -203 h 17925"/>
                  <a:gd name="connsiteX1" fmla="*/ 46208 w 46126"/>
                  <a:gd name="connsiteY1" fmla="*/ -203 h 17925"/>
                  <a:gd name="connsiteX2" fmla="*/ 46208 w 46126"/>
                  <a:gd name="connsiteY2" fmla="*/ 17722 h 17925"/>
                  <a:gd name="connsiteX3" fmla="*/ 81 w 46126"/>
                  <a:gd name="connsiteY3" fmla="*/ 17722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81" y="-203"/>
                    </a:moveTo>
                    <a:lnTo>
                      <a:pt x="46208" y="-203"/>
                    </a:lnTo>
                    <a:lnTo>
                      <a:pt x="46208" y="17722"/>
                    </a:lnTo>
                    <a:lnTo>
                      <a:pt x="81" y="17722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B6DEEB35-1F3A-62A4-15BE-B1E6ECA7C55E}"/>
                  </a:ext>
                </a:extLst>
              </p:cNvPr>
              <p:cNvSpPr/>
              <p:nvPr/>
            </p:nvSpPr>
            <p:spPr>
              <a:xfrm rot="10800000" flipV="1">
                <a:off x="9148749" y="2405920"/>
                <a:ext cx="46126" cy="17925"/>
              </a:xfrm>
              <a:custGeom>
                <a:avLst/>
                <a:gdLst>
                  <a:gd name="connsiteX0" fmla="*/ 81 w 46126"/>
                  <a:gd name="connsiteY0" fmla="*/ -212 h 17925"/>
                  <a:gd name="connsiteX1" fmla="*/ 46208 w 46126"/>
                  <a:gd name="connsiteY1" fmla="*/ -212 h 17925"/>
                  <a:gd name="connsiteX2" fmla="*/ 46208 w 46126"/>
                  <a:gd name="connsiteY2" fmla="*/ 17713 h 17925"/>
                  <a:gd name="connsiteX3" fmla="*/ 81 w 46126"/>
                  <a:gd name="connsiteY3" fmla="*/ 17713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81" y="-212"/>
                    </a:moveTo>
                    <a:lnTo>
                      <a:pt x="46208" y="-212"/>
                    </a:lnTo>
                    <a:lnTo>
                      <a:pt x="46208" y="17713"/>
                    </a:lnTo>
                    <a:lnTo>
                      <a:pt x="81" y="17713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FFDA06FD-C9B8-B0E9-A5C1-5FA476F06A98}"/>
                  </a:ext>
                </a:extLst>
              </p:cNvPr>
              <p:cNvSpPr/>
              <p:nvPr/>
            </p:nvSpPr>
            <p:spPr>
              <a:xfrm rot="10800000" flipV="1">
                <a:off x="9148749" y="2358132"/>
                <a:ext cx="46126" cy="17925"/>
              </a:xfrm>
              <a:custGeom>
                <a:avLst/>
                <a:gdLst>
                  <a:gd name="connsiteX0" fmla="*/ 81 w 46126"/>
                  <a:gd name="connsiteY0" fmla="*/ -222 h 17925"/>
                  <a:gd name="connsiteX1" fmla="*/ 46208 w 46126"/>
                  <a:gd name="connsiteY1" fmla="*/ -222 h 17925"/>
                  <a:gd name="connsiteX2" fmla="*/ 46208 w 46126"/>
                  <a:gd name="connsiteY2" fmla="*/ 17703 h 17925"/>
                  <a:gd name="connsiteX3" fmla="*/ 81 w 46126"/>
                  <a:gd name="connsiteY3" fmla="*/ 17703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81" y="-222"/>
                    </a:moveTo>
                    <a:lnTo>
                      <a:pt x="46208" y="-222"/>
                    </a:lnTo>
                    <a:lnTo>
                      <a:pt x="46208" y="17703"/>
                    </a:lnTo>
                    <a:lnTo>
                      <a:pt x="81" y="17703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47FD0549-3C4E-62DD-BC4F-B822623BF2A0}"/>
                  </a:ext>
                </a:extLst>
              </p:cNvPr>
              <p:cNvSpPr/>
              <p:nvPr/>
            </p:nvSpPr>
            <p:spPr>
              <a:xfrm rot="10800000" flipV="1">
                <a:off x="9148749" y="2309695"/>
                <a:ext cx="46126" cy="17925"/>
              </a:xfrm>
              <a:custGeom>
                <a:avLst/>
                <a:gdLst>
                  <a:gd name="connsiteX0" fmla="*/ 81 w 46126"/>
                  <a:gd name="connsiteY0" fmla="*/ -232 h 17925"/>
                  <a:gd name="connsiteX1" fmla="*/ 46208 w 46126"/>
                  <a:gd name="connsiteY1" fmla="*/ -232 h 17925"/>
                  <a:gd name="connsiteX2" fmla="*/ 46208 w 46126"/>
                  <a:gd name="connsiteY2" fmla="*/ 17693 h 17925"/>
                  <a:gd name="connsiteX3" fmla="*/ 81 w 46126"/>
                  <a:gd name="connsiteY3" fmla="*/ 17693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81" y="-232"/>
                    </a:moveTo>
                    <a:lnTo>
                      <a:pt x="46208" y="-232"/>
                    </a:lnTo>
                    <a:lnTo>
                      <a:pt x="46208" y="17693"/>
                    </a:lnTo>
                    <a:lnTo>
                      <a:pt x="81" y="17693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92121153-CB7B-7DFF-D7FD-1AB9EE07E775}"/>
                  </a:ext>
                </a:extLst>
              </p:cNvPr>
              <p:cNvSpPr/>
              <p:nvPr/>
            </p:nvSpPr>
            <p:spPr>
              <a:xfrm rot="10800000" flipV="1">
                <a:off x="9148749" y="2261907"/>
                <a:ext cx="46126" cy="17925"/>
              </a:xfrm>
              <a:custGeom>
                <a:avLst/>
                <a:gdLst>
                  <a:gd name="connsiteX0" fmla="*/ 81 w 46126"/>
                  <a:gd name="connsiteY0" fmla="*/ -241 h 17925"/>
                  <a:gd name="connsiteX1" fmla="*/ 46208 w 46126"/>
                  <a:gd name="connsiteY1" fmla="*/ -241 h 17925"/>
                  <a:gd name="connsiteX2" fmla="*/ 46208 w 46126"/>
                  <a:gd name="connsiteY2" fmla="*/ 17684 h 17925"/>
                  <a:gd name="connsiteX3" fmla="*/ 81 w 46126"/>
                  <a:gd name="connsiteY3" fmla="*/ 17684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81" y="-241"/>
                    </a:moveTo>
                    <a:lnTo>
                      <a:pt x="46208" y="-241"/>
                    </a:lnTo>
                    <a:lnTo>
                      <a:pt x="46208" y="17684"/>
                    </a:lnTo>
                    <a:lnTo>
                      <a:pt x="81" y="17684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413E73AB-5CA4-B3FC-9537-15EA03844D07}"/>
                  </a:ext>
                </a:extLst>
              </p:cNvPr>
              <p:cNvSpPr/>
              <p:nvPr/>
            </p:nvSpPr>
            <p:spPr>
              <a:xfrm rot="10800000" flipV="1">
                <a:off x="9148749" y="2214119"/>
                <a:ext cx="46126" cy="17925"/>
              </a:xfrm>
              <a:custGeom>
                <a:avLst/>
                <a:gdLst>
                  <a:gd name="connsiteX0" fmla="*/ 81 w 46126"/>
                  <a:gd name="connsiteY0" fmla="*/ -250 h 17925"/>
                  <a:gd name="connsiteX1" fmla="*/ 46208 w 46126"/>
                  <a:gd name="connsiteY1" fmla="*/ -250 h 17925"/>
                  <a:gd name="connsiteX2" fmla="*/ 46208 w 46126"/>
                  <a:gd name="connsiteY2" fmla="*/ 17675 h 17925"/>
                  <a:gd name="connsiteX3" fmla="*/ 81 w 46126"/>
                  <a:gd name="connsiteY3" fmla="*/ 17675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81" y="-250"/>
                    </a:moveTo>
                    <a:lnTo>
                      <a:pt x="46208" y="-250"/>
                    </a:lnTo>
                    <a:lnTo>
                      <a:pt x="46208" y="17675"/>
                    </a:lnTo>
                    <a:lnTo>
                      <a:pt x="81" y="17675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E4A30963-8130-AFE8-4230-A882D076D40A}"/>
                  </a:ext>
                </a:extLst>
              </p:cNvPr>
              <p:cNvSpPr/>
              <p:nvPr/>
            </p:nvSpPr>
            <p:spPr>
              <a:xfrm rot="10800000" flipV="1">
                <a:off x="9148749" y="2166331"/>
                <a:ext cx="46126" cy="17925"/>
              </a:xfrm>
              <a:custGeom>
                <a:avLst/>
                <a:gdLst>
                  <a:gd name="connsiteX0" fmla="*/ 81 w 46126"/>
                  <a:gd name="connsiteY0" fmla="*/ -260 h 17925"/>
                  <a:gd name="connsiteX1" fmla="*/ 46208 w 46126"/>
                  <a:gd name="connsiteY1" fmla="*/ -260 h 17925"/>
                  <a:gd name="connsiteX2" fmla="*/ 46208 w 46126"/>
                  <a:gd name="connsiteY2" fmla="*/ 17665 h 17925"/>
                  <a:gd name="connsiteX3" fmla="*/ 81 w 46126"/>
                  <a:gd name="connsiteY3" fmla="*/ 17665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81" y="-260"/>
                    </a:moveTo>
                    <a:lnTo>
                      <a:pt x="46208" y="-260"/>
                    </a:lnTo>
                    <a:lnTo>
                      <a:pt x="46208" y="17665"/>
                    </a:lnTo>
                    <a:lnTo>
                      <a:pt x="81" y="17665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BDC7FBDC-B0E6-3A49-14F3-26DBD34907B8}"/>
                  </a:ext>
                </a:extLst>
              </p:cNvPr>
              <p:cNvSpPr/>
              <p:nvPr/>
            </p:nvSpPr>
            <p:spPr>
              <a:xfrm rot="10800000" flipV="1">
                <a:off x="9148749" y="2118554"/>
                <a:ext cx="46126" cy="17925"/>
              </a:xfrm>
              <a:custGeom>
                <a:avLst/>
                <a:gdLst>
                  <a:gd name="connsiteX0" fmla="*/ 81 w 46126"/>
                  <a:gd name="connsiteY0" fmla="*/ -270 h 17925"/>
                  <a:gd name="connsiteX1" fmla="*/ 46208 w 46126"/>
                  <a:gd name="connsiteY1" fmla="*/ -270 h 17925"/>
                  <a:gd name="connsiteX2" fmla="*/ 46208 w 46126"/>
                  <a:gd name="connsiteY2" fmla="*/ 17655 h 17925"/>
                  <a:gd name="connsiteX3" fmla="*/ 81 w 46126"/>
                  <a:gd name="connsiteY3" fmla="*/ 17655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81" y="-270"/>
                    </a:moveTo>
                    <a:lnTo>
                      <a:pt x="46208" y="-270"/>
                    </a:lnTo>
                    <a:lnTo>
                      <a:pt x="46208" y="17655"/>
                    </a:lnTo>
                    <a:lnTo>
                      <a:pt x="81" y="17655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4FFF395A-28AF-B53A-99D4-630B592C359C}"/>
                  </a:ext>
                </a:extLst>
              </p:cNvPr>
              <p:cNvSpPr/>
              <p:nvPr/>
            </p:nvSpPr>
            <p:spPr>
              <a:xfrm rot="10800000" flipV="1">
                <a:off x="9148749" y="2070766"/>
                <a:ext cx="46126" cy="17925"/>
              </a:xfrm>
              <a:custGeom>
                <a:avLst/>
                <a:gdLst>
                  <a:gd name="connsiteX0" fmla="*/ 81 w 46126"/>
                  <a:gd name="connsiteY0" fmla="*/ -279 h 17925"/>
                  <a:gd name="connsiteX1" fmla="*/ 46208 w 46126"/>
                  <a:gd name="connsiteY1" fmla="*/ -279 h 17925"/>
                  <a:gd name="connsiteX2" fmla="*/ 46208 w 46126"/>
                  <a:gd name="connsiteY2" fmla="*/ 17646 h 17925"/>
                  <a:gd name="connsiteX3" fmla="*/ 81 w 46126"/>
                  <a:gd name="connsiteY3" fmla="*/ 17646 h 17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26" h="17925">
                    <a:moveTo>
                      <a:pt x="81" y="-279"/>
                    </a:moveTo>
                    <a:lnTo>
                      <a:pt x="46208" y="-279"/>
                    </a:lnTo>
                    <a:lnTo>
                      <a:pt x="46208" y="17646"/>
                    </a:lnTo>
                    <a:lnTo>
                      <a:pt x="81" y="17646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8BA60874-789E-BA9E-6EFC-6B88518041F6}"/>
                  </a:ext>
                </a:extLst>
              </p:cNvPr>
              <p:cNvSpPr/>
              <p:nvPr/>
            </p:nvSpPr>
            <p:spPr>
              <a:xfrm rot="-5400000" flipV="1">
                <a:off x="8624634" y="2088692"/>
                <a:ext cx="95576" cy="95576"/>
              </a:xfrm>
              <a:custGeom>
                <a:avLst/>
                <a:gdLst>
                  <a:gd name="connsiteX0" fmla="*/ 48061 w 95576"/>
                  <a:gd name="connsiteY0" fmla="*/ 133 h 95576"/>
                  <a:gd name="connsiteX1" fmla="*/ 273 w 95576"/>
                  <a:gd name="connsiteY1" fmla="*/ 47921 h 95576"/>
                  <a:gd name="connsiteX2" fmla="*/ 48061 w 95576"/>
                  <a:gd name="connsiteY2" fmla="*/ 95709 h 95576"/>
                  <a:gd name="connsiteX3" fmla="*/ 95849 w 95576"/>
                  <a:gd name="connsiteY3" fmla="*/ 47921 h 95576"/>
                  <a:gd name="connsiteX4" fmla="*/ 48061 w 95576"/>
                  <a:gd name="connsiteY4" fmla="*/ 133 h 95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576" h="95576">
                    <a:moveTo>
                      <a:pt x="48061" y="133"/>
                    </a:moveTo>
                    <a:cubicBezTo>
                      <a:pt x="21663" y="133"/>
                      <a:pt x="273" y="21523"/>
                      <a:pt x="273" y="47921"/>
                    </a:cubicBezTo>
                    <a:cubicBezTo>
                      <a:pt x="273" y="74308"/>
                      <a:pt x="21663" y="95709"/>
                      <a:pt x="48061" y="95709"/>
                    </a:cubicBezTo>
                    <a:cubicBezTo>
                      <a:pt x="74448" y="95709"/>
                      <a:pt x="95849" y="74308"/>
                      <a:pt x="95849" y="47921"/>
                    </a:cubicBezTo>
                    <a:cubicBezTo>
                      <a:pt x="95849" y="21523"/>
                      <a:pt x="74448" y="133"/>
                      <a:pt x="48061" y="133"/>
                    </a:cubicBezTo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0D3E4138-4BE7-86C2-33B2-9E523CC45437}"/>
                  </a:ext>
                </a:extLst>
              </p:cNvPr>
              <p:cNvSpPr/>
              <p:nvPr/>
            </p:nvSpPr>
            <p:spPr>
              <a:xfrm rot="10800000" flipV="1">
                <a:off x="9097084" y="2349175"/>
                <a:ext cx="6128" cy="217586"/>
              </a:xfrm>
              <a:custGeom>
                <a:avLst/>
                <a:gdLst>
                  <a:gd name="connsiteX0" fmla="*/ 3381 w 6128"/>
                  <a:gd name="connsiteY0" fmla="*/ 178 h 217586"/>
                  <a:gd name="connsiteX1" fmla="*/ 317 w 6128"/>
                  <a:gd name="connsiteY1" fmla="*/ 108966 h 217586"/>
                  <a:gd name="connsiteX2" fmla="*/ 3381 w 6128"/>
                  <a:gd name="connsiteY2" fmla="*/ 217765 h 217586"/>
                  <a:gd name="connsiteX3" fmla="*/ 6445 w 6128"/>
                  <a:gd name="connsiteY3" fmla="*/ 108966 h 217586"/>
                  <a:gd name="connsiteX4" fmla="*/ 3381 w 6128"/>
                  <a:gd name="connsiteY4" fmla="*/ 178 h 217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28" h="217586">
                    <a:moveTo>
                      <a:pt x="3381" y="178"/>
                    </a:moveTo>
                    <a:cubicBezTo>
                      <a:pt x="1684" y="178"/>
                      <a:pt x="317" y="48886"/>
                      <a:pt x="317" y="108966"/>
                    </a:cubicBezTo>
                    <a:cubicBezTo>
                      <a:pt x="317" y="169070"/>
                      <a:pt x="1684" y="217765"/>
                      <a:pt x="3381" y="217765"/>
                    </a:cubicBezTo>
                    <a:cubicBezTo>
                      <a:pt x="5078" y="217765"/>
                      <a:pt x="6445" y="169070"/>
                      <a:pt x="6445" y="108966"/>
                    </a:cubicBezTo>
                    <a:cubicBezTo>
                      <a:pt x="6445" y="48886"/>
                      <a:pt x="5078" y="178"/>
                      <a:pt x="3381" y="178"/>
                    </a:cubicBezTo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790F0C6F-66AE-4616-9282-2D2D71C50F88}"/>
                  </a:ext>
                </a:extLst>
              </p:cNvPr>
              <p:cNvSpPr/>
              <p:nvPr/>
            </p:nvSpPr>
            <p:spPr>
              <a:xfrm rot="10800000" flipV="1">
                <a:off x="9099394" y="2299313"/>
                <a:ext cx="6139" cy="28779"/>
              </a:xfrm>
              <a:custGeom>
                <a:avLst/>
                <a:gdLst>
                  <a:gd name="connsiteX0" fmla="*/ 3393 w 6139"/>
                  <a:gd name="connsiteY0" fmla="*/ 154 h 28779"/>
                  <a:gd name="connsiteX1" fmla="*/ 317 w 6139"/>
                  <a:gd name="connsiteY1" fmla="*/ 14544 h 28779"/>
                  <a:gd name="connsiteX2" fmla="*/ 3393 w 6139"/>
                  <a:gd name="connsiteY2" fmla="*/ 28933 h 28779"/>
                  <a:gd name="connsiteX3" fmla="*/ 6457 w 6139"/>
                  <a:gd name="connsiteY3" fmla="*/ 14544 h 28779"/>
                  <a:gd name="connsiteX4" fmla="*/ 3393 w 6139"/>
                  <a:gd name="connsiteY4" fmla="*/ 154 h 28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39" h="28779">
                    <a:moveTo>
                      <a:pt x="3393" y="154"/>
                    </a:moveTo>
                    <a:cubicBezTo>
                      <a:pt x="1696" y="154"/>
                      <a:pt x="317" y="6589"/>
                      <a:pt x="317" y="14544"/>
                    </a:cubicBezTo>
                    <a:cubicBezTo>
                      <a:pt x="317" y="22498"/>
                      <a:pt x="1696" y="28933"/>
                      <a:pt x="3393" y="28933"/>
                    </a:cubicBezTo>
                    <a:cubicBezTo>
                      <a:pt x="5090" y="28933"/>
                      <a:pt x="6457" y="22498"/>
                      <a:pt x="6457" y="14544"/>
                    </a:cubicBezTo>
                    <a:cubicBezTo>
                      <a:pt x="6457" y="6589"/>
                      <a:pt x="5090" y="154"/>
                      <a:pt x="3393" y="154"/>
                    </a:cubicBezTo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F0F808A0-D4E9-DD95-114E-8CBD260C6F31}"/>
                  </a:ext>
                </a:extLst>
              </p:cNvPr>
              <p:cNvSpPr/>
              <p:nvPr/>
            </p:nvSpPr>
            <p:spPr>
              <a:xfrm>
                <a:off x="9481252" y="3985326"/>
                <a:ext cx="148738" cy="148727"/>
              </a:xfrm>
              <a:custGeom>
                <a:avLst/>
                <a:gdLst>
                  <a:gd name="connsiteX0" fmla="*/ 74744 w 148738"/>
                  <a:gd name="connsiteY0" fmla="*/ 12141 h 148727"/>
                  <a:gd name="connsiteX1" fmla="*/ 12154 w 148738"/>
                  <a:gd name="connsiteY1" fmla="*/ 74731 h 148727"/>
                  <a:gd name="connsiteX2" fmla="*/ 74744 w 148738"/>
                  <a:gd name="connsiteY2" fmla="*/ 137298 h 148727"/>
                  <a:gd name="connsiteX3" fmla="*/ 137323 w 148738"/>
                  <a:gd name="connsiteY3" fmla="*/ 74731 h 148727"/>
                  <a:gd name="connsiteX4" fmla="*/ 74744 w 148738"/>
                  <a:gd name="connsiteY4" fmla="*/ 12141 h 148727"/>
                  <a:gd name="connsiteX5" fmla="*/ 74744 w 148738"/>
                  <a:gd name="connsiteY5" fmla="*/ 149083 h 148727"/>
                  <a:gd name="connsiteX6" fmla="*/ 369 w 148738"/>
                  <a:gd name="connsiteY6" fmla="*/ 74731 h 148727"/>
                  <a:gd name="connsiteX7" fmla="*/ 74744 w 148738"/>
                  <a:gd name="connsiteY7" fmla="*/ 356 h 148727"/>
                  <a:gd name="connsiteX8" fmla="*/ 149108 w 148738"/>
                  <a:gd name="connsiteY8" fmla="*/ 74731 h 148727"/>
                  <a:gd name="connsiteX9" fmla="*/ 74744 w 148738"/>
                  <a:gd name="connsiteY9" fmla="*/ 149083 h 148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8738" h="148727">
                    <a:moveTo>
                      <a:pt x="74744" y="12141"/>
                    </a:moveTo>
                    <a:cubicBezTo>
                      <a:pt x="40226" y="12141"/>
                      <a:pt x="12154" y="40213"/>
                      <a:pt x="12154" y="74731"/>
                    </a:cubicBezTo>
                    <a:cubicBezTo>
                      <a:pt x="12154" y="109226"/>
                      <a:pt x="40226" y="137298"/>
                      <a:pt x="74744" y="137298"/>
                    </a:cubicBezTo>
                    <a:cubicBezTo>
                      <a:pt x="109251" y="137298"/>
                      <a:pt x="137323" y="109226"/>
                      <a:pt x="137323" y="74731"/>
                    </a:cubicBezTo>
                    <a:cubicBezTo>
                      <a:pt x="137323" y="40213"/>
                      <a:pt x="109251" y="12141"/>
                      <a:pt x="74744" y="12141"/>
                    </a:cubicBezTo>
                    <a:moveTo>
                      <a:pt x="74744" y="149083"/>
                    </a:moveTo>
                    <a:cubicBezTo>
                      <a:pt x="33744" y="149083"/>
                      <a:pt x="369" y="115731"/>
                      <a:pt x="369" y="74731"/>
                    </a:cubicBezTo>
                    <a:cubicBezTo>
                      <a:pt x="369" y="33719"/>
                      <a:pt x="33744" y="356"/>
                      <a:pt x="74744" y="356"/>
                    </a:cubicBezTo>
                    <a:cubicBezTo>
                      <a:pt x="115744" y="356"/>
                      <a:pt x="149108" y="33719"/>
                      <a:pt x="149108" y="74731"/>
                    </a:cubicBezTo>
                    <a:cubicBezTo>
                      <a:pt x="149108" y="115731"/>
                      <a:pt x="115744" y="149083"/>
                      <a:pt x="74744" y="149083"/>
                    </a:cubicBezTo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0A80CD9-807D-0C44-1A08-1A5313979971}"/>
                  </a:ext>
                </a:extLst>
              </p:cNvPr>
              <p:cNvSpPr/>
              <p:nvPr/>
            </p:nvSpPr>
            <p:spPr>
              <a:xfrm rot="10800000" flipV="1">
                <a:off x="7204491" y="3774704"/>
                <a:ext cx="188560" cy="569982"/>
              </a:xfrm>
              <a:custGeom>
                <a:avLst/>
                <a:gdLst>
                  <a:gd name="connsiteX0" fmla="*/ 28 w 188560"/>
                  <a:gd name="connsiteY0" fmla="*/ 113 h 569982"/>
                  <a:gd name="connsiteX1" fmla="*/ 188589 w 188560"/>
                  <a:gd name="connsiteY1" fmla="*/ 113 h 569982"/>
                  <a:gd name="connsiteX2" fmla="*/ 188589 w 188560"/>
                  <a:gd name="connsiteY2" fmla="*/ 570096 h 569982"/>
                  <a:gd name="connsiteX3" fmla="*/ 28 w 188560"/>
                  <a:gd name="connsiteY3" fmla="*/ 570096 h 569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560" h="569982">
                    <a:moveTo>
                      <a:pt x="28" y="113"/>
                    </a:moveTo>
                    <a:lnTo>
                      <a:pt x="188589" y="113"/>
                    </a:lnTo>
                    <a:lnTo>
                      <a:pt x="188589" y="570096"/>
                    </a:lnTo>
                    <a:lnTo>
                      <a:pt x="28" y="570096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31F2869A-4162-E158-84F3-DEBED27C617C}"/>
                  </a:ext>
                </a:extLst>
              </p:cNvPr>
              <p:cNvSpPr/>
              <p:nvPr/>
            </p:nvSpPr>
            <p:spPr>
              <a:xfrm rot="10800000" flipV="1">
                <a:off x="8075499" y="3774704"/>
                <a:ext cx="188560" cy="569982"/>
              </a:xfrm>
              <a:custGeom>
                <a:avLst/>
                <a:gdLst>
                  <a:gd name="connsiteX0" fmla="*/ 53 w 188560"/>
                  <a:gd name="connsiteY0" fmla="*/ 113 h 569982"/>
                  <a:gd name="connsiteX1" fmla="*/ 188613 w 188560"/>
                  <a:gd name="connsiteY1" fmla="*/ 113 h 569982"/>
                  <a:gd name="connsiteX2" fmla="*/ 188613 w 188560"/>
                  <a:gd name="connsiteY2" fmla="*/ 570096 h 569982"/>
                  <a:gd name="connsiteX3" fmla="*/ 53 w 188560"/>
                  <a:gd name="connsiteY3" fmla="*/ 570096 h 569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560" h="569982">
                    <a:moveTo>
                      <a:pt x="53" y="113"/>
                    </a:moveTo>
                    <a:lnTo>
                      <a:pt x="188613" y="113"/>
                    </a:lnTo>
                    <a:lnTo>
                      <a:pt x="188613" y="570096"/>
                    </a:lnTo>
                    <a:lnTo>
                      <a:pt x="53" y="570096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856E69A8-EAD2-FD21-3B17-1E627DE01F44}"/>
                  </a:ext>
                </a:extLst>
              </p:cNvPr>
              <p:cNvSpPr/>
              <p:nvPr/>
            </p:nvSpPr>
            <p:spPr>
              <a:xfrm rot="10800000" flipV="1">
                <a:off x="8407730" y="3774704"/>
                <a:ext cx="188560" cy="569982"/>
              </a:xfrm>
              <a:custGeom>
                <a:avLst/>
                <a:gdLst>
                  <a:gd name="connsiteX0" fmla="*/ 62 w 188560"/>
                  <a:gd name="connsiteY0" fmla="*/ 113 h 569982"/>
                  <a:gd name="connsiteX1" fmla="*/ 188623 w 188560"/>
                  <a:gd name="connsiteY1" fmla="*/ 113 h 569982"/>
                  <a:gd name="connsiteX2" fmla="*/ 188623 w 188560"/>
                  <a:gd name="connsiteY2" fmla="*/ 570096 h 569982"/>
                  <a:gd name="connsiteX3" fmla="*/ 62 w 188560"/>
                  <a:gd name="connsiteY3" fmla="*/ 570096 h 569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560" h="569982">
                    <a:moveTo>
                      <a:pt x="62" y="113"/>
                    </a:moveTo>
                    <a:lnTo>
                      <a:pt x="188623" y="113"/>
                    </a:lnTo>
                    <a:lnTo>
                      <a:pt x="188623" y="570096"/>
                    </a:lnTo>
                    <a:lnTo>
                      <a:pt x="62" y="570096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043EF747-56BD-797A-B32C-2F1E81DF11F0}"/>
                  </a:ext>
                </a:extLst>
              </p:cNvPr>
              <p:cNvSpPr/>
              <p:nvPr/>
            </p:nvSpPr>
            <p:spPr>
              <a:xfrm rot="10800000" flipV="1">
                <a:off x="8739974" y="3774704"/>
                <a:ext cx="188560" cy="569982"/>
              </a:xfrm>
              <a:custGeom>
                <a:avLst/>
                <a:gdLst>
                  <a:gd name="connsiteX0" fmla="*/ 72 w 188560"/>
                  <a:gd name="connsiteY0" fmla="*/ 113 h 569982"/>
                  <a:gd name="connsiteX1" fmla="*/ 188632 w 188560"/>
                  <a:gd name="connsiteY1" fmla="*/ 113 h 569982"/>
                  <a:gd name="connsiteX2" fmla="*/ 188632 w 188560"/>
                  <a:gd name="connsiteY2" fmla="*/ 570096 h 569982"/>
                  <a:gd name="connsiteX3" fmla="*/ 72 w 188560"/>
                  <a:gd name="connsiteY3" fmla="*/ 570096 h 569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560" h="569982">
                    <a:moveTo>
                      <a:pt x="72" y="113"/>
                    </a:moveTo>
                    <a:lnTo>
                      <a:pt x="188632" y="113"/>
                    </a:lnTo>
                    <a:lnTo>
                      <a:pt x="188632" y="570096"/>
                    </a:lnTo>
                    <a:lnTo>
                      <a:pt x="72" y="570096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724800BD-7E7D-3C9F-93F5-D1EFDFE96BDA}"/>
                  </a:ext>
                </a:extLst>
              </p:cNvPr>
              <p:cNvSpPr/>
              <p:nvPr/>
            </p:nvSpPr>
            <p:spPr>
              <a:xfrm rot="10800000" flipV="1">
                <a:off x="9072206" y="3774704"/>
                <a:ext cx="188560" cy="569982"/>
              </a:xfrm>
              <a:custGeom>
                <a:avLst/>
                <a:gdLst>
                  <a:gd name="connsiteX0" fmla="*/ 81 w 188560"/>
                  <a:gd name="connsiteY0" fmla="*/ 113 h 569982"/>
                  <a:gd name="connsiteX1" fmla="*/ 188642 w 188560"/>
                  <a:gd name="connsiteY1" fmla="*/ 113 h 569982"/>
                  <a:gd name="connsiteX2" fmla="*/ 188642 w 188560"/>
                  <a:gd name="connsiteY2" fmla="*/ 570096 h 569982"/>
                  <a:gd name="connsiteX3" fmla="*/ 81 w 188560"/>
                  <a:gd name="connsiteY3" fmla="*/ 570096 h 569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560" h="569982">
                    <a:moveTo>
                      <a:pt x="81" y="113"/>
                    </a:moveTo>
                    <a:lnTo>
                      <a:pt x="188642" y="113"/>
                    </a:lnTo>
                    <a:lnTo>
                      <a:pt x="188642" y="570096"/>
                    </a:lnTo>
                    <a:lnTo>
                      <a:pt x="81" y="570096"/>
                    </a:lnTo>
                    <a:close/>
                  </a:path>
                </a:pathLst>
              </a:custGeom>
              <a:grpFill/>
              <a:ln w="12700" cap="flat">
                <a:solidFill>
                  <a:srgbClr val="FFD54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prstClr val="black"/>
                  </a:solidFill>
                  <a:latin typeface="Segoe UI Ligh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03067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1C06EA4-8D0F-0740-F236-CEAF963C92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7567D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3635666-B65F-53C4-87D9-20BC14CECEB7}"/>
              </a:ext>
            </a:extLst>
          </p:cNvPr>
          <p:cNvSpPr/>
          <p:nvPr/>
        </p:nvSpPr>
        <p:spPr>
          <a:xfrm>
            <a:off x="6197" y="714076"/>
            <a:ext cx="3549180" cy="3549180"/>
          </a:xfrm>
          <a:custGeom>
            <a:avLst/>
            <a:gdLst>
              <a:gd name="connsiteX0" fmla="*/ 3549180 w 3549180"/>
              <a:gd name="connsiteY0" fmla="*/ 1774590 h 3549180"/>
              <a:gd name="connsiteX1" fmla="*/ 1774590 w 3549180"/>
              <a:gd name="connsiteY1" fmla="*/ 3549180 h 3549180"/>
              <a:gd name="connsiteX2" fmla="*/ 0 w 3549180"/>
              <a:gd name="connsiteY2" fmla="*/ 1774590 h 3549180"/>
              <a:gd name="connsiteX3" fmla="*/ 1774590 w 3549180"/>
              <a:gd name="connsiteY3" fmla="*/ 0 h 3549180"/>
              <a:gd name="connsiteX4" fmla="*/ 3549180 w 3549180"/>
              <a:gd name="connsiteY4" fmla="*/ 1774590 h 354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49180" h="3549180">
                <a:moveTo>
                  <a:pt x="3549180" y="1774590"/>
                </a:moveTo>
                <a:cubicBezTo>
                  <a:pt x="3549180" y="2754669"/>
                  <a:pt x="2754669" y="3549180"/>
                  <a:pt x="1774590" y="3549180"/>
                </a:cubicBezTo>
                <a:cubicBezTo>
                  <a:pt x="794511" y="3549180"/>
                  <a:pt x="0" y="2754669"/>
                  <a:pt x="0" y="1774590"/>
                </a:cubicBezTo>
                <a:cubicBezTo>
                  <a:pt x="0" y="794511"/>
                  <a:pt x="794511" y="0"/>
                  <a:pt x="1774590" y="0"/>
                </a:cubicBezTo>
                <a:cubicBezTo>
                  <a:pt x="2754669" y="0"/>
                  <a:pt x="3549180" y="794511"/>
                  <a:pt x="3549180" y="1774590"/>
                </a:cubicBezTo>
                <a:close/>
              </a:path>
            </a:pathLst>
          </a:custGeom>
          <a:solidFill>
            <a:srgbClr val="1F2639"/>
          </a:solidFill>
          <a:ln w="635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69A0015-1647-E5B6-FDD1-DA7AA9C20557}"/>
              </a:ext>
            </a:extLst>
          </p:cNvPr>
          <p:cNvSpPr/>
          <p:nvPr/>
        </p:nvSpPr>
        <p:spPr>
          <a:xfrm>
            <a:off x="1467167" y="0"/>
            <a:ext cx="3549180" cy="2623940"/>
          </a:xfrm>
          <a:custGeom>
            <a:avLst/>
            <a:gdLst>
              <a:gd name="connsiteX0" fmla="*/ 0 w 3549180"/>
              <a:gd name="connsiteY0" fmla="*/ 849351 h 2623940"/>
              <a:gd name="connsiteX1" fmla="*/ 1774590 w 3549180"/>
              <a:gd name="connsiteY1" fmla="*/ 2623941 h 2623940"/>
              <a:gd name="connsiteX2" fmla="*/ 3549180 w 3549180"/>
              <a:gd name="connsiteY2" fmla="*/ 849351 h 2623940"/>
              <a:gd name="connsiteX3" fmla="*/ 3333058 w 3549180"/>
              <a:gd name="connsiteY3" fmla="*/ 0 h 2623940"/>
              <a:gd name="connsiteX4" fmla="*/ 216129 w 3549180"/>
              <a:gd name="connsiteY4" fmla="*/ 0 h 2623940"/>
              <a:gd name="connsiteX5" fmla="*/ 0 w 3549180"/>
              <a:gd name="connsiteY5" fmla="*/ 849351 h 2623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49180" h="2623940">
                <a:moveTo>
                  <a:pt x="0" y="849351"/>
                </a:moveTo>
                <a:cubicBezTo>
                  <a:pt x="0" y="1829429"/>
                  <a:pt x="794512" y="2623941"/>
                  <a:pt x="1774590" y="2623941"/>
                </a:cubicBezTo>
                <a:cubicBezTo>
                  <a:pt x="2754668" y="2623941"/>
                  <a:pt x="3549180" y="1829429"/>
                  <a:pt x="3549180" y="849351"/>
                </a:cubicBezTo>
                <a:cubicBezTo>
                  <a:pt x="3549180" y="541655"/>
                  <a:pt x="3470834" y="252273"/>
                  <a:pt x="3333058" y="0"/>
                </a:cubicBezTo>
                <a:lnTo>
                  <a:pt x="216129" y="0"/>
                </a:lnTo>
                <a:cubicBezTo>
                  <a:pt x="78353" y="252273"/>
                  <a:pt x="0" y="541655"/>
                  <a:pt x="0" y="849351"/>
                </a:cubicBezTo>
                <a:close/>
              </a:path>
            </a:pathLst>
          </a:custGeom>
          <a:solidFill>
            <a:srgbClr val="1F263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A1B24C7-807D-0AC8-D3BB-2A4AD8221472}"/>
              </a:ext>
            </a:extLst>
          </p:cNvPr>
          <p:cNvSpPr/>
          <p:nvPr/>
        </p:nvSpPr>
        <p:spPr>
          <a:xfrm>
            <a:off x="4092428" y="2008460"/>
            <a:ext cx="4270374" cy="4270375"/>
          </a:xfrm>
          <a:custGeom>
            <a:avLst/>
            <a:gdLst>
              <a:gd name="connsiteX0" fmla="*/ 4270376 w 4270374"/>
              <a:gd name="connsiteY0" fmla="*/ 2135188 h 4270375"/>
              <a:gd name="connsiteX1" fmla="*/ 2135188 w 4270374"/>
              <a:gd name="connsiteY1" fmla="*/ 4270375 h 4270375"/>
              <a:gd name="connsiteX2" fmla="*/ 0 w 4270374"/>
              <a:gd name="connsiteY2" fmla="*/ 2135188 h 4270375"/>
              <a:gd name="connsiteX3" fmla="*/ 2135188 w 4270374"/>
              <a:gd name="connsiteY3" fmla="*/ 0 h 4270375"/>
              <a:gd name="connsiteX4" fmla="*/ 4270376 w 4270374"/>
              <a:gd name="connsiteY4" fmla="*/ 2135188 h 4270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70374" h="4270375">
                <a:moveTo>
                  <a:pt x="4270376" y="2135188"/>
                </a:moveTo>
                <a:cubicBezTo>
                  <a:pt x="4270376" y="3314419"/>
                  <a:pt x="3314419" y="4270375"/>
                  <a:pt x="2135188" y="4270375"/>
                </a:cubicBezTo>
                <a:cubicBezTo>
                  <a:pt x="955956" y="4270375"/>
                  <a:pt x="0" y="3314419"/>
                  <a:pt x="0" y="2135188"/>
                </a:cubicBezTo>
                <a:cubicBezTo>
                  <a:pt x="0" y="955956"/>
                  <a:pt x="955956" y="0"/>
                  <a:pt x="2135188" y="0"/>
                </a:cubicBezTo>
                <a:cubicBezTo>
                  <a:pt x="3314419" y="0"/>
                  <a:pt x="4270376" y="955956"/>
                  <a:pt x="4270376" y="2135188"/>
                </a:cubicBezTo>
                <a:close/>
              </a:path>
            </a:pathLst>
          </a:custGeom>
          <a:solidFill>
            <a:srgbClr val="1F2639"/>
          </a:solidFill>
          <a:ln w="635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E2CF906-A63B-B86E-5298-68ECBE29C73F}"/>
              </a:ext>
            </a:extLst>
          </p:cNvPr>
          <p:cNvSpPr/>
          <p:nvPr/>
        </p:nvSpPr>
        <p:spPr>
          <a:xfrm>
            <a:off x="2924028" y="3764235"/>
            <a:ext cx="2905125" cy="2905125"/>
          </a:xfrm>
          <a:custGeom>
            <a:avLst/>
            <a:gdLst>
              <a:gd name="connsiteX0" fmla="*/ 2905125 w 2905125"/>
              <a:gd name="connsiteY0" fmla="*/ 1452563 h 2905125"/>
              <a:gd name="connsiteX1" fmla="*/ 1452562 w 2905125"/>
              <a:gd name="connsiteY1" fmla="*/ 2905125 h 2905125"/>
              <a:gd name="connsiteX2" fmla="*/ 0 w 2905125"/>
              <a:gd name="connsiteY2" fmla="*/ 1452562 h 2905125"/>
              <a:gd name="connsiteX3" fmla="*/ 1452562 w 2905125"/>
              <a:gd name="connsiteY3" fmla="*/ 0 h 2905125"/>
              <a:gd name="connsiteX4" fmla="*/ 2905125 w 2905125"/>
              <a:gd name="connsiteY4" fmla="*/ 1452563 h 290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05125" h="2905125">
                <a:moveTo>
                  <a:pt x="2905125" y="1452563"/>
                </a:moveTo>
                <a:cubicBezTo>
                  <a:pt x="2905125" y="2254791"/>
                  <a:pt x="2254791" y="2905125"/>
                  <a:pt x="1452562" y="2905125"/>
                </a:cubicBezTo>
                <a:cubicBezTo>
                  <a:pt x="650334" y="2905125"/>
                  <a:pt x="0" y="2254791"/>
                  <a:pt x="0" y="1452562"/>
                </a:cubicBezTo>
                <a:cubicBezTo>
                  <a:pt x="0" y="650334"/>
                  <a:pt x="650334" y="0"/>
                  <a:pt x="1452562" y="0"/>
                </a:cubicBezTo>
                <a:cubicBezTo>
                  <a:pt x="2254791" y="0"/>
                  <a:pt x="2905125" y="650334"/>
                  <a:pt x="2905125" y="1452563"/>
                </a:cubicBezTo>
                <a:close/>
              </a:path>
            </a:pathLst>
          </a:custGeom>
          <a:solidFill>
            <a:srgbClr val="1F2639"/>
          </a:solidFill>
          <a:ln w="635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AFC3BB9-CE83-8DC0-AF53-5BF81B33CBD4}"/>
              </a:ext>
            </a:extLst>
          </p:cNvPr>
          <p:cNvSpPr/>
          <p:nvPr/>
        </p:nvSpPr>
        <p:spPr>
          <a:xfrm>
            <a:off x="9451530" y="2548204"/>
            <a:ext cx="2740469" cy="4309795"/>
          </a:xfrm>
          <a:custGeom>
            <a:avLst/>
            <a:gdLst>
              <a:gd name="connsiteX0" fmla="*/ 2740469 w 2740469"/>
              <a:gd name="connsiteY0" fmla="*/ 4231374 h 4309795"/>
              <a:gd name="connsiteX1" fmla="*/ 2740469 w 2740469"/>
              <a:gd name="connsiteY1" fmla="*/ 80289 h 4309795"/>
              <a:gd name="connsiteX2" fmla="*/ 2155825 w 2740469"/>
              <a:gd name="connsiteY2" fmla="*/ 0 h 4309795"/>
              <a:gd name="connsiteX3" fmla="*/ 0 w 2740469"/>
              <a:gd name="connsiteY3" fmla="*/ 2155825 h 4309795"/>
              <a:gd name="connsiteX4" fmla="*/ 2069782 w 2740469"/>
              <a:gd name="connsiteY4" fmla="*/ 4309796 h 4309795"/>
              <a:gd name="connsiteX5" fmla="*/ 2241804 w 2740469"/>
              <a:gd name="connsiteY5" fmla="*/ 4309796 h 4309795"/>
              <a:gd name="connsiteX6" fmla="*/ 2740469 w 2740469"/>
              <a:gd name="connsiteY6" fmla="*/ 4231374 h 4309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40469" h="4309795">
                <a:moveTo>
                  <a:pt x="2740469" y="4231374"/>
                </a:moveTo>
                <a:lnTo>
                  <a:pt x="2740469" y="80289"/>
                </a:lnTo>
                <a:cubicBezTo>
                  <a:pt x="2554541" y="28016"/>
                  <a:pt x="2358453" y="0"/>
                  <a:pt x="2155825" y="0"/>
                </a:cubicBezTo>
                <a:cubicBezTo>
                  <a:pt x="965200" y="0"/>
                  <a:pt x="0" y="965194"/>
                  <a:pt x="0" y="2155825"/>
                </a:cubicBezTo>
                <a:cubicBezTo>
                  <a:pt x="0" y="3317640"/>
                  <a:pt x="919099" y="4264648"/>
                  <a:pt x="2069782" y="4309796"/>
                </a:cubicBezTo>
                <a:lnTo>
                  <a:pt x="2241804" y="4309796"/>
                </a:lnTo>
                <a:cubicBezTo>
                  <a:pt x="2413952" y="4303065"/>
                  <a:pt x="2580957" y="4276204"/>
                  <a:pt x="2740469" y="4231374"/>
                </a:cubicBezTo>
                <a:close/>
              </a:path>
            </a:pathLst>
          </a:custGeom>
          <a:solidFill>
            <a:srgbClr val="00000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89AE70F-4830-E232-A397-F8611F10D0DD}"/>
              </a:ext>
            </a:extLst>
          </p:cNvPr>
          <p:cNvSpPr/>
          <p:nvPr/>
        </p:nvSpPr>
        <p:spPr>
          <a:xfrm>
            <a:off x="5683103" y="4821510"/>
            <a:ext cx="2980074" cy="2036489"/>
          </a:xfrm>
          <a:custGeom>
            <a:avLst/>
            <a:gdLst>
              <a:gd name="connsiteX0" fmla="*/ 1490047 w 2980074"/>
              <a:gd name="connsiteY0" fmla="*/ 0 h 2036489"/>
              <a:gd name="connsiteX1" fmla="*/ 0 w 2980074"/>
              <a:gd name="connsiteY1" fmla="*/ 1490053 h 2036489"/>
              <a:gd name="connsiteX2" fmla="*/ 103384 w 2980074"/>
              <a:gd name="connsiteY2" fmla="*/ 2036489 h 2036489"/>
              <a:gd name="connsiteX3" fmla="*/ 2876696 w 2980074"/>
              <a:gd name="connsiteY3" fmla="*/ 2036489 h 2036489"/>
              <a:gd name="connsiteX4" fmla="*/ 2980074 w 2980074"/>
              <a:gd name="connsiteY4" fmla="*/ 1490053 h 2036489"/>
              <a:gd name="connsiteX5" fmla="*/ 1490047 w 2980074"/>
              <a:gd name="connsiteY5" fmla="*/ 0 h 2036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80074" h="2036489">
                <a:moveTo>
                  <a:pt x="1490047" y="0"/>
                </a:moveTo>
                <a:cubicBezTo>
                  <a:pt x="667087" y="0"/>
                  <a:pt x="0" y="667118"/>
                  <a:pt x="0" y="1490053"/>
                </a:cubicBezTo>
                <a:cubicBezTo>
                  <a:pt x="0" y="1682985"/>
                  <a:pt x="36659" y="1867325"/>
                  <a:pt x="103384" y="2036489"/>
                </a:cubicBezTo>
                <a:lnTo>
                  <a:pt x="2876696" y="2036489"/>
                </a:lnTo>
                <a:cubicBezTo>
                  <a:pt x="2943435" y="1867325"/>
                  <a:pt x="2980074" y="1682985"/>
                  <a:pt x="2980074" y="1490053"/>
                </a:cubicBezTo>
                <a:cubicBezTo>
                  <a:pt x="2980074" y="667118"/>
                  <a:pt x="2312943" y="0"/>
                  <a:pt x="1490047" y="0"/>
                </a:cubicBezTo>
                <a:close/>
              </a:path>
            </a:pathLst>
          </a:custGeom>
          <a:solidFill>
            <a:srgbClr val="121620"/>
          </a:solidFill>
          <a:ln w="635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57CE8DE-F5C8-4302-DBAF-84BB62770E92}"/>
              </a:ext>
            </a:extLst>
          </p:cNvPr>
          <p:cNvSpPr/>
          <p:nvPr/>
        </p:nvSpPr>
        <p:spPr>
          <a:xfrm>
            <a:off x="0" y="3773760"/>
            <a:ext cx="3155327" cy="3084239"/>
          </a:xfrm>
          <a:custGeom>
            <a:avLst/>
            <a:gdLst>
              <a:gd name="connsiteX0" fmla="*/ 1380738 w 3155327"/>
              <a:gd name="connsiteY0" fmla="*/ 0 h 3084239"/>
              <a:gd name="connsiteX1" fmla="*/ 0 w 3155327"/>
              <a:gd name="connsiteY1" fmla="*/ 659917 h 3084239"/>
              <a:gd name="connsiteX2" fmla="*/ 0 w 3155327"/>
              <a:gd name="connsiteY2" fmla="*/ 2889295 h 3084239"/>
              <a:gd name="connsiteX3" fmla="*/ 183318 w 3155327"/>
              <a:gd name="connsiteY3" fmla="*/ 3084239 h 3084239"/>
              <a:gd name="connsiteX4" fmla="*/ 2578157 w 3155327"/>
              <a:gd name="connsiteY4" fmla="*/ 3084239 h 3084239"/>
              <a:gd name="connsiteX5" fmla="*/ 3155328 w 3155327"/>
              <a:gd name="connsiteY5" fmla="*/ 1774590 h 3084239"/>
              <a:gd name="connsiteX6" fmla="*/ 1380738 w 3155327"/>
              <a:gd name="connsiteY6" fmla="*/ 0 h 3084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55327" h="3084239">
                <a:moveTo>
                  <a:pt x="1380738" y="0"/>
                </a:moveTo>
                <a:cubicBezTo>
                  <a:pt x="822922" y="0"/>
                  <a:pt x="325317" y="257448"/>
                  <a:pt x="0" y="659917"/>
                </a:cubicBezTo>
                <a:lnTo>
                  <a:pt x="0" y="2889295"/>
                </a:lnTo>
                <a:cubicBezTo>
                  <a:pt x="56178" y="2958763"/>
                  <a:pt x="117443" y="3023978"/>
                  <a:pt x="183318" y="3084239"/>
                </a:cubicBezTo>
                <a:lnTo>
                  <a:pt x="2578157" y="3084239"/>
                </a:lnTo>
                <a:cubicBezTo>
                  <a:pt x="2932837" y="2759755"/>
                  <a:pt x="3155328" y="2293182"/>
                  <a:pt x="3155328" y="1774590"/>
                </a:cubicBezTo>
                <a:cubicBezTo>
                  <a:pt x="3155328" y="794505"/>
                  <a:pt x="2360822" y="0"/>
                  <a:pt x="1380738" y="0"/>
                </a:cubicBezTo>
                <a:close/>
              </a:path>
            </a:pathLst>
          </a:custGeom>
          <a:solidFill>
            <a:srgbClr val="12162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3772E49-19E3-F723-F189-28FEBE0618D9}"/>
              </a:ext>
            </a:extLst>
          </p:cNvPr>
          <p:cNvSpPr/>
          <p:nvPr/>
        </p:nvSpPr>
        <p:spPr>
          <a:xfrm>
            <a:off x="0" y="1269872"/>
            <a:ext cx="2365857" cy="2097481"/>
          </a:xfrm>
          <a:custGeom>
            <a:avLst/>
            <a:gdLst>
              <a:gd name="connsiteX0" fmla="*/ 641521 w 2365857"/>
              <a:gd name="connsiteY0" fmla="*/ 673741 h 2097481"/>
              <a:gd name="connsiteX1" fmla="*/ 630568 w 2365857"/>
              <a:gd name="connsiteY1" fmla="*/ 674789 h 2097481"/>
              <a:gd name="connsiteX2" fmla="*/ 388645 w 2365857"/>
              <a:gd name="connsiteY2" fmla="*/ 625291 h 2097481"/>
              <a:gd name="connsiteX3" fmla="*/ 0 w 2365857"/>
              <a:gd name="connsiteY3" fmla="*/ 0 h 2097481"/>
              <a:gd name="connsiteX4" fmla="*/ 0 w 2365857"/>
              <a:gd name="connsiteY4" fmla="*/ 41205 h 2097481"/>
              <a:gd name="connsiteX5" fmla="*/ 375082 w 2365857"/>
              <a:gd name="connsiteY5" fmla="*/ 644665 h 2097481"/>
              <a:gd name="connsiteX6" fmla="*/ 738422 w 2365857"/>
              <a:gd name="connsiteY6" fmla="*/ 1421143 h 2097481"/>
              <a:gd name="connsiteX7" fmla="*/ 1355896 w 2365857"/>
              <a:gd name="connsiteY7" fmla="*/ 2097481 h 2097481"/>
              <a:gd name="connsiteX8" fmla="*/ 399999 w 2365857"/>
              <a:gd name="connsiteY8" fmla="*/ 649808 h 2097481"/>
              <a:gd name="connsiteX9" fmla="*/ 621563 w 2365857"/>
              <a:gd name="connsiteY9" fmla="*/ 695141 h 2097481"/>
              <a:gd name="connsiteX10" fmla="*/ 1450994 w 2365857"/>
              <a:gd name="connsiteY10" fmla="*/ 1000068 h 2097481"/>
              <a:gd name="connsiteX11" fmla="*/ 2365858 w 2365857"/>
              <a:gd name="connsiteY11" fmla="*/ 1041692 h 2097481"/>
              <a:gd name="connsiteX12" fmla="*/ 1508163 w 2365857"/>
              <a:gd name="connsiteY12" fmla="*/ 720649 h 2097481"/>
              <a:gd name="connsiteX13" fmla="*/ 641521 w 2365857"/>
              <a:gd name="connsiteY13" fmla="*/ 673741 h 2097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65857" h="2097481">
                <a:moveTo>
                  <a:pt x="641521" y="673741"/>
                </a:moveTo>
                <a:cubicBezTo>
                  <a:pt x="635883" y="674275"/>
                  <a:pt x="630568" y="674789"/>
                  <a:pt x="630568" y="674789"/>
                </a:cubicBezTo>
                <a:lnTo>
                  <a:pt x="388645" y="625291"/>
                </a:lnTo>
                <a:lnTo>
                  <a:pt x="0" y="0"/>
                </a:lnTo>
                <a:lnTo>
                  <a:pt x="0" y="41205"/>
                </a:lnTo>
                <a:lnTo>
                  <a:pt x="375082" y="644665"/>
                </a:lnTo>
                <a:cubicBezTo>
                  <a:pt x="413614" y="772560"/>
                  <a:pt x="524205" y="1096721"/>
                  <a:pt x="738422" y="1421143"/>
                </a:cubicBezTo>
                <a:cubicBezTo>
                  <a:pt x="1013720" y="1838071"/>
                  <a:pt x="1355896" y="2097481"/>
                  <a:pt x="1355896" y="2097481"/>
                </a:cubicBezTo>
                <a:lnTo>
                  <a:pt x="399999" y="649808"/>
                </a:lnTo>
                <a:lnTo>
                  <a:pt x="621563" y="695141"/>
                </a:lnTo>
                <a:cubicBezTo>
                  <a:pt x="716445" y="747770"/>
                  <a:pt x="1041190" y="916222"/>
                  <a:pt x="1450994" y="1000068"/>
                </a:cubicBezTo>
                <a:cubicBezTo>
                  <a:pt x="1940471" y="1100214"/>
                  <a:pt x="2365858" y="1041692"/>
                  <a:pt x="2365858" y="1041692"/>
                </a:cubicBezTo>
                <a:cubicBezTo>
                  <a:pt x="2365858" y="1041692"/>
                  <a:pt x="1997640" y="820795"/>
                  <a:pt x="1508163" y="720649"/>
                </a:cubicBezTo>
                <a:cubicBezTo>
                  <a:pt x="1116584" y="640537"/>
                  <a:pt x="766083" y="661962"/>
                  <a:pt x="641521" y="673741"/>
                </a:cubicBezTo>
                <a:close/>
              </a:path>
            </a:pathLst>
          </a:custGeom>
          <a:solidFill>
            <a:srgbClr val="121620"/>
          </a:solidFill>
          <a:ln w="635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0C94AC6-6E5C-F275-AC13-8CD4ABD578E7}"/>
              </a:ext>
            </a:extLst>
          </p:cNvPr>
          <p:cNvSpPr/>
          <p:nvPr/>
        </p:nvSpPr>
        <p:spPr>
          <a:xfrm>
            <a:off x="0" y="0"/>
            <a:ext cx="2584303" cy="1587492"/>
          </a:xfrm>
          <a:custGeom>
            <a:avLst/>
            <a:gdLst>
              <a:gd name="connsiteX0" fmla="*/ 1936490 w 2584303"/>
              <a:gd name="connsiteY0" fmla="*/ 0 h 1587492"/>
              <a:gd name="connsiteX1" fmla="*/ 1405179 w 2584303"/>
              <a:gd name="connsiteY1" fmla="*/ 0 h 1587492"/>
              <a:gd name="connsiteX2" fmla="*/ 1074712 w 2584303"/>
              <a:gd name="connsiteY2" fmla="*/ 195231 h 1587492"/>
              <a:gd name="connsiteX3" fmla="*/ 140056 w 2584303"/>
              <a:gd name="connsiteY3" fmla="*/ 1045407 h 1587492"/>
              <a:gd name="connsiteX4" fmla="*/ 0 w 2584303"/>
              <a:gd name="connsiteY4" fmla="*/ 1020585 h 1587492"/>
              <a:gd name="connsiteX5" fmla="*/ 0 w 2584303"/>
              <a:gd name="connsiteY5" fmla="*/ 1042676 h 1587492"/>
              <a:gd name="connsiteX6" fmla="*/ 123965 w 2584303"/>
              <a:gd name="connsiteY6" fmla="*/ 1064647 h 1587492"/>
              <a:gd name="connsiteX7" fmla="*/ 1308697 w 2584303"/>
              <a:gd name="connsiteY7" fmla="*/ 1505757 h 1587492"/>
              <a:gd name="connsiteX8" fmla="*/ 2584304 w 2584303"/>
              <a:gd name="connsiteY8" fmla="*/ 1563796 h 1587492"/>
              <a:gd name="connsiteX9" fmla="*/ 1388409 w 2584303"/>
              <a:gd name="connsiteY9" fmla="*/ 1116159 h 1587492"/>
              <a:gd name="connsiteX10" fmla="*/ 160249 w 2584303"/>
              <a:gd name="connsiteY10" fmla="*/ 1052690 h 1587492"/>
              <a:gd name="connsiteX11" fmla="*/ 159188 w 2584303"/>
              <a:gd name="connsiteY11" fmla="*/ 1048798 h 1587492"/>
              <a:gd name="connsiteX12" fmla="*/ 1293832 w 2584303"/>
              <a:gd name="connsiteY12" fmla="*/ 527082 h 1587492"/>
              <a:gd name="connsiteX13" fmla="*/ 1936490 w 2584303"/>
              <a:gd name="connsiteY13" fmla="*/ 0 h 1587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84303" h="1587492">
                <a:moveTo>
                  <a:pt x="1936490" y="0"/>
                </a:moveTo>
                <a:lnTo>
                  <a:pt x="1405179" y="0"/>
                </a:lnTo>
                <a:cubicBezTo>
                  <a:pt x="1297769" y="56744"/>
                  <a:pt x="1186256" y="121577"/>
                  <a:pt x="1074712" y="195231"/>
                </a:cubicBezTo>
                <a:cubicBezTo>
                  <a:pt x="544563" y="545287"/>
                  <a:pt x="197136" y="972826"/>
                  <a:pt x="140056" y="1045407"/>
                </a:cubicBezTo>
                <a:lnTo>
                  <a:pt x="0" y="1020585"/>
                </a:lnTo>
                <a:lnTo>
                  <a:pt x="0" y="1042676"/>
                </a:lnTo>
                <a:lnTo>
                  <a:pt x="123965" y="1064647"/>
                </a:lnTo>
                <a:cubicBezTo>
                  <a:pt x="202051" y="1109682"/>
                  <a:pt x="684644" y="1378077"/>
                  <a:pt x="1308697" y="1505757"/>
                </a:cubicBezTo>
                <a:cubicBezTo>
                  <a:pt x="1991182" y="1645393"/>
                  <a:pt x="2584304" y="1563796"/>
                  <a:pt x="2584304" y="1563796"/>
                </a:cubicBezTo>
                <a:cubicBezTo>
                  <a:pt x="2584304" y="1563796"/>
                  <a:pt x="2070894" y="1255802"/>
                  <a:pt x="1388409" y="1116159"/>
                </a:cubicBezTo>
                <a:cubicBezTo>
                  <a:pt x="820014" y="999865"/>
                  <a:pt x="313677" y="1037019"/>
                  <a:pt x="160249" y="1052690"/>
                </a:cubicBezTo>
                <a:lnTo>
                  <a:pt x="159188" y="1048798"/>
                </a:lnTo>
                <a:cubicBezTo>
                  <a:pt x="280765" y="1014971"/>
                  <a:pt x="787070" y="861695"/>
                  <a:pt x="1293832" y="527082"/>
                </a:cubicBezTo>
                <a:cubicBezTo>
                  <a:pt x="1557757" y="352819"/>
                  <a:pt x="1776400" y="159334"/>
                  <a:pt x="1936490" y="0"/>
                </a:cubicBezTo>
                <a:close/>
              </a:path>
            </a:pathLst>
          </a:custGeom>
          <a:solidFill>
            <a:srgbClr val="121620"/>
          </a:solidFill>
          <a:ln w="635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454779C-BF33-02E1-BD4A-85055F02EB75}"/>
              </a:ext>
            </a:extLst>
          </p:cNvPr>
          <p:cNvSpPr/>
          <p:nvPr/>
        </p:nvSpPr>
        <p:spPr>
          <a:xfrm>
            <a:off x="1513268" y="5379535"/>
            <a:ext cx="1237443" cy="1319968"/>
          </a:xfrm>
          <a:custGeom>
            <a:avLst/>
            <a:gdLst>
              <a:gd name="connsiteX0" fmla="*/ 1237444 w 1237443"/>
              <a:gd name="connsiteY0" fmla="*/ 0 h 1319968"/>
              <a:gd name="connsiteX1" fmla="*/ 514687 w 1237443"/>
              <a:gd name="connsiteY1" fmla="*/ 562439 h 1319968"/>
              <a:gd name="connsiteX2" fmla="*/ 0 w 1237443"/>
              <a:gd name="connsiteY2" fmla="*/ 1319968 h 1319968"/>
              <a:gd name="connsiteX3" fmla="*/ 722757 w 1237443"/>
              <a:gd name="connsiteY3" fmla="*/ 757498 h 1319968"/>
              <a:gd name="connsiteX4" fmla="*/ 1237444 w 1237443"/>
              <a:gd name="connsiteY4" fmla="*/ 0 h 131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7443" h="1319968">
                <a:moveTo>
                  <a:pt x="1237444" y="0"/>
                </a:moveTo>
                <a:cubicBezTo>
                  <a:pt x="1237444" y="0"/>
                  <a:pt x="856399" y="197942"/>
                  <a:pt x="514687" y="562439"/>
                </a:cubicBezTo>
                <a:cubicBezTo>
                  <a:pt x="172974" y="926928"/>
                  <a:pt x="0" y="1319968"/>
                  <a:pt x="0" y="1319968"/>
                </a:cubicBezTo>
                <a:cubicBezTo>
                  <a:pt x="0" y="1319968"/>
                  <a:pt x="381044" y="1121975"/>
                  <a:pt x="722757" y="757498"/>
                </a:cubicBezTo>
                <a:cubicBezTo>
                  <a:pt x="1064470" y="393008"/>
                  <a:pt x="1237444" y="0"/>
                  <a:pt x="1237444" y="0"/>
                </a:cubicBezTo>
                <a:close/>
              </a:path>
            </a:pathLst>
          </a:custGeom>
          <a:solidFill>
            <a:srgbClr val="3E4B6D"/>
          </a:solidFill>
          <a:ln w="635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0653C3A-6465-E458-1C2F-7F5D3EF477F6}"/>
              </a:ext>
            </a:extLst>
          </p:cNvPr>
          <p:cNvSpPr/>
          <p:nvPr/>
        </p:nvSpPr>
        <p:spPr>
          <a:xfrm>
            <a:off x="269694" y="4103668"/>
            <a:ext cx="1958470" cy="2754331"/>
          </a:xfrm>
          <a:custGeom>
            <a:avLst/>
            <a:gdLst>
              <a:gd name="connsiteX0" fmla="*/ 950725 w 1958470"/>
              <a:gd name="connsiteY0" fmla="*/ 1482293 h 2754331"/>
              <a:gd name="connsiteX1" fmla="*/ 253324 w 1958470"/>
              <a:gd name="connsiteY1" fmla="*/ 2495188 h 2754331"/>
              <a:gd name="connsiteX2" fmla="*/ 249450 w 1958470"/>
              <a:gd name="connsiteY2" fmla="*/ 2494109 h 2754331"/>
              <a:gd name="connsiteX3" fmla="*/ 399393 w 1958470"/>
              <a:gd name="connsiteY3" fmla="*/ 1254284 h 2754331"/>
              <a:gd name="connsiteX4" fmla="*/ 159998 w 1958470"/>
              <a:gd name="connsiteY4" fmla="*/ 0 h 2754331"/>
              <a:gd name="connsiteX5" fmla="*/ 1934 w 1958470"/>
              <a:gd name="connsiteY5" fmla="*/ 1267105 h 2754331"/>
              <a:gd name="connsiteX6" fmla="*/ 236522 w 1958470"/>
              <a:gd name="connsiteY6" fmla="*/ 2508587 h 2754331"/>
              <a:gd name="connsiteX7" fmla="*/ 17281 w 1958470"/>
              <a:gd name="connsiteY7" fmla="*/ 2754332 h 2754331"/>
              <a:gd name="connsiteX8" fmla="*/ 46441 w 1958470"/>
              <a:gd name="connsiteY8" fmla="*/ 2754332 h 2754331"/>
              <a:gd name="connsiteX9" fmla="*/ 244357 w 1958470"/>
              <a:gd name="connsiteY9" fmla="*/ 2532463 h 2754331"/>
              <a:gd name="connsiteX10" fmla="*/ 1240838 w 1958470"/>
              <a:gd name="connsiteY10" fmla="*/ 1754276 h 2754331"/>
              <a:gd name="connsiteX11" fmla="*/ 1958470 w 1958470"/>
              <a:gd name="connsiteY11" fmla="*/ 698081 h 2754331"/>
              <a:gd name="connsiteX12" fmla="*/ 950725 w 1958470"/>
              <a:gd name="connsiteY12" fmla="*/ 1482293 h 2754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58470" h="2754331">
                <a:moveTo>
                  <a:pt x="950725" y="1482293"/>
                </a:moveTo>
                <a:cubicBezTo>
                  <a:pt x="553933" y="1905540"/>
                  <a:pt x="320354" y="2356314"/>
                  <a:pt x="253324" y="2495188"/>
                </a:cubicBezTo>
                <a:lnTo>
                  <a:pt x="249450" y="2494109"/>
                </a:lnTo>
                <a:cubicBezTo>
                  <a:pt x="284324" y="2372760"/>
                  <a:pt x="418970" y="1861210"/>
                  <a:pt x="399393" y="1254284"/>
                </a:cubicBezTo>
                <a:cubicBezTo>
                  <a:pt x="376933" y="558019"/>
                  <a:pt x="159998" y="0"/>
                  <a:pt x="159998" y="0"/>
                </a:cubicBezTo>
                <a:cubicBezTo>
                  <a:pt x="159998" y="0"/>
                  <a:pt x="-20520" y="570840"/>
                  <a:pt x="1934" y="1267105"/>
                </a:cubicBezTo>
                <a:cubicBezTo>
                  <a:pt x="22412" y="1901971"/>
                  <a:pt x="204549" y="2421782"/>
                  <a:pt x="236522" y="2508587"/>
                </a:cubicBezTo>
                <a:lnTo>
                  <a:pt x="17281" y="2754332"/>
                </a:lnTo>
                <a:lnTo>
                  <a:pt x="46441" y="2754332"/>
                </a:lnTo>
                <a:lnTo>
                  <a:pt x="244357" y="2532463"/>
                </a:lnTo>
                <a:cubicBezTo>
                  <a:pt x="323199" y="2489790"/>
                  <a:pt x="804929" y="2219243"/>
                  <a:pt x="1240838" y="1754276"/>
                </a:cubicBezTo>
                <a:cubicBezTo>
                  <a:pt x="1717291" y="1246060"/>
                  <a:pt x="1958470" y="698081"/>
                  <a:pt x="1958470" y="698081"/>
                </a:cubicBezTo>
                <a:cubicBezTo>
                  <a:pt x="1958470" y="698081"/>
                  <a:pt x="1427178" y="974084"/>
                  <a:pt x="950725" y="1482293"/>
                </a:cubicBezTo>
                <a:close/>
              </a:path>
            </a:pathLst>
          </a:custGeom>
          <a:solidFill>
            <a:srgbClr val="3E4B6D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87223728-D8F3-1607-8496-0C6AC28924DD}"/>
              </a:ext>
            </a:extLst>
          </p:cNvPr>
          <p:cNvSpPr/>
          <p:nvPr/>
        </p:nvSpPr>
        <p:spPr>
          <a:xfrm>
            <a:off x="2203297" y="319360"/>
            <a:ext cx="285750" cy="285750"/>
          </a:xfrm>
          <a:custGeom>
            <a:avLst/>
            <a:gdLst>
              <a:gd name="connsiteX0" fmla="*/ 285750 w 285750"/>
              <a:gd name="connsiteY0" fmla="*/ 142875 h 285750"/>
              <a:gd name="connsiteX1" fmla="*/ 142875 w 285750"/>
              <a:gd name="connsiteY1" fmla="*/ 285750 h 285750"/>
              <a:gd name="connsiteX2" fmla="*/ 0 w 285750"/>
              <a:gd name="connsiteY2" fmla="*/ 142875 h 285750"/>
              <a:gd name="connsiteX3" fmla="*/ 142875 w 285750"/>
              <a:gd name="connsiteY3" fmla="*/ 0 h 285750"/>
              <a:gd name="connsiteX4" fmla="*/ 285750 w 285750"/>
              <a:gd name="connsiteY4" fmla="*/ 142875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750" h="285750">
                <a:moveTo>
                  <a:pt x="285750" y="142875"/>
                </a:moveTo>
                <a:cubicBezTo>
                  <a:pt x="285750" y="221783"/>
                  <a:pt x="221783" y="285750"/>
                  <a:pt x="142875" y="285750"/>
                </a:cubicBezTo>
                <a:cubicBezTo>
                  <a:pt x="63967" y="285750"/>
                  <a:pt x="0" y="221783"/>
                  <a:pt x="0" y="142875"/>
                </a:cubicBezTo>
                <a:cubicBezTo>
                  <a:pt x="0" y="63967"/>
                  <a:pt x="63967" y="0"/>
                  <a:pt x="142875" y="0"/>
                </a:cubicBezTo>
                <a:cubicBezTo>
                  <a:pt x="221783" y="0"/>
                  <a:pt x="285750" y="63967"/>
                  <a:pt x="285750" y="142875"/>
                </a:cubicBezTo>
                <a:close/>
              </a:path>
            </a:pathLst>
          </a:custGeom>
          <a:solidFill>
            <a:srgbClr val="3E4B6D"/>
          </a:solidFill>
          <a:ln w="635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81E60EF-1BC1-8909-476A-30B757D8473F}"/>
              </a:ext>
            </a:extLst>
          </p:cNvPr>
          <p:cNvSpPr/>
          <p:nvPr/>
        </p:nvSpPr>
        <p:spPr>
          <a:xfrm>
            <a:off x="8058023" y="5983560"/>
            <a:ext cx="285750" cy="285750"/>
          </a:xfrm>
          <a:custGeom>
            <a:avLst/>
            <a:gdLst>
              <a:gd name="connsiteX0" fmla="*/ 285750 w 285750"/>
              <a:gd name="connsiteY0" fmla="*/ 142875 h 285750"/>
              <a:gd name="connsiteX1" fmla="*/ 142875 w 285750"/>
              <a:gd name="connsiteY1" fmla="*/ 285750 h 285750"/>
              <a:gd name="connsiteX2" fmla="*/ 0 w 285750"/>
              <a:gd name="connsiteY2" fmla="*/ 142875 h 285750"/>
              <a:gd name="connsiteX3" fmla="*/ 142875 w 285750"/>
              <a:gd name="connsiteY3" fmla="*/ 0 h 285750"/>
              <a:gd name="connsiteX4" fmla="*/ 285750 w 285750"/>
              <a:gd name="connsiteY4" fmla="*/ 142875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750" h="285750">
                <a:moveTo>
                  <a:pt x="285750" y="142875"/>
                </a:moveTo>
                <a:cubicBezTo>
                  <a:pt x="285750" y="221783"/>
                  <a:pt x="221782" y="285750"/>
                  <a:pt x="142875" y="285750"/>
                </a:cubicBezTo>
                <a:cubicBezTo>
                  <a:pt x="63967" y="285750"/>
                  <a:pt x="0" y="221783"/>
                  <a:pt x="0" y="142875"/>
                </a:cubicBezTo>
                <a:cubicBezTo>
                  <a:pt x="0" y="63968"/>
                  <a:pt x="63967" y="0"/>
                  <a:pt x="142875" y="0"/>
                </a:cubicBezTo>
                <a:cubicBezTo>
                  <a:pt x="221782" y="0"/>
                  <a:pt x="285750" y="63968"/>
                  <a:pt x="285750" y="142875"/>
                </a:cubicBezTo>
                <a:close/>
              </a:path>
            </a:pathLst>
          </a:custGeom>
          <a:solidFill>
            <a:srgbClr val="3E4B6D"/>
          </a:solidFill>
          <a:ln w="635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CEAB8BF5-3B8C-28B4-FC9C-D2FF8D8C8D02}"/>
              </a:ext>
            </a:extLst>
          </p:cNvPr>
          <p:cNvSpPr/>
          <p:nvPr/>
        </p:nvSpPr>
        <p:spPr>
          <a:xfrm>
            <a:off x="4165447" y="5983560"/>
            <a:ext cx="285750" cy="285750"/>
          </a:xfrm>
          <a:custGeom>
            <a:avLst/>
            <a:gdLst>
              <a:gd name="connsiteX0" fmla="*/ 285750 w 285750"/>
              <a:gd name="connsiteY0" fmla="*/ 142875 h 285750"/>
              <a:gd name="connsiteX1" fmla="*/ 142875 w 285750"/>
              <a:gd name="connsiteY1" fmla="*/ 285750 h 285750"/>
              <a:gd name="connsiteX2" fmla="*/ 0 w 285750"/>
              <a:gd name="connsiteY2" fmla="*/ 142875 h 285750"/>
              <a:gd name="connsiteX3" fmla="*/ 142875 w 285750"/>
              <a:gd name="connsiteY3" fmla="*/ 0 h 285750"/>
              <a:gd name="connsiteX4" fmla="*/ 285750 w 285750"/>
              <a:gd name="connsiteY4" fmla="*/ 142875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750" h="285750">
                <a:moveTo>
                  <a:pt x="285750" y="142875"/>
                </a:moveTo>
                <a:cubicBezTo>
                  <a:pt x="285750" y="221783"/>
                  <a:pt x="221783" y="285750"/>
                  <a:pt x="142875" y="285750"/>
                </a:cubicBezTo>
                <a:cubicBezTo>
                  <a:pt x="63967" y="285750"/>
                  <a:pt x="0" y="221783"/>
                  <a:pt x="0" y="142875"/>
                </a:cubicBezTo>
                <a:cubicBezTo>
                  <a:pt x="0" y="63968"/>
                  <a:pt x="63967" y="0"/>
                  <a:pt x="142875" y="0"/>
                </a:cubicBezTo>
                <a:cubicBezTo>
                  <a:pt x="221783" y="0"/>
                  <a:pt x="285750" y="63968"/>
                  <a:pt x="285750" y="142875"/>
                </a:cubicBezTo>
                <a:close/>
              </a:path>
            </a:pathLst>
          </a:custGeom>
          <a:solidFill>
            <a:srgbClr val="CFCFC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C669732E-B19E-3ACB-1F5F-EFC415C461DD}"/>
              </a:ext>
            </a:extLst>
          </p:cNvPr>
          <p:cNvSpPr/>
          <p:nvPr/>
        </p:nvSpPr>
        <p:spPr>
          <a:xfrm>
            <a:off x="5625947" y="217760"/>
            <a:ext cx="1435100" cy="1435100"/>
          </a:xfrm>
          <a:custGeom>
            <a:avLst/>
            <a:gdLst>
              <a:gd name="connsiteX0" fmla="*/ 1435100 w 1435100"/>
              <a:gd name="connsiteY0" fmla="*/ 717550 h 1435100"/>
              <a:gd name="connsiteX1" fmla="*/ 717550 w 1435100"/>
              <a:gd name="connsiteY1" fmla="*/ 1435100 h 1435100"/>
              <a:gd name="connsiteX2" fmla="*/ 0 w 1435100"/>
              <a:gd name="connsiteY2" fmla="*/ 717550 h 1435100"/>
              <a:gd name="connsiteX3" fmla="*/ 717550 w 1435100"/>
              <a:gd name="connsiteY3" fmla="*/ 0 h 1435100"/>
              <a:gd name="connsiteX4" fmla="*/ 1435100 w 1435100"/>
              <a:gd name="connsiteY4" fmla="*/ 717550 h 1435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5100" h="1435100">
                <a:moveTo>
                  <a:pt x="1435100" y="717550"/>
                </a:moveTo>
                <a:cubicBezTo>
                  <a:pt x="1435100" y="1113842"/>
                  <a:pt x="1113842" y="1435100"/>
                  <a:pt x="717550" y="1435100"/>
                </a:cubicBezTo>
                <a:cubicBezTo>
                  <a:pt x="321258" y="1435100"/>
                  <a:pt x="0" y="1113842"/>
                  <a:pt x="0" y="717550"/>
                </a:cubicBezTo>
                <a:cubicBezTo>
                  <a:pt x="0" y="321258"/>
                  <a:pt x="321258" y="0"/>
                  <a:pt x="717550" y="0"/>
                </a:cubicBezTo>
                <a:cubicBezTo>
                  <a:pt x="1113842" y="0"/>
                  <a:pt x="1435100" y="321258"/>
                  <a:pt x="1435100" y="717550"/>
                </a:cubicBezTo>
                <a:close/>
              </a:path>
            </a:pathLst>
          </a:custGeom>
          <a:solidFill>
            <a:srgbClr val="1F2639"/>
          </a:solidFill>
          <a:ln w="635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03B7105-3811-7769-0479-F97DE03C68BB}"/>
              </a:ext>
            </a:extLst>
          </p:cNvPr>
          <p:cNvSpPr/>
          <p:nvPr/>
        </p:nvSpPr>
        <p:spPr>
          <a:xfrm>
            <a:off x="1492097" y="490810"/>
            <a:ext cx="488950" cy="488950"/>
          </a:xfrm>
          <a:custGeom>
            <a:avLst/>
            <a:gdLst>
              <a:gd name="connsiteX0" fmla="*/ 488950 w 488950"/>
              <a:gd name="connsiteY0" fmla="*/ 244475 h 488950"/>
              <a:gd name="connsiteX1" fmla="*/ 244475 w 488950"/>
              <a:gd name="connsiteY1" fmla="*/ 488950 h 488950"/>
              <a:gd name="connsiteX2" fmla="*/ 0 w 488950"/>
              <a:gd name="connsiteY2" fmla="*/ 244475 h 488950"/>
              <a:gd name="connsiteX3" fmla="*/ 244475 w 488950"/>
              <a:gd name="connsiteY3" fmla="*/ 0 h 488950"/>
              <a:gd name="connsiteX4" fmla="*/ 488950 w 488950"/>
              <a:gd name="connsiteY4" fmla="*/ 244475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950" h="488950">
                <a:moveTo>
                  <a:pt x="488950" y="244475"/>
                </a:moveTo>
                <a:cubicBezTo>
                  <a:pt x="488950" y="379495"/>
                  <a:pt x="379495" y="488950"/>
                  <a:pt x="244475" y="488950"/>
                </a:cubicBezTo>
                <a:cubicBezTo>
                  <a:pt x="109455" y="488950"/>
                  <a:pt x="0" y="379495"/>
                  <a:pt x="0" y="244475"/>
                </a:cubicBezTo>
                <a:cubicBezTo>
                  <a:pt x="0" y="109455"/>
                  <a:pt x="109455" y="0"/>
                  <a:pt x="244475" y="0"/>
                </a:cubicBezTo>
                <a:cubicBezTo>
                  <a:pt x="379495" y="0"/>
                  <a:pt x="488950" y="109455"/>
                  <a:pt x="488950" y="244475"/>
                </a:cubicBezTo>
                <a:close/>
              </a:path>
            </a:pathLst>
          </a:custGeom>
          <a:solidFill>
            <a:srgbClr val="3E4B6D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B8C09A25-00CB-CFBC-92C3-11E771F6DD22}"/>
              </a:ext>
            </a:extLst>
          </p:cNvPr>
          <p:cNvSpPr/>
          <p:nvPr/>
        </p:nvSpPr>
        <p:spPr>
          <a:xfrm>
            <a:off x="5276697" y="4027760"/>
            <a:ext cx="488950" cy="488950"/>
          </a:xfrm>
          <a:custGeom>
            <a:avLst/>
            <a:gdLst>
              <a:gd name="connsiteX0" fmla="*/ 488950 w 488950"/>
              <a:gd name="connsiteY0" fmla="*/ 244475 h 488950"/>
              <a:gd name="connsiteX1" fmla="*/ 244475 w 488950"/>
              <a:gd name="connsiteY1" fmla="*/ 488950 h 488950"/>
              <a:gd name="connsiteX2" fmla="*/ 0 w 488950"/>
              <a:gd name="connsiteY2" fmla="*/ 244475 h 488950"/>
              <a:gd name="connsiteX3" fmla="*/ 244475 w 488950"/>
              <a:gd name="connsiteY3" fmla="*/ 0 h 488950"/>
              <a:gd name="connsiteX4" fmla="*/ 488950 w 488950"/>
              <a:gd name="connsiteY4" fmla="*/ 244475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950" h="488950">
                <a:moveTo>
                  <a:pt x="488950" y="244475"/>
                </a:moveTo>
                <a:cubicBezTo>
                  <a:pt x="488950" y="379495"/>
                  <a:pt x="379495" y="488950"/>
                  <a:pt x="244475" y="488950"/>
                </a:cubicBezTo>
                <a:cubicBezTo>
                  <a:pt x="109455" y="488950"/>
                  <a:pt x="0" y="379495"/>
                  <a:pt x="0" y="244475"/>
                </a:cubicBezTo>
                <a:cubicBezTo>
                  <a:pt x="0" y="109456"/>
                  <a:pt x="109455" y="0"/>
                  <a:pt x="244475" y="0"/>
                </a:cubicBezTo>
                <a:cubicBezTo>
                  <a:pt x="379495" y="0"/>
                  <a:pt x="488950" y="109456"/>
                  <a:pt x="488950" y="244475"/>
                </a:cubicBezTo>
                <a:close/>
              </a:path>
            </a:pathLst>
          </a:custGeom>
          <a:solidFill>
            <a:srgbClr val="3E4B6D"/>
          </a:solidFill>
          <a:ln w="635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E143464-63C5-772D-0F02-ADCBB8EEED3E}"/>
              </a:ext>
            </a:extLst>
          </p:cNvPr>
          <p:cNvSpPr/>
          <p:nvPr/>
        </p:nvSpPr>
        <p:spPr>
          <a:xfrm>
            <a:off x="7518260" y="547960"/>
            <a:ext cx="518693" cy="518693"/>
          </a:xfrm>
          <a:custGeom>
            <a:avLst/>
            <a:gdLst>
              <a:gd name="connsiteX0" fmla="*/ 518693 w 518693"/>
              <a:gd name="connsiteY0" fmla="*/ 259347 h 518693"/>
              <a:gd name="connsiteX1" fmla="*/ 259346 w 518693"/>
              <a:gd name="connsiteY1" fmla="*/ 518693 h 518693"/>
              <a:gd name="connsiteX2" fmla="*/ -1 w 518693"/>
              <a:gd name="connsiteY2" fmla="*/ 259347 h 518693"/>
              <a:gd name="connsiteX3" fmla="*/ 259346 w 518693"/>
              <a:gd name="connsiteY3" fmla="*/ 0 h 518693"/>
              <a:gd name="connsiteX4" fmla="*/ 518693 w 518693"/>
              <a:gd name="connsiteY4" fmla="*/ 259347 h 51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693" h="518693">
                <a:moveTo>
                  <a:pt x="518693" y="259347"/>
                </a:moveTo>
                <a:cubicBezTo>
                  <a:pt x="518693" y="402580"/>
                  <a:pt x="402579" y="518693"/>
                  <a:pt x="259346" y="518693"/>
                </a:cubicBezTo>
                <a:cubicBezTo>
                  <a:pt x="116113" y="518693"/>
                  <a:pt x="-1" y="402580"/>
                  <a:pt x="-1" y="259347"/>
                </a:cubicBezTo>
                <a:cubicBezTo>
                  <a:pt x="-1" y="116114"/>
                  <a:pt x="116113" y="0"/>
                  <a:pt x="259346" y="0"/>
                </a:cubicBezTo>
                <a:cubicBezTo>
                  <a:pt x="402579" y="0"/>
                  <a:pt x="518693" y="116113"/>
                  <a:pt x="518693" y="259347"/>
                </a:cubicBezTo>
                <a:close/>
              </a:path>
            </a:pathLst>
          </a:custGeom>
          <a:solidFill>
            <a:srgbClr val="3E4B6D"/>
          </a:solidFill>
          <a:ln w="635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8EBE494F-591E-D91F-D475-BDC1DC04C0EF}"/>
              </a:ext>
            </a:extLst>
          </p:cNvPr>
          <p:cNvSpPr/>
          <p:nvPr/>
        </p:nvSpPr>
        <p:spPr>
          <a:xfrm>
            <a:off x="3562203" y="1068654"/>
            <a:ext cx="3216293" cy="3216281"/>
          </a:xfrm>
          <a:custGeom>
            <a:avLst/>
            <a:gdLst>
              <a:gd name="connsiteX0" fmla="*/ 1608138 w 3216293"/>
              <a:gd name="connsiteY0" fmla="*/ 3216282 h 3216281"/>
              <a:gd name="connsiteX1" fmla="*/ 471011 w 3216293"/>
              <a:gd name="connsiteY1" fmla="*/ 2745264 h 3216281"/>
              <a:gd name="connsiteX2" fmla="*/ 0 w 3216293"/>
              <a:gd name="connsiteY2" fmla="*/ 1608137 h 3216281"/>
              <a:gd name="connsiteX3" fmla="*/ 471011 w 3216293"/>
              <a:gd name="connsiteY3" fmla="*/ 471011 h 3216281"/>
              <a:gd name="connsiteX4" fmla="*/ 1608138 w 3216293"/>
              <a:gd name="connsiteY4" fmla="*/ 0 h 3216281"/>
              <a:gd name="connsiteX5" fmla="*/ 2745258 w 3216293"/>
              <a:gd name="connsiteY5" fmla="*/ 471011 h 3216281"/>
              <a:gd name="connsiteX6" fmla="*/ 3216294 w 3216293"/>
              <a:gd name="connsiteY6" fmla="*/ 1608137 h 3216281"/>
              <a:gd name="connsiteX7" fmla="*/ 2745258 w 3216293"/>
              <a:gd name="connsiteY7" fmla="*/ 2745264 h 3216281"/>
              <a:gd name="connsiteX8" fmla="*/ 1608138 w 3216293"/>
              <a:gd name="connsiteY8" fmla="*/ 3216282 h 3216281"/>
              <a:gd name="connsiteX9" fmla="*/ 1608138 w 3216293"/>
              <a:gd name="connsiteY9" fmla="*/ 12700 h 3216281"/>
              <a:gd name="connsiteX10" fmla="*/ 12700 w 3216293"/>
              <a:gd name="connsiteY10" fmla="*/ 1608137 h 3216281"/>
              <a:gd name="connsiteX11" fmla="*/ 1608138 w 3216293"/>
              <a:gd name="connsiteY11" fmla="*/ 3203575 h 3216281"/>
              <a:gd name="connsiteX12" fmla="*/ 3203594 w 3216293"/>
              <a:gd name="connsiteY12" fmla="*/ 1608137 h 3216281"/>
              <a:gd name="connsiteX13" fmla="*/ 1608138 w 3216293"/>
              <a:gd name="connsiteY13" fmla="*/ 12700 h 3216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16293" h="3216281">
                <a:moveTo>
                  <a:pt x="1608138" y="3216282"/>
                </a:moveTo>
                <a:cubicBezTo>
                  <a:pt x="1178585" y="3216282"/>
                  <a:pt x="774751" y="3049003"/>
                  <a:pt x="471011" y="2745264"/>
                </a:cubicBezTo>
                <a:cubicBezTo>
                  <a:pt x="167272" y="2441530"/>
                  <a:pt x="0" y="2037690"/>
                  <a:pt x="0" y="1608137"/>
                </a:cubicBezTo>
                <a:cubicBezTo>
                  <a:pt x="0" y="1178585"/>
                  <a:pt x="167278" y="774751"/>
                  <a:pt x="471011" y="471011"/>
                </a:cubicBezTo>
                <a:cubicBezTo>
                  <a:pt x="774745" y="167272"/>
                  <a:pt x="1178585" y="0"/>
                  <a:pt x="1608138" y="0"/>
                </a:cubicBezTo>
                <a:cubicBezTo>
                  <a:pt x="2037690" y="0"/>
                  <a:pt x="2441524" y="167278"/>
                  <a:pt x="2745258" y="471011"/>
                </a:cubicBezTo>
                <a:cubicBezTo>
                  <a:pt x="3048972" y="774751"/>
                  <a:pt x="3216294" y="1178585"/>
                  <a:pt x="3216294" y="1608137"/>
                </a:cubicBezTo>
                <a:cubicBezTo>
                  <a:pt x="3216294" y="2037690"/>
                  <a:pt x="3048972" y="2441530"/>
                  <a:pt x="2745258" y="2745264"/>
                </a:cubicBezTo>
                <a:cubicBezTo>
                  <a:pt x="2441524" y="3049003"/>
                  <a:pt x="2037683" y="3216282"/>
                  <a:pt x="1608138" y="3216282"/>
                </a:cubicBezTo>
                <a:close/>
                <a:moveTo>
                  <a:pt x="1608138" y="12700"/>
                </a:moveTo>
                <a:cubicBezTo>
                  <a:pt x="728409" y="12700"/>
                  <a:pt x="12700" y="728409"/>
                  <a:pt x="12700" y="1608137"/>
                </a:cubicBezTo>
                <a:cubicBezTo>
                  <a:pt x="12700" y="2487866"/>
                  <a:pt x="728409" y="3203575"/>
                  <a:pt x="1608138" y="3203575"/>
                </a:cubicBezTo>
                <a:cubicBezTo>
                  <a:pt x="2487867" y="3203575"/>
                  <a:pt x="3203594" y="2487860"/>
                  <a:pt x="3203594" y="1608137"/>
                </a:cubicBezTo>
                <a:cubicBezTo>
                  <a:pt x="3203594" y="728415"/>
                  <a:pt x="2487860" y="12700"/>
                  <a:pt x="1608138" y="12700"/>
                </a:cubicBezTo>
                <a:close/>
              </a:path>
            </a:pathLst>
          </a:custGeom>
          <a:solidFill>
            <a:srgbClr val="73737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E36787CB-2837-871A-0051-825D7EA50AE1}"/>
              </a:ext>
            </a:extLst>
          </p:cNvPr>
          <p:cNvSpPr/>
          <p:nvPr/>
        </p:nvSpPr>
        <p:spPr>
          <a:xfrm>
            <a:off x="2661196" y="167646"/>
            <a:ext cx="5018303" cy="5018297"/>
          </a:xfrm>
          <a:custGeom>
            <a:avLst/>
            <a:gdLst>
              <a:gd name="connsiteX0" fmla="*/ 2509145 w 5018303"/>
              <a:gd name="connsiteY0" fmla="*/ 5018297 h 5018297"/>
              <a:gd name="connsiteX1" fmla="*/ 1532471 w 5018303"/>
              <a:gd name="connsiteY1" fmla="*/ 4821111 h 5018297"/>
              <a:gd name="connsiteX2" fmla="*/ 734911 w 5018303"/>
              <a:gd name="connsiteY2" fmla="*/ 4283380 h 5018297"/>
              <a:gd name="connsiteX3" fmla="*/ 197180 w 5018303"/>
              <a:gd name="connsiteY3" fmla="*/ 3485820 h 5018297"/>
              <a:gd name="connsiteX4" fmla="*/ 0 w 5018303"/>
              <a:gd name="connsiteY4" fmla="*/ 2509145 h 5018297"/>
              <a:gd name="connsiteX5" fmla="*/ 197180 w 5018303"/>
              <a:gd name="connsiteY5" fmla="*/ 1532471 h 5018297"/>
              <a:gd name="connsiteX6" fmla="*/ 734911 w 5018303"/>
              <a:gd name="connsiteY6" fmla="*/ 734911 h 5018297"/>
              <a:gd name="connsiteX7" fmla="*/ 1532471 w 5018303"/>
              <a:gd name="connsiteY7" fmla="*/ 197187 h 5018297"/>
              <a:gd name="connsiteX8" fmla="*/ 2509145 w 5018303"/>
              <a:gd name="connsiteY8" fmla="*/ 0 h 5018297"/>
              <a:gd name="connsiteX9" fmla="*/ 3485814 w 5018303"/>
              <a:gd name="connsiteY9" fmla="*/ 197193 h 5018297"/>
              <a:gd name="connsiteX10" fmla="*/ 4283355 w 5018303"/>
              <a:gd name="connsiteY10" fmla="*/ 734917 h 5018297"/>
              <a:gd name="connsiteX11" fmla="*/ 4821073 w 5018303"/>
              <a:gd name="connsiteY11" fmla="*/ 1532477 h 5018297"/>
              <a:gd name="connsiteX12" fmla="*/ 5018304 w 5018303"/>
              <a:gd name="connsiteY12" fmla="*/ 2509152 h 5018297"/>
              <a:gd name="connsiteX13" fmla="*/ 4821073 w 5018303"/>
              <a:gd name="connsiteY13" fmla="*/ 3485826 h 5018297"/>
              <a:gd name="connsiteX14" fmla="*/ 4283355 w 5018303"/>
              <a:gd name="connsiteY14" fmla="*/ 4283386 h 5018297"/>
              <a:gd name="connsiteX15" fmla="*/ 3485814 w 5018303"/>
              <a:gd name="connsiteY15" fmla="*/ 4821117 h 5018297"/>
              <a:gd name="connsiteX16" fmla="*/ 2509145 w 5018303"/>
              <a:gd name="connsiteY16" fmla="*/ 5018297 h 5018297"/>
              <a:gd name="connsiteX17" fmla="*/ 2509145 w 5018303"/>
              <a:gd name="connsiteY17" fmla="*/ 12706 h 5018297"/>
              <a:gd name="connsiteX18" fmla="*/ 12700 w 5018303"/>
              <a:gd name="connsiteY18" fmla="*/ 2509152 h 5018297"/>
              <a:gd name="connsiteX19" fmla="*/ 2509145 w 5018303"/>
              <a:gd name="connsiteY19" fmla="*/ 5005597 h 5018297"/>
              <a:gd name="connsiteX20" fmla="*/ 5005604 w 5018303"/>
              <a:gd name="connsiteY20" fmla="*/ 2509152 h 5018297"/>
              <a:gd name="connsiteX21" fmla="*/ 2509145 w 5018303"/>
              <a:gd name="connsiteY21" fmla="*/ 12706 h 5018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018303" h="5018297">
                <a:moveTo>
                  <a:pt x="2509145" y="5018297"/>
                </a:moveTo>
                <a:cubicBezTo>
                  <a:pt x="2170417" y="5018297"/>
                  <a:pt x="1841817" y="4951959"/>
                  <a:pt x="1532471" y="4821111"/>
                </a:cubicBezTo>
                <a:cubicBezTo>
                  <a:pt x="1233684" y="4694739"/>
                  <a:pt x="965346" y="4513815"/>
                  <a:pt x="734911" y="4283380"/>
                </a:cubicBezTo>
                <a:cubicBezTo>
                  <a:pt x="504476" y="4052951"/>
                  <a:pt x="323558" y="3784613"/>
                  <a:pt x="197180" y="3485820"/>
                </a:cubicBezTo>
                <a:cubicBezTo>
                  <a:pt x="66345" y="3176473"/>
                  <a:pt x="0" y="2847874"/>
                  <a:pt x="0" y="2509145"/>
                </a:cubicBezTo>
                <a:cubicBezTo>
                  <a:pt x="0" y="2170417"/>
                  <a:pt x="66345" y="1841817"/>
                  <a:pt x="197180" y="1532471"/>
                </a:cubicBezTo>
                <a:cubicBezTo>
                  <a:pt x="323558" y="1233684"/>
                  <a:pt x="504476" y="965346"/>
                  <a:pt x="734911" y="734911"/>
                </a:cubicBezTo>
                <a:cubicBezTo>
                  <a:pt x="965346" y="504476"/>
                  <a:pt x="1233678" y="323558"/>
                  <a:pt x="1532471" y="197187"/>
                </a:cubicBezTo>
                <a:cubicBezTo>
                  <a:pt x="1841817" y="66345"/>
                  <a:pt x="2170417" y="0"/>
                  <a:pt x="2509145" y="0"/>
                </a:cubicBezTo>
                <a:cubicBezTo>
                  <a:pt x="2847874" y="0"/>
                  <a:pt x="3176473" y="66351"/>
                  <a:pt x="3485814" y="197193"/>
                </a:cubicBezTo>
                <a:cubicBezTo>
                  <a:pt x="3784626" y="323571"/>
                  <a:pt x="4052913" y="504488"/>
                  <a:pt x="4283355" y="734917"/>
                </a:cubicBezTo>
                <a:cubicBezTo>
                  <a:pt x="4513796" y="965352"/>
                  <a:pt x="4694708" y="1233691"/>
                  <a:pt x="4821073" y="1532477"/>
                </a:cubicBezTo>
                <a:cubicBezTo>
                  <a:pt x="4951946" y="1841817"/>
                  <a:pt x="5018304" y="2170417"/>
                  <a:pt x="5018304" y="2509152"/>
                </a:cubicBezTo>
                <a:cubicBezTo>
                  <a:pt x="5018304" y="2847886"/>
                  <a:pt x="4951946" y="3176480"/>
                  <a:pt x="4821073" y="3485826"/>
                </a:cubicBezTo>
                <a:cubicBezTo>
                  <a:pt x="4694708" y="3784619"/>
                  <a:pt x="4513796" y="4052957"/>
                  <a:pt x="4283355" y="4283386"/>
                </a:cubicBezTo>
                <a:cubicBezTo>
                  <a:pt x="4052913" y="4513822"/>
                  <a:pt x="3784626" y="4694739"/>
                  <a:pt x="3485814" y="4821117"/>
                </a:cubicBezTo>
                <a:cubicBezTo>
                  <a:pt x="3176473" y="4951953"/>
                  <a:pt x="2847874" y="5018297"/>
                  <a:pt x="2509145" y="5018297"/>
                </a:cubicBezTo>
                <a:close/>
                <a:moveTo>
                  <a:pt x="2509145" y="12706"/>
                </a:moveTo>
                <a:cubicBezTo>
                  <a:pt x="1132605" y="12706"/>
                  <a:pt x="12700" y="1132605"/>
                  <a:pt x="12700" y="2509152"/>
                </a:cubicBezTo>
                <a:cubicBezTo>
                  <a:pt x="12700" y="3885699"/>
                  <a:pt x="1132599" y="5005597"/>
                  <a:pt x="2509145" y="5005597"/>
                </a:cubicBezTo>
                <a:cubicBezTo>
                  <a:pt x="3885718" y="5005597"/>
                  <a:pt x="5005604" y="3885699"/>
                  <a:pt x="5005604" y="2509152"/>
                </a:cubicBezTo>
                <a:cubicBezTo>
                  <a:pt x="5005604" y="1132605"/>
                  <a:pt x="3885718" y="12706"/>
                  <a:pt x="2509145" y="12706"/>
                </a:cubicBezTo>
                <a:close/>
              </a:path>
            </a:pathLst>
          </a:custGeom>
          <a:solidFill>
            <a:srgbClr val="73737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701D9F38-E771-1F68-45B0-1C35FF0DAE69}"/>
              </a:ext>
            </a:extLst>
          </p:cNvPr>
          <p:cNvSpPr/>
          <p:nvPr/>
        </p:nvSpPr>
        <p:spPr>
          <a:xfrm>
            <a:off x="3962647" y="1469097"/>
            <a:ext cx="2415355" cy="2415387"/>
          </a:xfrm>
          <a:custGeom>
            <a:avLst/>
            <a:gdLst>
              <a:gd name="connsiteX0" fmla="*/ 1207694 w 2415355"/>
              <a:gd name="connsiteY0" fmla="*/ 2415388 h 2415387"/>
              <a:gd name="connsiteX1" fmla="*/ 0 w 2415355"/>
              <a:gd name="connsiteY1" fmla="*/ 1207694 h 2415387"/>
              <a:gd name="connsiteX2" fmla="*/ 1207694 w 2415355"/>
              <a:gd name="connsiteY2" fmla="*/ 0 h 2415387"/>
              <a:gd name="connsiteX3" fmla="*/ 2415356 w 2415355"/>
              <a:gd name="connsiteY3" fmla="*/ 1207694 h 2415387"/>
              <a:gd name="connsiteX4" fmla="*/ 1207694 w 2415355"/>
              <a:gd name="connsiteY4" fmla="*/ 2415388 h 2415387"/>
              <a:gd name="connsiteX5" fmla="*/ 1207694 w 2415355"/>
              <a:gd name="connsiteY5" fmla="*/ 12706 h 2415387"/>
              <a:gd name="connsiteX6" fmla="*/ 12700 w 2415355"/>
              <a:gd name="connsiteY6" fmla="*/ 1207700 h 2415387"/>
              <a:gd name="connsiteX7" fmla="*/ 1207694 w 2415355"/>
              <a:gd name="connsiteY7" fmla="*/ 2402694 h 2415387"/>
              <a:gd name="connsiteX8" fmla="*/ 2402656 w 2415355"/>
              <a:gd name="connsiteY8" fmla="*/ 1207700 h 2415387"/>
              <a:gd name="connsiteX9" fmla="*/ 1207694 w 2415355"/>
              <a:gd name="connsiteY9" fmla="*/ 12706 h 241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15355" h="2415387">
                <a:moveTo>
                  <a:pt x="1207694" y="2415388"/>
                </a:moveTo>
                <a:cubicBezTo>
                  <a:pt x="541769" y="2415388"/>
                  <a:pt x="0" y="1873618"/>
                  <a:pt x="0" y="1207694"/>
                </a:cubicBezTo>
                <a:cubicBezTo>
                  <a:pt x="0" y="541769"/>
                  <a:pt x="541769" y="0"/>
                  <a:pt x="1207694" y="0"/>
                </a:cubicBezTo>
                <a:cubicBezTo>
                  <a:pt x="1873618" y="0"/>
                  <a:pt x="2415356" y="541769"/>
                  <a:pt x="2415356" y="1207694"/>
                </a:cubicBezTo>
                <a:cubicBezTo>
                  <a:pt x="2415356" y="1873625"/>
                  <a:pt x="1873612" y="2415388"/>
                  <a:pt x="1207694" y="2415388"/>
                </a:cubicBezTo>
                <a:close/>
                <a:moveTo>
                  <a:pt x="1207694" y="12706"/>
                </a:moveTo>
                <a:cubicBezTo>
                  <a:pt x="548774" y="12706"/>
                  <a:pt x="12700" y="548773"/>
                  <a:pt x="12700" y="1207700"/>
                </a:cubicBezTo>
                <a:cubicBezTo>
                  <a:pt x="12700" y="1866627"/>
                  <a:pt x="548767" y="2402694"/>
                  <a:pt x="1207694" y="2402694"/>
                </a:cubicBezTo>
                <a:cubicBezTo>
                  <a:pt x="1866621" y="2402694"/>
                  <a:pt x="2402656" y="1866621"/>
                  <a:pt x="2402656" y="1207700"/>
                </a:cubicBezTo>
                <a:cubicBezTo>
                  <a:pt x="2402656" y="548780"/>
                  <a:pt x="1866614" y="12706"/>
                  <a:pt x="1207694" y="12706"/>
                </a:cubicBezTo>
                <a:close/>
              </a:path>
            </a:pathLst>
          </a:custGeom>
          <a:solidFill>
            <a:srgbClr val="73737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28DB2CC5-5736-E7AE-9F05-62451A805177}"/>
              </a:ext>
            </a:extLst>
          </p:cNvPr>
          <p:cNvSpPr/>
          <p:nvPr/>
        </p:nvSpPr>
        <p:spPr>
          <a:xfrm>
            <a:off x="1374114" y="704862"/>
            <a:ext cx="2869374" cy="2869387"/>
          </a:xfrm>
          <a:custGeom>
            <a:avLst/>
            <a:gdLst>
              <a:gd name="connsiteX0" fmla="*/ 1434687 w 2869374"/>
              <a:gd name="connsiteY0" fmla="*/ 2869387 h 2869387"/>
              <a:gd name="connsiteX1" fmla="*/ 420211 w 2869374"/>
              <a:gd name="connsiteY1" fmla="*/ 2449176 h 2869387"/>
              <a:gd name="connsiteX2" fmla="*/ 0 w 2869374"/>
              <a:gd name="connsiteY2" fmla="*/ 1434694 h 2869387"/>
              <a:gd name="connsiteX3" fmla="*/ 420211 w 2869374"/>
              <a:gd name="connsiteY3" fmla="*/ 420211 h 2869387"/>
              <a:gd name="connsiteX4" fmla="*/ 1434687 w 2869374"/>
              <a:gd name="connsiteY4" fmla="*/ 0 h 2869387"/>
              <a:gd name="connsiteX5" fmla="*/ 2449163 w 2869374"/>
              <a:gd name="connsiteY5" fmla="*/ 420211 h 2869387"/>
              <a:gd name="connsiteX6" fmla="*/ 2869375 w 2869374"/>
              <a:gd name="connsiteY6" fmla="*/ 1434694 h 2869387"/>
              <a:gd name="connsiteX7" fmla="*/ 2449163 w 2869374"/>
              <a:gd name="connsiteY7" fmla="*/ 2449176 h 2869387"/>
              <a:gd name="connsiteX8" fmla="*/ 1434687 w 2869374"/>
              <a:gd name="connsiteY8" fmla="*/ 2869387 h 2869387"/>
              <a:gd name="connsiteX9" fmla="*/ 1434687 w 2869374"/>
              <a:gd name="connsiteY9" fmla="*/ 7385 h 2869387"/>
              <a:gd name="connsiteX10" fmla="*/ 7379 w 2869374"/>
              <a:gd name="connsiteY10" fmla="*/ 1434694 h 2869387"/>
              <a:gd name="connsiteX11" fmla="*/ 1434687 w 2869374"/>
              <a:gd name="connsiteY11" fmla="*/ 2862008 h 2869387"/>
              <a:gd name="connsiteX12" fmla="*/ 2861996 w 2869374"/>
              <a:gd name="connsiteY12" fmla="*/ 1434694 h 2869387"/>
              <a:gd name="connsiteX13" fmla="*/ 1434687 w 2869374"/>
              <a:gd name="connsiteY13" fmla="*/ 7385 h 2869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869374" h="2869387">
                <a:moveTo>
                  <a:pt x="1434687" y="2869387"/>
                </a:moveTo>
                <a:cubicBezTo>
                  <a:pt x="1051465" y="2869387"/>
                  <a:pt x="691185" y="2720156"/>
                  <a:pt x="420211" y="2449176"/>
                </a:cubicBezTo>
                <a:cubicBezTo>
                  <a:pt x="149231" y="2178196"/>
                  <a:pt x="0" y="1817916"/>
                  <a:pt x="0" y="1434694"/>
                </a:cubicBezTo>
                <a:cubicBezTo>
                  <a:pt x="0" y="1051471"/>
                  <a:pt x="149231" y="691191"/>
                  <a:pt x="420211" y="420211"/>
                </a:cubicBezTo>
                <a:cubicBezTo>
                  <a:pt x="691185" y="149238"/>
                  <a:pt x="1051471" y="0"/>
                  <a:pt x="1434687" y="0"/>
                </a:cubicBezTo>
                <a:cubicBezTo>
                  <a:pt x="1817903" y="0"/>
                  <a:pt x="2178190" y="149231"/>
                  <a:pt x="2449163" y="420211"/>
                </a:cubicBezTo>
                <a:cubicBezTo>
                  <a:pt x="2720143" y="691191"/>
                  <a:pt x="2869375" y="1051471"/>
                  <a:pt x="2869375" y="1434694"/>
                </a:cubicBezTo>
                <a:cubicBezTo>
                  <a:pt x="2869375" y="1817916"/>
                  <a:pt x="2720143" y="2178196"/>
                  <a:pt x="2449163" y="2449176"/>
                </a:cubicBezTo>
                <a:cubicBezTo>
                  <a:pt x="2178190" y="2720156"/>
                  <a:pt x="1817910" y="2869387"/>
                  <a:pt x="1434687" y="2869387"/>
                </a:cubicBezTo>
                <a:close/>
                <a:moveTo>
                  <a:pt x="1434687" y="7385"/>
                </a:moveTo>
                <a:cubicBezTo>
                  <a:pt x="647668" y="7385"/>
                  <a:pt x="7379" y="647675"/>
                  <a:pt x="7379" y="1434694"/>
                </a:cubicBezTo>
                <a:cubicBezTo>
                  <a:pt x="7379" y="2221719"/>
                  <a:pt x="647668" y="2862008"/>
                  <a:pt x="1434687" y="2862008"/>
                </a:cubicBezTo>
                <a:cubicBezTo>
                  <a:pt x="2221706" y="2862008"/>
                  <a:pt x="2861996" y="2221719"/>
                  <a:pt x="2861996" y="1434694"/>
                </a:cubicBezTo>
                <a:cubicBezTo>
                  <a:pt x="2861996" y="647675"/>
                  <a:pt x="2221706" y="7385"/>
                  <a:pt x="1434687" y="7385"/>
                </a:cubicBezTo>
                <a:close/>
              </a:path>
            </a:pathLst>
          </a:custGeom>
          <a:solidFill>
            <a:srgbClr val="2F2F2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07212389-2EA9-0EE3-0D44-76240C213F73}"/>
              </a:ext>
            </a:extLst>
          </p:cNvPr>
          <p:cNvSpPr/>
          <p:nvPr/>
        </p:nvSpPr>
        <p:spPr>
          <a:xfrm>
            <a:off x="1731860" y="1062615"/>
            <a:ext cx="2153881" cy="2153881"/>
          </a:xfrm>
          <a:custGeom>
            <a:avLst/>
            <a:gdLst>
              <a:gd name="connsiteX0" fmla="*/ 1076941 w 2153881"/>
              <a:gd name="connsiteY0" fmla="*/ 2153882 h 2153881"/>
              <a:gd name="connsiteX1" fmla="*/ 0 w 2153881"/>
              <a:gd name="connsiteY1" fmla="*/ 1076941 h 2153881"/>
              <a:gd name="connsiteX2" fmla="*/ 1076941 w 2153881"/>
              <a:gd name="connsiteY2" fmla="*/ 0 h 2153881"/>
              <a:gd name="connsiteX3" fmla="*/ 2153882 w 2153881"/>
              <a:gd name="connsiteY3" fmla="*/ 1076941 h 2153881"/>
              <a:gd name="connsiteX4" fmla="*/ 1076941 w 2153881"/>
              <a:gd name="connsiteY4" fmla="*/ 2153882 h 2153881"/>
              <a:gd name="connsiteX5" fmla="*/ 1076941 w 2153881"/>
              <a:gd name="connsiteY5" fmla="*/ 7379 h 2153881"/>
              <a:gd name="connsiteX6" fmla="*/ 7379 w 2153881"/>
              <a:gd name="connsiteY6" fmla="*/ 1076941 h 2153881"/>
              <a:gd name="connsiteX7" fmla="*/ 1076941 w 2153881"/>
              <a:gd name="connsiteY7" fmla="*/ 2146503 h 2153881"/>
              <a:gd name="connsiteX8" fmla="*/ 2146503 w 2153881"/>
              <a:gd name="connsiteY8" fmla="*/ 1076941 h 2153881"/>
              <a:gd name="connsiteX9" fmla="*/ 1076941 w 2153881"/>
              <a:gd name="connsiteY9" fmla="*/ 7379 h 2153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53881" h="2153881">
                <a:moveTo>
                  <a:pt x="1076941" y="2153882"/>
                </a:moveTo>
                <a:cubicBezTo>
                  <a:pt x="483114" y="2153882"/>
                  <a:pt x="0" y="1670768"/>
                  <a:pt x="0" y="1076941"/>
                </a:cubicBezTo>
                <a:cubicBezTo>
                  <a:pt x="0" y="483114"/>
                  <a:pt x="483114" y="0"/>
                  <a:pt x="1076941" y="0"/>
                </a:cubicBezTo>
                <a:cubicBezTo>
                  <a:pt x="1670767" y="0"/>
                  <a:pt x="2153882" y="483114"/>
                  <a:pt x="2153882" y="1076941"/>
                </a:cubicBezTo>
                <a:cubicBezTo>
                  <a:pt x="2153882" y="1670768"/>
                  <a:pt x="1670767" y="2153882"/>
                  <a:pt x="1076941" y="2153882"/>
                </a:cubicBezTo>
                <a:close/>
                <a:moveTo>
                  <a:pt x="1076941" y="7379"/>
                </a:moveTo>
                <a:cubicBezTo>
                  <a:pt x="487185" y="7379"/>
                  <a:pt x="7379" y="487185"/>
                  <a:pt x="7379" y="1076941"/>
                </a:cubicBezTo>
                <a:cubicBezTo>
                  <a:pt x="7379" y="1666697"/>
                  <a:pt x="487185" y="2146503"/>
                  <a:pt x="1076941" y="2146503"/>
                </a:cubicBezTo>
                <a:cubicBezTo>
                  <a:pt x="1666697" y="2146503"/>
                  <a:pt x="2146503" y="1666697"/>
                  <a:pt x="2146503" y="1076941"/>
                </a:cubicBezTo>
                <a:cubicBezTo>
                  <a:pt x="2146503" y="487185"/>
                  <a:pt x="1666703" y="7379"/>
                  <a:pt x="1076941" y="7379"/>
                </a:cubicBezTo>
                <a:close/>
              </a:path>
            </a:pathLst>
          </a:custGeom>
          <a:solidFill>
            <a:srgbClr val="2F2F2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A8C5921C-0CBE-0785-9A29-93E8C208B8EE}"/>
              </a:ext>
            </a:extLst>
          </p:cNvPr>
          <p:cNvSpPr/>
          <p:nvPr/>
        </p:nvSpPr>
        <p:spPr>
          <a:xfrm>
            <a:off x="1600047" y="4529404"/>
            <a:ext cx="2096719" cy="2096693"/>
          </a:xfrm>
          <a:custGeom>
            <a:avLst/>
            <a:gdLst>
              <a:gd name="connsiteX0" fmla="*/ 1048360 w 2096719"/>
              <a:gd name="connsiteY0" fmla="*/ 2096694 h 2096693"/>
              <a:gd name="connsiteX1" fmla="*/ 0 w 2096719"/>
              <a:gd name="connsiteY1" fmla="*/ 1048360 h 2096693"/>
              <a:gd name="connsiteX2" fmla="*/ 1048360 w 2096719"/>
              <a:gd name="connsiteY2" fmla="*/ 0 h 2096693"/>
              <a:gd name="connsiteX3" fmla="*/ 2096719 w 2096719"/>
              <a:gd name="connsiteY3" fmla="*/ 1048360 h 2096693"/>
              <a:gd name="connsiteX4" fmla="*/ 1048360 w 2096719"/>
              <a:gd name="connsiteY4" fmla="*/ 2096694 h 2096693"/>
              <a:gd name="connsiteX5" fmla="*/ 1048360 w 2096719"/>
              <a:gd name="connsiteY5" fmla="*/ 6357 h 2096693"/>
              <a:gd name="connsiteX6" fmla="*/ 6350 w 2096719"/>
              <a:gd name="connsiteY6" fmla="*/ 1048366 h 2096693"/>
              <a:gd name="connsiteX7" fmla="*/ 1048360 w 2096719"/>
              <a:gd name="connsiteY7" fmla="*/ 2090344 h 2096693"/>
              <a:gd name="connsiteX8" fmla="*/ 2090369 w 2096719"/>
              <a:gd name="connsiteY8" fmla="*/ 1048366 h 2096693"/>
              <a:gd name="connsiteX9" fmla="*/ 1048360 w 2096719"/>
              <a:gd name="connsiteY9" fmla="*/ 6357 h 2096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96719" h="2096693">
                <a:moveTo>
                  <a:pt x="1048360" y="2096694"/>
                </a:moveTo>
                <a:cubicBezTo>
                  <a:pt x="470294" y="2096694"/>
                  <a:pt x="0" y="1626426"/>
                  <a:pt x="0" y="1048360"/>
                </a:cubicBezTo>
                <a:cubicBezTo>
                  <a:pt x="0" y="470294"/>
                  <a:pt x="470294" y="0"/>
                  <a:pt x="1048360" y="0"/>
                </a:cubicBezTo>
                <a:cubicBezTo>
                  <a:pt x="1626425" y="0"/>
                  <a:pt x="2096719" y="470294"/>
                  <a:pt x="2096719" y="1048360"/>
                </a:cubicBezTo>
                <a:cubicBezTo>
                  <a:pt x="2096719" y="1626426"/>
                  <a:pt x="1626425" y="2096694"/>
                  <a:pt x="1048360" y="2096694"/>
                </a:cubicBezTo>
                <a:close/>
                <a:moveTo>
                  <a:pt x="1048360" y="6357"/>
                </a:moveTo>
                <a:cubicBezTo>
                  <a:pt x="473793" y="6357"/>
                  <a:pt x="6350" y="473799"/>
                  <a:pt x="6350" y="1048366"/>
                </a:cubicBezTo>
                <a:cubicBezTo>
                  <a:pt x="6350" y="1622933"/>
                  <a:pt x="473793" y="2090344"/>
                  <a:pt x="1048360" y="2090344"/>
                </a:cubicBezTo>
                <a:cubicBezTo>
                  <a:pt x="1622927" y="2090344"/>
                  <a:pt x="2090369" y="1622933"/>
                  <a:pt x="2090369" y="1048366"/>
                </a:cubicBezTo>
                <a:cubicBezTo>
                  <a:pt x="2090369" y="473799"/>
                  <a:pt x="1622927" y="6357"/>
                  <a:pt x="1048360" y="6357"/>
                </a:cubicBezTo>
                <a:close/>
              </a:path>
            </a:pathLst>
          </a:custGeom>
          <a:solidFill>
            <a:srgbClr val="CFCFC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9D8D927B-B4AE-AECA-32FE-90FA4E9DA3D2}"/>
              </a:ext>
            </a:extLst>
          </p:cNvPr>
          <p:cNvSpPr/>
          <p:nvPr/>
        </p:nvSpPr>
        <p:spPr>
          <a:xfrm>
            <a:off x="1861343" y="4790706"/>
            <a:ext cx="1574126" cy="1574152"/>
          </a:xfrm>
          <a:custGeom>
            <a:avLst/>
            <a:gdLst>
              <a:gd name="connsiteX0" fmla="*/ 787063 w 1574126"/>
              <a:gd name="connsiteY0" fmla="*/ 1574152 h 1574152"/>
              <a:gd name="connsiteX1" fmla="*/ 0 w 1574126"/>
              <a:gd name="connsiteY1" fmla="*/ 787063 h 1574152"/>
              <a:gd name="connsiteX2" fmla="*/ 787063 w 1574126"/>
              <a:gd name="connsiteY2" fmla="*/ 0 h 1574152"/>
              <a:gd name="connsiteX3" fmla="*/ 1574127 w 1574126"/>
              <a:gd name="connsiteY3" fmla="*/ 787063 h 1574152"/>
              <a:gd name="connsiteX4" fmla="*/ 787063 w 1574126"/>
              <a:gd name="connsiteY4" fmla="*/ 1574152 h 1574152"/>
              <a:gd name="connsiteX5" fmla="*/ 787063 w 1574126"/>
              <a:gd name="connsiteY5" fmla="*/ 6343 h 1574152"/>
              <a:gd name="connsiteX6" fmla="*/ 6350 w 1574126"/>
              <a:gd name="connsiteY6" fmla="*/ 787057 h 1574152"/>
              <a:gd name="connsiteX7" fmla="*/ 787063 w 1574126"/>
              <a:gd name="connsiteY7" fmla="*/ 1567739 h 1574152"/>
              <a:gd name="connsiteX8" fmla="*/ 1567777 w 1574126"/>
              <a:gd name="connsiteY8" fmla="*/ 787057 h 1574152"/>
              <a:gd name="connsiteX9" fmla="*/ 787063 w 1574126"/>
              <a:gd name="connsiteY9" fmla="*/ 6343 h 1574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4126" h="1574152">
                <a:moveTo>
                  <a:pt x="787063" y="1574152"/>
                </a:moveTo>
                <a:cubicBezTo>
                  <a:pt x="353073" y="1574152"/>
                  <a:pt x="0" y="1221041"/>
                  <a:pt x="0" y="787063"/>
                </a:cubicBezTo>
                <a:cubicBezTo>
                  <a:pt x="0" y="353073"/>
                  <a:pt x="353073" y="0"/>
                  <a:pt x="787063" y="0"/>
                </a:cubicBezTo>
                <a:cubicBezTo>
                  <a:pt x="1221054" y="0"/>
                  <a:pt x="1574127" y="353079"/>
                  <a:pt x="1574127" y="787063"/>
                </a:cubicBezTo>
                <a:cubicBezTo>
                  <a:pt x="1574127" y="1221041"/>
                  <a:pt x="1221054" y="1574152"/>
                  <a:pt x="787063" y="1574152"/>
                </a:cubicBezTo>
                <a:close/>
                <a:moveTo>
                  <a:pt x="787063" y="6343"/>
                </a:moveTo>
                <a:cubicBezTo>
                  <a:pt x="356578" y="6343"/>
                  <a:pt x="6350" y="356571"/>
                  <a:pt x="6350" y="787057"/>
                </a:cubicBezTo>
                <a:cubicBezTo>
                  <a:pt x="6350" y="1217543"/>
                  <a:pt x="356578" y="1567739"/>
                  <a:pt x="787063" y="1567739"/>
                </a:cubicBezTo>
                <a:cubicBezTo>
                  <a:pt x="1217549" y="1567739"/>
                  <a:pt x="1567777" y="1217543"/>
                  <a:pt x="1567777" y="787057"/>
                </a:cubicBezTo>
                <a:cubicBezTo>
                  <a:pt x="1567777" y="356571"/>
                  <a:pt x="1217549" y="6343"/>
                  <a:pt x="787063" y="6343"/>
                </a:cubicBezTo>
                <a:close/>
              </a:path>
            </a:pathLst>
          </a:custGeom>
          <a:solidFill>
            <a:srgbClr val="CFCFC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4906A52E-F8A1-CCBF-97C2-48810A51D2C1}"/>
              </a:ext>
            </a:extLst>
          </p:cNvPr>
          <p:cNvSpPr/>
          <p:nvPr/>
        </p:nvSpPr>
        <p:spPr>
          <a:xfrm>
            <a:off x="8191372" y="0"/>
            <a:ext cx="3549142" cy="3360540"/>
          </a:xfrm>
          <a:custGeom>
            <a:avLst/>
            <a:gdLst>
              <a:gd name="connsiteX0" fmla="*/ 0 w 3549142"/>
              <a:gd name="connsiteY0" fmla="*/ 1585951 h 3360540"/>
              <a:gd name="connsiteX1" fmla="*/ 1774571 w 3549142"/>
              <a:gd name="connsiteY1" fmla="*/ 3360541 h 3360540"/>
              <a:gd name="connsiteX2" fmla="*/ 3549142 w 3549142"/>
              <a:gd name="connsiteY2" fmla="*/ 1585951 h 3360540"/>
              <a:gd name="connsiteX3" fmla="*/ 2571370 w 3549142"/>
              <a:gd name="connsiteY3" fmla="*/ 0 h 3360540"/>
              <a:gd name="connsiteX4" fmla="*/ 977709 w 3549142"/>
              <a:gd name="connsiteY4" fmla="*/ 0 h 3360540"/>
              <a:gd name="connsiteX5" fmla="*/ 0 w 3549142"/>
              <a:gd name="connsiteY5" fmla="*/ 1585951 h 336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49142" h="3360540">
                <a:moveTo>
                  <a:pt x="0" y="1585951"/>
                </a:moveTo>
                <a:cubicBezTo>
                  <a:pt x="0" y="2566029"/>
                  <a:pt x="794512" y="3360541"/>
                  <a:pt x="1774571" y="3360541"/>
                </a:cubicBezTo>
                <a:cubicBezTo>
                  <a:pt x="2754630" y="3360541"/>
                  <a:pt x="3549142" y="2566029"/>
                  <a:pt x="3549142" y="1585951"/>
                </a:cubicBezTo>
                <a:cubicBezTo>
                  <a:pt x="3549142" y="892435"/>
                  <a:pt x="3151251" y="291929"/>
                  <a:pt x="2571370" y="0"/>
                </a:cubicBezTo>
                <a:lnTo>
                  <a:pt x="977709" y="0"/>
                </a:lnTo>
                <a:cubicBezTo>
                  <a:pt x="397828" y="291929"/>
                  <a:pt x="0" y="892435"/>
                  <a:pt x="0" y="1585951"/>
                </a:cubicBezTo>
                <a:close/>
              </a:path>
            </a:pathLst>
          </a:custGeom>
          <a:solidFill>
            <a:srgbClr val="121620"/>
          </a:solidFill>
          <a:ln w="635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3C132A84-8EB6-6813-5175-C89AB1A4A08B}"/>
              </a:ext>
            </a:extLst>
          </p:cNvPr>
          <p:cNvSpPr/>
          <p:nvPr/>
        </p:nvSpPr>
        <p:spPr>
          <a:xfrm>
            <a:off x="6814946" y="1790903"/>
            <a:ext cx="4053014" cy="4053020"/>
          </a:xfrm>
          <a:custGeom>
            <a:avLst/>
            <a:gdLst>
              <a:gd name="connsiteX0" fmla="*/ 2026476 w 4053014"/>
              <a:gd name="connsiteY0" fmla="*/ 4053021 h 4053020"/>
              <a:gd name="connsiteX1" fmla="*/ 593534 w 4053014"/>
              <a:gd name="connsiteY1" fmla="*/ 3459474 h 4053020"/>
              <a:gd name="connsiteX2" fmla="*/ 0 w 4053014"/>
              <a:gd name="connsiteY2" fmla="*/ 2026514 h 4053020"/>
              <a:gd name="connsiteX3" fmla="*/ 593534 w 4053014"/>
              <a:gd name="connsiteY3" fmla="*/ 593554 h 4053020"/>
              <a:gd name="connsiteX4" fmla="*/ 2026476 w 4053014"/>
              <a:gd name="connsiteY4" fmla="*/ 0 h 4053020"/>
              <a:gd name="connsiteX5" fmla="*/ 3459480 w 4053014"/>
              <a:gd name="connsiteY5" fmla="*/ 593554 h 4053020"/>
              <a:gd name="connsiteX6" fmla="*/ 4053015 w 4053014"/>
              <a:gd name="connsiteY6" fmla="*/ 2026514 h 4053020"/>
              <a:gd name="connsiteX7" fmla="*/ 3459480 w 4053014"/>
              <a:gd name="connsiteY7" fmla="*/ 3459474 h 4053020"/>
              <a:gd name="connsiteX8" fmla="*/ 2026476 w 4053014"/>
              <a:gd name="connsiteY8" fmla="*/ 4053021 h 4053020"/>
              <a:gd name="connsiteX9" fmla="*/ 2026476 w 4053014"/>
              <a:gd name="connsiteY9" fmla="*/ 16008 h 4053020"/>
              <a:gd name="connsiteX10" fmla="*/ 16002 w 4053014"/>
              <a:gd name="connsiteY10" fmla="*/ 2026514 h 4053020"/>
              <a:gd name="connsiteX11" fmla="*/ 2026476 w 4053014"/>
              <a:gd name="connsiteY11" fmla="*/ 4037019 h 4053020"/>
              <a:gd name="connsiteX12" fmla="*/ 4037013 w 4053014"/>
              <a:gd name="connsiteY12" fmla="*/ 2026514 h 4053020"/>
              <a:gd name="connsiteX13" fmla="*/ 2026476 w 4053014"/>
              <a:gd name="connsiteY13" fmla="*/ 16008 h 4053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053014" h="4053020">
                <a:moveTo>
                  <a:pt x="2026476" y="4053021"/>
                </a:moveTo>
                <a:cubicBezTo>
                  <a:pt x="1485202" y="4053021"/>
                  <a:pt x="976313" y="3842232"/>
                  <a:pt x="593534" y="3459474"/>
                </a:cubicBezTo>
                <a:cubicBezTo>
                  <a:pt x="210757" y="3076715"/>
                  <a:pt x="0" y="2567813"/>
                  <a:pt x="0" y="2026514"/>
                </a:cubicBezTo>
                <a:cubicBezTo>
                  <a:pt x="0" y="1485214"/>
                  <a:pt x="210757" y="976313"/>
                  <a:pt x="593534" y="593554"/>
                </a:cubicBezTo>
                <a:cubicBezTo>
                  <a:pt x="976313" y="210795"/>
                  <a:pt x="1485202" y="0"/>
                  <a:pt x="2026476" y="0"/>
                </a:cubicBezTo>
                <a:cubicBezTo>
                  <a:pt x="2567813" y="0"/>
                  <a:pt x="3076702" y="210795"/>
                  <a:pt x="3459480" y="593554"/>
                </a:cubicBezTo>
                <a:cubicBezTo>
                  <a:pt x="3842195" y="976313"/>
                  <a:pt x="4053015" y="1485214"/>
                  <a:pt x="4053015" y="2026514"/>
                </a:cubicBezTo>
                <a:cubicBezTo>
                  <a:pt x="4053015" y="2567813"/>
                  <a:pt x="3842195" y="3076715"/>
                  <a:pt x="3459480" y="3459474"/>
                </a:cubicBezTo>
                <a:cubicBezTo>
                  <a:pt x="3076702" y="3842226"/>
                  <a:pt x="2567813" y="4053021"/>
                  <a:pt x="2026476" y="4053021"/>
                </a:cubicBezTo>
                <a:close/>
                <a:moveTo>
                  <a:pt x="2026476" y="16008"/>
                </a:moveTo>
                <a:cubicBezTo>
                  <a:pt x="917893" y="16008"/>
                  <a:pt x="16002" y="917918"/>
                  <a:pt x="16002" y="2026514"/>
                </a:cubicBezTo>
                <a:cubicBezTo>
                  <a:pt x="16002" y="3135109"/>
                  <a:pt x="917893" y="4037019"/>
                  <a:pt x="2026476" y="4037019"/>
                </a:cubicBezTo>
                <a:cubicBezTo>
                  <a:pt x="3135059" y="4037019"/>
                  <a:pt x="4037013" y="3135109"/>
                  <a:pt x="4037013" y="2026514"/>
                </a:cubicBezTo>
                <a:cubicBezTo>
                  <a:pt x="4037013" y="917918"/>
                  <a:pt x="3135059" y="16008"/>
                  <a:pt x="2026476" y="16008"/>
                </a:cubicBezTo>
                <a:close/>
              </a:path>
            </a:pathLst>
          </a:custGeom>
          <a:solidFill>
            <a:srgbClr val="73737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6B5BF822-F137-750A-F9EE-2B25DB122686}"/>
              </a:ext>
            </a:extLst>
          </p:cNvPr>
          <p:cNvSpPr/>
          <p:nvPr/>
        </p:nvSpPr>
        <p:spPr>
          <a:xfrm>
            <a:off x="7319581" y="2295531"/>
            <a:ext cx="3043745" cy="3043764"/>
          </a:xfrm>
          <a:custGeom>
            <a:avLst/>
            <a:gdLst>
              <a:gd name="connsiteX0" fmla="*/ 1521841 w 3043745"/>
              <a:gd name="connsiteY0" fmla="*/ 3043765 h 3043764"/>
              <a:gd name="connsiteX1" fmla="*/ 445707 w 3043745"/>
              <a:gd name="connsiteY1" fmla="*/ 2598020 h 3043764"/>
              <a:gd name="connsiteX2" fmla="*/ 0 w 3043745"/>
              <a:gd name="connsiteY2" fmla="*/ 1521886 h 3043764"/>
              <a:gd name="connsiteX3" fmla="*/ 445707 w 3043745"/>
              <a:gd name="connsiteY3" fmla="*/ 445751 h 3043764"/>
              <a:gd name="connsiteX4" fmla="*/ 1521841 w 3043745"/>
              <a:gd name="connsiteY4" fmla="*/ 0 h 3043764"/>
              <a:gd name="connsiteX5" fmla="*/ 2597976 w 3043745"/>
              <a:gd name="connsiteY5" fmla="*/ 445751 h 3043764"/>
              <a:gd name="connsiteX6" fmla="*/ 3043746 w 3043745"/>
              <a:gd name="connsiteY6" fmla="*/ 1521886 h 3043764"/>
              <a:gd name="connsiteX7" fmla="*/ 2597976 w 3043745"/>
              <a:gd name="connsiteY7" fmla="*/ 2598020 h 3043764"/>
              <a:gd name="connsiteX8" fmla="*/ 1521841 w 3043745"/>
              <a:gd name="connsiteY8" fmla="*/ 3043765 h 3043764"/>
              <a:gd name="connsiteX9" fmla="*/ 1521841 w 3043745"/>
              <a:gd name="connsiteY9" fmla="*/ 16002 h 3043764"/>
              <a:gd name="connsiteX10" fmla="*/ 16002 w 3043745"/>
              <a:gd name="connsiteY10" fmla="*/ 1521879 h 3043764"/>
              <a:gd name="connsiteX11" fmla="*/ 1521841 w 3043745"/>
              <a:gd name="connsiteY11" fmla="*/ 3027756 h 3043764"/>
              <a:gd name="connsiteX12" fmla="*/ 3027744 w 3043745"/>
              <a:gd name="connsiteY12" fmla="*/ 1521879 h 3043764"/>
              <a:gd name="connsiteX13" fmla="*/ 1521841 w 3043745"/>
              <a:gd name="connsiteY13" fmla="*/ 16002 h 3043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43745" h="3043764">
                <a:moveTo>
                  <a:pt x="1521841" y="3043765"/>
                </a:moveTo>
                <a:cubicBezTo>
                  <a:pt x="1115314" y="3043765"/>
                  <a:pt x="733172" y="2885459"/>
                  <a:pt x="445707" y="2598020"/>
                </a:cubicBezTo>
                <a:cubicBezTo>
                  <a:pt x="158242" y="2310568"/>
                  <a:pt x="0" y="1928400"/>
                  <a:pt x="0" y="1521886"/>
                </a:cubicBezTo>
                <a:cubicBezTo>
                  <a:pt x="0" y="1115371"/>
                  <a:pt x="158306" y="733196"/>
                  <a:pt x="445707" y="445751"/>
                </a:cubicBezTo>
                <a:cubicBezTo>
                  <a:pt x="733172" y="158305"/>
                  <a:pt x="1115314" y="0"/>
                  <a:pt x="1521841" y="0"/>
                </a:cubicBezTo>
                <a:cubicBezTo>
                  <a:pt x="1928368" y="0"/>
                  <a:pt x="2310512" y="158305"/>
                  <a:pt x="2597976" y="445751"/>
                </a:cubicBezTo>
                <a:cubicBezTo>
                  <a:pt x="2885440" y="733196"/>
                  <a:pt x="3043746" y="1115378"/>
                  <a:pt x="3043746" y="1521886"/>
                </a:cubicBezTo>
                <a:cubicBezTo>
                  <a:pt x="3043746" y="1928393"/>
                  <a:pt x="2885440" y="2310568"/>
                  <a:pt x="2597976" y="2598020"/>
                </a:cubicBezTo>
                <a:cubicBezTo>
                  <a:pt x="2310512" y="2885459"/>
                  <a:pt x="1928368" y="3043765"/>
                  <a:pt x="1521841" y="3043765"/>
                </a:cubicBezTo>
                <a:close/>
                <a:moveTo>
                  <a:pt x="1521841" y="16002"/>
                </a:moveTo>
                <a:cubicBezTo>
                  <a:pt x="691515" y="16002"/>
                  <a:pt x="16002" y="691534"/>
                  <a:pt x="16002" y="1521879"/>
                </a:cubicBezTo>
                <a:cubicBezTo>
                  <a:pt x="16002" y="2352224"/>
                  <a:pt x="691515" y="3027756"/>
                  <a:pt x="1521841" y="3027756"/>
                </a:cubicBezTo>
                <a:cubicBezTo>
                  <a:pt x="2352167" y="3027756"/>
                  <a:pt x="3027744" y="2352218"/>
                  <a:pt x="3027744" y="1521879"/>
                </a:cubicBezTo>
                <a:cubicBezTo>
                  <a:pt x="3027744" y="691540"/>
                  <a:pt x="2352167" y="16002"/>
                  <a:pt x="1521841" y="16002"/>
                </a:cubicBezTo>
                <a:close/>
              </a:path>
            </a:pathLst>
          </a:custGeom>
          <a:solidFill>
            <a:srgbClr val="73737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F047999D-DFA2-0BEF-EB22-A10701C11930}"/>
              </a:ext>
            </a:extLst>
          </p:cNvPr>
          <p:cNvSpPr/>
          <p:nvPr/>
        </p:nvSpPr>
        <p:spPr>
          <a:xfrm>
            <a:off x="7887271" y="2863234"/>
            <a:ext cx="1908365" cy="1908359"/>
          </a:xfrm>
          <a:custGeom>
            <a:avLst/>
            <a:gdLst>
              <a:gd name="connsiteX0" fmla="*/ 954151 w 1908365"/>
              <a:gd name="connsiteY0" fmla="*/ 1908359 h 1908359"/>
              <a:gd name="connsiteX1" fmla="*/ 0 w 1908365"/>
              <a:gd name="connsiteY1" fmla="*/ 954183 h 1908359"/>
              <a:gd name="connsiteX2" fmla="*/ 954151 w 1908365"/>
              <a:gd name="connsiteY2" fmla="*/ 0 h 1908359"/>
              <a:gd name="connsiteX3" fmla="*/ 1908366 w 1908365"/>
              <a:gd name="connsiteY3" fmla="*/ 954183 h 1908359"/>
              <a:gd name="connsiteX4" fmla="*/ 954151 w 1908365"/>
              <a:gd name="connsiteY4" fmla="*/ 1908359 h 1908359"/>
              <a:gd name="connsiteX5" fmla="*/ 954151 w 1908365"/>
              <a:gd name="connsiteY5" fmla="*/ 16008 h 1908359"/>
              <a:gd name="connsiteX6" fmla="*/ 16002 w 1908365"/>
              <a:gd name="connsiteY6" fmla="*/ 954183 h 1908359"/>
              <a:gd name="connsiteX7" fmla="*/ 954151 w 1908365"/>
              <a:gd name="connsiteY7" fmla="*/ 1892357 h 1908359"/>
              <a:gd name="connsiteX8" fmla="*/ 1892364 w 1908365"/>
              <a:gd name="connsiteY8" fmla="*/ 954183 h 1908359"/>
              <a:gd name="connsiteX9" fmla="*/ 954151 w 1908365"/>
              <a:gd name="connsiteY9" fmla="*/ 16008 h 1908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08365" h="1908359">
                <a:moveTo>
                  <a:pt x="954151" y="1908359"/>
                </a:moveTo>
                <a:cubicBezTo>
                  <a:pt x="428054" y="1908359"/>
                  <a:pt x="0" y="1480318"/>
                  <a:pt x="0" y="954183"/>
                </a:cubicBezTo>
                <a:cubicBezTo>
                  <a:pt x="0" y="428047"/>
                  <a:pt x="428054" y="0"/>
                  <a:pt x="954151" y="0"/>
                </a:cubicBezTo>
                <a:cubicBezTo>
                  <a:pt x="1480312" y="0"/>
                  <a:pt x="1908366" y="428047"/>
                  <a:pt x="1908366" y="954183"/>
                </a:cubicBezTo>
                <a:cubicBezTo>
                  <a:pt x="1908302" y="1480312"/>
                  <a:pt x="1480312" y="1908359"/>
                  <a:pt x="954151" y="1908359"/>
                </a:cubicBezTo>
                <a:close/>
                <a:moveTo>
                  <a:pt x="954151" y="16008"/>
                </a:moveTo>
                <a:cubicBezTo>
                  <a:pt x="436880" y="16008"/>
                  <a:pt x="16002" y="436874"/>
                  <a:pt x="16002" y="954183"/>
                </a:cubicBezTo>
                <a:cubicBezTo>
                  <a:pt x="16002" y="1471492"/>
                  <a:pt x="436880" y="1892357"/>
                  <a:pt x="954151" y="1892357"/>
                </a:cubicBezTo>
                <a:cubicBezTo>
                  <a:pt x="1471485" y="1892357"/>
                  <a:pt x="1892364" y="1471492"/>
                  <a:pt x="1892364" y="954183"/>
                </a:cubicBezTo>
                <a:cubicBezTo>
                  <a:pt x="1892364" y="436874"/>
                  <a:pt x="1471485" y="16008"/>
                  <a:pt x="954151" y="16008"/>
                </a:cubicBezTo>
                <a:close/>
              </a:path>
            </a:pathLst>
          </a:custGeom>
          <a:solidFill>
            <a:srgbClr val="73737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3124E5F-22A7-5CC2-A4E6-F1D61E234502}"/>
              </a:ext>
            </a:extLst>
          </p:cNvPr>
          <p:cNvSpPr/>
          <p:nvPr/>
        </p:nvSpPr>
        <p:spPr>
          <a:xfrm>
            <a:off x="631416" y="2990551"/>
            <a:ext cx="2330041" cy="2766124"/>
          </a:xfrm>
          <a:custGeom>
            <a:avLst/>
            <a:gdLst>
              <a:gd name="connsiteX0" fmla="*/ 424601 w 2330041"/>
              <a:gd name="connsiteY0" fmla="*/ 1376604 h 2766124"/>
              <a:gd name="connsiteX1" fmla="*/ 439594 w 2330041"/>
              <a:gd name="connsiteY1" fmla="*/ 1382891 h 2766124"/>
              <a:gd name="connsiteX2" fmla="*/ 439594 w 2330041"/>
              <a:gd name="connsiteY2" fmla="*/ 1382891 h 2766124"/>
              <a:gd name="connsiteX3" fmla="*/ 428399 w 2330041"/>
              <a:gd name="connsiteY3" fmla="*/ 2665330 h 2766124"/>
              <a:gd name="connsiteX4" fmla="*/ 1005106 w 2330041"/>
              <a:gd name="connsiteY4" fmla="*/ 2764962 h 2766124"/>
              <a:gd name="connsiteX5" fmla="*/ 2328547 w 2330041"/>
              <a:gd name="connsiteY5" fmla="*/ 1449089 h 2766124"/>
              <a:gd name="connsiteX6" fmla="*/ 946330 w 2330041"/>
              <a:gd name="connsiteY6" fmla="*/ 0 h 2766124"/>
              <a:gd name="connsiteX7" fmla="*/ 429910 w 2330041"/>
              <a:gd name="connsiteY7" fmla="*/ 99454 h 2766124"/>
              <a:gd name="connsiteX8" fmla="*/ 424601 w 2330041"/>
              <a:gd name="connsiteY8" fmla="*/ 1376604 h 276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0041" h="2766124">
                <a:moveTo>
                  <a:pt x="424601" y="1376604"/>
                </a:moveTo>
                <a:lnTo>
                  <a:pt x="439594" y="1382891"/>
                </a:lnTo>
                <a:lnTo>
                  <a:pt x="439594" y="1382891"/>
                </a:lnTo>
                <a:cubicBezTo>
                  <a:pt x="-140244" y="1609700"/>
                  <a:pt x="-148893" y="2431333"/>
                  <a:pt x="428399" y="2665330"/>
                </a:cubicBezTo>
                <a:cubicBezTo>
                  <a:pt x="605373" y="2737066"/>
                  <a:pt x="800559" y="2773236"/>
                  <a:pt x="1005106" y="2764962"/>
                </a:cubicBezTo>
                <a:cubicBezTo>
                  <a:pt x="1716636" y="2736196"/>
                  <a:pt x="2295934" y="2160359"/>
                  <a:pt x="2328547" y="1449089"/>
                </a:cubicBezTo>
                <a:cubicBezTo>
                  <a:pt x="2364939" y="655447"/>
                  <a:pt x="1732016" y="260"/>
                  <a:pt x="946330" y="0"/>
                </a:cubicBezTo>
                <a:cubicBezTo>
                  <a:pt x="763755" y="-63"/>
                  <a:pt x="589454" y="35249"/>
                  <a:pt x="429910" y="99454"/>
                </a:cubicBezTo>
                <a:cubicBezTo>
                  <a:pt x="-141330" y="329337"/>
                  <a:pt x="-143495" y="1138314"/>
                  <a:pt x="424601" y="1376604"/>
                </a:cubicBezTo>
                <a:close/>
              </a:path>
            </a:pathLst>
          </a:custGeom>
          <a:solidFill>
            <a:srgbClr val="3E4B6D"/>
          </a:solidFill>
          <a:ln w="635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93BF14F3-37DD-F9C0-EA7D-FFE64F62856F}"/>
              </a:ext>
            </a:extLst>
          </p:cNvPr>
          <p:cNvSpPr/>
          <p:nvPr/>
        </p:nvSpPr>
        <p:spPr>
          <a:xfrm>
            <a:off x="848474" y="3053397"/>
            <a:ext cx="2112941" cy="2697778"/>
          </a:xfrm>
          <a:custGeom>
            <a:avLst/>
            <a:gdLst>
              <a:gd name="connsiteX0" fmla="*/ 2047488 w 2112941"/>
              <a:gd name="connsiteY0" fmla="*/ 899636 h 2697778"/>
              <a:gd name="connsiteX1" fmla="*/ 1319168 w 2112941"/>
              <a:gd name="connsiteY1" fmla="*/ 1311072 h 2697778"/>
              <a:gd name="connsiteX2" fmla="*/ 1064450 w 2112941"/>
              <a:gd name="connsiteY2" fmla="*/ 1310983 h 2697778"/>
              <a:gd name="connsiteX3" fmla="*/ 1733010 w 2112941"/>
              <a:gd name="connsiteY3" fmla="*/ 368840 h 2697778"/>
              <a:gd name="connsiteX4" fmla="*/ 1719790 w 2112941"/>
              <a:gd name="connsiteY4" fmla="*/ 355143 h 2697778"/>
              <a:gd name="connsiteX5" fmla="*/ 1327975 w 2112941"/>
              <a:gd name="connsiteY5" fmla="*/ 907269 h 2697778"/>
              <a:gd name="connsiteX6" fmla="*/ 1162215 w 2112941"/>
              <a:gd name="connsiteY6" fmla="*/ 6490 h 2697778"/>
              <a:gd name="connsiteX7" fmla="*/ 1142010 w 2112941"/>
              <a:gd name="connsiteY7" fmla="*/ 0 h 2697778"/>
              <a:gd name="connsiteX8" fmla="*/ 1312882 w 2112941"/>
              <a:gd name="connsiteY8" fmla="*/ 928542 h 2697778"/>
              <a:gd name="connsiteX9" fmla="*/ 1041489 w 2112941"/>
              <a:gd name="connsiteY9" fmla="*/ 1310970 h 2697778"/>
              <a:gd name="connsiteX10" fmla="*/ 200374 w 2112941"/>
              <a:gd name="connsiteY10" fmla="*/ 1310685 h 2697778"/>
              <a:gd name="connsiteX11" fmla="*/ 217107 w 2112941"/>
              <a:gd name="connsiteY11" fmla="*/ 1320051 h 2697778"/>
              <a:gd name="connsiteX12" fmla="*/ 199733 w 2112941"/>
              <a:gd name="connsiteY12" fmla="*/ 1329373 h 2697778"/>
              <a:gd name="connsiteX13" fmla="*/ 403809 w 2112941"/>
              <a:gd name="connsiteY13" fmla="*/ 1329442 h 2697778"/>
              <a:gd name="connsiteX14" fmla="*/ 480409 w 2112941"/>
              <a:gd name="connsiteY14" fmla="*/ 1896421 h 2697778"/>
              <a:gd name="connsiteX15" fmla="*/ 0 w 2112941"/>
              <a:gd name="connsiteY15" fmla="*/ 2469801 h 2697778"/>
              <a:gd name="connsiteX16" fmla="*/ 13983 w 2112941"/>
              <a:gd name="connsiteY16" fmla="*/ 2482221 h 2697778"/>
              <a:gd name="connsiteX17" fmla="*/ 483794 w 2112941"/>
              <a:gd name="connsiteY17" fmla="*/ 1921491 h 2697778"/>
              <a:gd name="connsiteX18" fmla="*/ 588423 w 2112941"/>
              <a:gd name="connsiteY18" fmla="*/ 2695944 h 2697778"/>
              <a:gd name="connsiteX19" fmla="*/ 607536 w 2112941"/>
              <a:gd name="connsiteY19" fmla="*/ 2697779 h 2697778"/>
              <a:gd name="connsiteX20" fmla="*/ 422681 w 2112941"/>
              <a:gd name="connsiteY20" fmla="*/ 1329449 h 2697778"/>
              <a:gd name="connsiteX21" fmla="*/ 511613 w 2112941"/>
              <a:gd name="connsiteY21" fmla="*/ 1329480 h 2697778"/>
              <a:gd name="connsiteX22" fmla="*/ 956094 w 2112941"/>
              <a:gd name="connsiteY22" fmla="*/ 1773904 h 2697778"/>
              <a:gd name="connsiteX23" fmla="*/ 956183 w 2112941"/>
              <a:gd name="connsiteY23" fmla="*/ 2684850 h 2697778"/>
              <a:gd name="connsiteX24" fmla="*/ 974877 w 2112941"/>
              <a:gd name="connsiteY24" fmla="*/ 2681586 h 2697778"/>
              <a:gd name="connsiteX25" fmla="*/ 974788 w 2112941"/>
              <a:gd name="connsiteY25" fmla="*/ 1792599 h 2697778"/>
              <a:gd name="connsiteX26" fmla="*/ 1586814 w 2112941"/>
              <a:gd name="connsiteY26" fmla="*/ 2404542 h 2697778"/>
              <a:gd name="connsiteX27" fmla="*/ 1601413 w 2112941"/>
              <a:gd name="connsiteY27" fmla="*/ 2392699 h 2697778"/>
              <a:gd name="connsiteX28" fmla="*/ 538061 w 2112941"/>
              <a:gd name="connsiteY28" fmla="*/ 1329493 h 2697778"/>
              <a:gd name="connsiteX29" fmla="*/ 1017594 w 2112941"/>
              <a:gd name="connsiteY29" fmla="*/ 1329652 h 2697778"/>
              <a:gd name="connsiteX30" fmla="*/ 1669161 w 2112941"/>
              <a:gd name="connsiteY30" fmla="*/ 2333790 h 2697778"/>
              <a:gd name="connsiteX31" fmla="*/ 1683042 w 2112941"/>
              <a:gd name="connsiteY31" fmla="*/ 2320836 h 2697778"/>
              <a:gd name="connsiteX32" fmla="*/ 1039889 w 2112941"/>
              <a:gd name="connsiteY32" fmla="*/ 1329664 h 2697778"/>
              <a:gd name="connsiteX33" fmla="*/ 2112829 w 2112941"/>
              <a:gd name="connsiteY33" fmla="*/ 1330026 h 2697778"/>
              <a:gd name="connsiteX34" fmla="*/ 2112931 w 2112941"/>
              <a:gd name="connsiteY34" fmla="*/ 1311338 h 2697778"/>
              <a:gd name="connsiteX35" fmla="*/ 1356900 w 2112941"/>
              <a:gd name="connsiteY35" fmla="*/ 1311085 h 2697778"/>
              <a:gd name="connsiteX36" fmla="*/ 2053171 w 2112941"/>
              <a:gd name="connsiteY36" fmla="*/ 917816 h 2697778"/>
              <a:gd name="connsiteX37" fmla="*/ 2047488 w 2112941"/>
              <a:gd name="connsiteY37" fmla="*/ 899636 h 2697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2112941" h="2697778">
                <a:moveTo>
                  <a:pt x="2047488" y="899636"/>
                </a:moveTo>
                <a:lnTo>
                  <a:pt x="1319168" y="1311072"/>
                </a:lnTo>
                <a:lnTo>
                  <a:pt x="1064450" y="1310983"/>
                </a:lnTo>
                <a:lnTo>
                  <a:pt x="1733010" y="368840"/>
                </a:lnTo>
                <a:cubicBezTo>
                  <a:pt x="1728642" y="364236"/>
                  <a:pt x="1724216" y="359689"/>
                  <a:pt x="1719790" y="355143"/>
                </a:cubicBezTo>
                <a:lnTo>
                  <a:pt x="1327975" y="907269"/>
                </a:lnTo>
                <a:lnTo>
                  <a:pt x="1162215" y="6490"/>
                </a:lnTo>
                <a:cubicBezTo>
                  <a:pt x="1155503" y="4280"/>
                  <a:pt x="1148772" y="2115"/>
                  <a:pt x="1142010" y="0"/>
                </a:cubicBezTo>
                <a:lnTo>
                  <a:pt x="1312882" y="928542"/>
                </a:lnTo>
                <a:lnTo>
                  <a:pt x="1041489" y="1310970"/>
                </a:lnTo>
                <a:lnTo>
                  <a:pt x="200374" y="1310685"/>
                </a:lnTo>
                <a:cubicBezTo>
                  <a:pt x="203803" y="1312640"/>
                  <a:pt x="217107" y="1320051"/>
                  <a:pt x="217107" y="1320051"/>
                </a:cubicBezTo>
                <a:cubicBezTo>
                  <a:pt x="217107" y="1320051"/>
                  <a:pt x="207029" y="1325391"/>
                  <a:pt x="199733" y="1329373"/>
                </a:cubicBezTo>
                <a:lnTo>
                  <a:pt x="403809" y="1329442"/>
                </a:lnTo>
                <a:lnTo>
                  <a:pt x="480409" y="1896421"/>
                </a:lnTo>
                <a:lnTo>
                  <a:pt x="0" y="2469801"/>
                </a:lnTo>
                <a:cubicBezTo>
                  <a:pt x="4572" y="2474004"/>
                  <a:pt x="9271" y="2478119"/>
                  <a:pt x="13983" y="2482221"/>
                </a:cubicBezTo>
                <a:lnTo>
                  <a:pt x="483794" y="1921491"/>
                </a:lnTo>
                <a:lnTo>
                  <a:pt x="588423" y="2695944"/>
                </a:lnTo>
                <a:cubicBezTo>
                  <a:pt x="594786" y="2696591"/>
                  <a:pt x="601155" y="2697220"/>
                  <a:pt x="607536" y="2697779"/>
                </a:cubicBezTo>
                <a:lnTo>
                  <a:pt x="422681" y="1329449"/>
                </a:lnTo>
                <a:lnTo>
                  <a:pt x="511613" y="1329480"/>
                </a:lnTo>
                <a:lnTo>
                  <a:pt x="956094" y="1773904"/>
                </a:lnTo>
                <a:lnTo>
                  <a:pt x="956183" y="2684850"/>
                </a:lnTo>
                <a:cubicBezTo>
                  <a:pt x="962431" y="2683815"/>
                  <a:pt x="968654" y="2682704"/>
                  <a:pt x="974877" y="2681586"/>
                </a:cubicBezTo>
                <a:lnTo>
                  <a:pt x="974788" y="1792599"/>
                </a:lnTo>
                <a:lnTo>
                  <a:pt x="1586814" y="2404542"/>
                </a:lnTo>
                <a:cubicBezTo>
                  <a:pt x="1591729" y="2400650"/>
                  <a:pt x="1596555" y="2396661"/>
                  <a:pt x="1601413" y="2392699"/>
                </a:cubicBezTo>
                <a:lnTo>
                  <a:pt x="538061" y="1329493"/>
                </a:lnTo>
                <a:lnTo>
                  <a:pt x="1017594" y="1329652"/>
                </a:lnTo>
                <a:lnTo>
                  <a:pt x="1669161" y="2333790"/>
                </a:lnTo>
                <a:cubicBezTo>
                  <a:pt x="1673803" y="2329485"/>
                  <a:pt x="1678464" y="2325199"/>
                  <a:pt x="1683042" y="2320836"/>
                </a:cubicBezTo>
                <a:lnTo>
                  <a:pt x="1039889" y="1329664"/>
                </a:lnTo>
                <a:lnTo>
                  <a:pt x="2112829" y="1330026"/>
                </a:lnTo>
                <a:cubicBezTo>
                  <a:pt x="2112867" y="1323797"/>
                  <a:pt x="2112975" y="1317549"/>
                  <a:pt x="2112931" y="1311338"/>
                </a:cubicBezTo>
                <a:lnTo>
                  <a:pt x="1356900" y="1311085"/>
                </a:lnTo>
                <a:lnTo>
                  <a:pt x="2053171" y="917816"/>
                </a:lnTo>
                <a:cubicBezTo>
                  <a:pt x="2051329" y="911733"/>
                  <a:pt x="2049424" y="905681"/>
                  <a:pt x="2047488" y="899636"/>
                </a:cubicBezTo>
                <a:close/>
              </a:path>
            </a:pathLst>
          </a:custGeom>
          <a:solidFill>
            <a:srgbClr val="121620"/>
          </a:solidFill>
          <a:ln w="635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grpSp>
        <p:nvGrpSpPr>
          <p:cNvPr id="59" name="Graphic 11" descr="Water lilies and ripples on a pond">
            <a:extLst>
              <a:ext uri="{FF2B5EF4-FFF2-40B4-BE49-F238E27FC236}">
                <a16:creationId xmlns:a16="http://schemas.microsoft.com/office/drawing/2014/main" id="{3383AAA9-CD3E-873D-1137-AAEFD65E0482}"/>
              </a:ext>
            </a:extLst>
          </p:cNvPr>
          <p:cNvGrpSpPr/>
          <p:nvPr/>
        </p:nvGrpSpPr>
        <p:grpSpPr>
          <a:xfrm>
            <a:off x="10407375" y="417220"/>
            <a:ext cx="1784624" cy="2766124"/>
            <a:chOff x="10407375" y="417220"/>
            <a:chExt cx="1784624" cy="2766124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55E7992-7F15-727B-F13F-52A0ABF5923A}"/>
                </a:ext>
              </a:extLst>
            </p:cNvPr>
            <p:cNvSpPr/>
            <p:nvPr/>
          </p:nvSpPr>
          <p:spPr>
            <a:xfrm>
              <a:off x="10407375" y="417220"/>
              <a:ext cx="1784624" cy="2766124"/>
            </a:xfrm>
            <a:custGeom>
              <a:avLst/>
              <a:gdLst>
                <a:gd name="connsiteX0" fmla="*/ 1784625 w 1784624"/>
                <a:gd name="connsiteY0" fmla="*/ 283166 h 2766124"/>
                <a:gd name="connsiteX1" fmla="*/ 946298 w 1784624"/>
                <a:gd name="connsiteY1" fmla="*/ 0 h 2766124"/>
                <a:gd name="connsiteX2" fmla="*/ 429916 w 1784624"/>
                <a:gd name="connsiteY2" fmla="*/ 99454 h 2766124"/>
                <a:gd name="connsiteX3" fmla="*/ 424581 w 1784624"/>
                <a:gd name="connsiteY3" fmla="*/ 1376604 h 2766124"/>
                <a:gd name="connsiteX4" fmla="*/ 439568 w 1784624"/>
                <a:gd name="connsiteY4" fmla="*/ 1382890 h 2766124"/>
                <a:gd name="connsiteX5" fmla="*/ 439568 w 1784624"/>
                <a:gd name="connsiteY5" fmla="*/ 1382890 h 2766124"/>
                <a:gd name="connsiteX6" fmla="*/ 428392 w 1784624"/>
                <a:gd name="connsiteY6" fmla="*/ 2665330 h 2766124"/>
                <a:gd name="connsiteX7" fmla="*/ 1005099 w 1784624"/>
                <a:gd name="connsiteY7" fmla="*/ 2764962 h 2766124"/>
                <a:gd name="connsiteX8" fmla="*/ 1784625 w 1784624"/>
                <a:gd name="connsiteY8" fmla="*/ 2482298 h 2766124"/>
                <a:gd name="connsiteX9" fmla="*/ 1784625 w 1784624"/>
                <a:gd name="connsiteY9" fmla="*/ 283166 h 276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84624" h="2766124">
                  <a:moveTo>
                    <a:pt x="1784625" y="283166"/>
                  </a:moveTo>
                  <a:cubicBezTo>
                    <a:pt x="1551961" y="105651"/>
                    <a:pt x="1261448" y="108"/>
                    <a:pt x="946298" y="0"/>
                  </a:cubicBezTo>
                  <a:cubicBezTo>
                    <a:pt x="763735" y="-63"/>
                    <a:pt x="589428" y="35249"/>
                    <a:pt x="429916" y="99454"/>
                  </a:cubicBezTo>
                  <a:cubicBezTo>
                    <a:pt x="-141331" y="329336"/>
                    <a:pt x="-143489" y="1138314"/>
                    <a:pt x="424581" y="1376604"/>
                  </a:cubicBezTo>
                  <a:lnTo>
                    <a:pt x="439568" y="1382890"/>
                  </a:lnTo>
                  <a:lnTo>
                    <a:pt x="439568" y="1382890"/>
                  </a:lnTo>
                  <a:cubicBezTo>
                    <a:pt x="-140251" y="1609700"/>
                    <a:pt x="-148887" y="2431333"/>
                    <a:pt x="428392" y="2665330"/>
                  </a:cubicBezTo>
                  <a:cubicBezTo>
                    <a:pt x="605366" y="2737066"/>
                    <a:pt x="800565" y="2773236"/>
                    <a:pt x="1005099" y="2764962"/>
                  </a:cubicBezTo>
                  <a:cubicBezTo>
                    <a:pt x="1296691" y="2753176"/>
                    <a:pt x="1565994" y="2649481"/>
                    <a:pt x="1784625" y="2482298"/>
                  </a:cubicBezTo>
                  <a:lnTo>
                    <a:pt x="1784625" y="283166"/>
                  </a:lnTo>
                  <a:close/>
                </a:path>
              </a:pathLst>
            </a:custGeom>
            <a:solidFill>
              <a:srgbClr val="3E4B6D"/>
            </a:solidFill>
            <a:ln w="635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A89D07F4-2ED1-098D-9BEC-6F5DCAED6B54}"/>
                </a:ext>
              </a:extLst>
            </p:cNvPr>
            <p:cNvSpPr/>
            <p:nvPr/>
          </p:nvSpPr>
          <p:spPr>
            <a:xfrm>
              <a:off x="10624439" y="480072"/>
              <a:ext cx="1567560" cy="2697784"/>
            </a:xfrm>
            <a:custGeom>
              <a:avLst/>
              <a:gdLst>
                <a:gd name="connsiteX0" fmla="*/ 1567561 w 1567560"/>
                <a:gd name="connsiteY0" fmla="*/ 1311148 h 2697784"/>
                <a:gd name="connsiteX1" fmla="*/ 1356995 w 1567560"/>
                <a:gd name="connsiteY1" fmla="*/ 1311078 h 2697784"/>
                <a:gd name="connsiteX2" fmla="*/ 1567561 w 1567560"/>
                <a:gd name="connsiteY2" fmla="*/ 1192149 h 2697784"/>
                <a:gd name="connsiteX3" fmla="*/ 1567561 w 1567560"/>
                <a:gd name="connsiteY3" fmla="*/ 1170737 h 2697784"/>
                <a:gd name="connsiteX4" fmla="*/ 1319149 w 1567560"/>
                <a:gd name="connsiteY4" fmla="*/ 1311059 h 2697784"/>
                <a:gd name="connsiteX5" fmla="*/ 1064451 w 1567560"/>
                <a:gd name="connsiteY5" fmla="*/ 1310970 h 2697784"/>
                <a:gd name="connsiteX6" fmla="*/ 1567561 w 1567560"/>
                <a:gd name="connsiteY6" fmla="*/ 601974 h 2697784"/>
                <a:gd name="connsiteX7" fmla="*/ 1567561 w 1567560"/>
                <a:gd name="connsiteY7" fmla="*/ 569640 h 2697784"/>
                <a:gd name="connsiteX8" fmla="*/ 1327976 w 1567560"/>
                <a:gd name="connsiteY8" fmla="*/ 907269 h 2697784"/>
                <a:gd name="connsiteX9" fmla="*/ 1162177 w 1567560"/>
                <a:gd name="connsiteY9" fmla="*/ 6490 h 2697784"/>
                <a:gd name="connsiteX10" fmla="*/ 1141984 w 1567560"/>
                <a:gd name="connsiteY10" fmla="*/ 0 h 2697784"/>
                <a:gd name="connsiteX11" fmla="*/ 1312863 w 1567560"/>
                <a:gd name="connsiteY11" fmla="*/ 928554 h 2697784"/>
                <a:gd name="connsiteX12" fmla="*/ 1041464 w 1567560"/>
                <a:gd name="connsiteY12" fmla="*/ 1310977 h 2697784"/>
                <a:gd name="connsiteX13" fmla="*/ 200596 w 1567560"/>
                <a:gd name="connsiteY13" fmla="*/ 1310691 h 2697784"/>
                <a:gd name="connsiteX14" fmla="*/ 216662 w 1567560"/>
                <a:gd name="connsiteY14" fmla="*/ 1319911 h 2697784"/>
                <a:gd name="connsiteX15" fmla="*/ 216662 w 1567560"/>
                <a:gd name="connsiteY15" fmla="*/ 1319968 h 2697784"/>
                <a:gd name="connsiteX16" fmla="*/ 199898 w 1567560"/>
                <a:gd name="connsiteY16" fmla="*/ 1329385 h 2697784"/>
                <a:gd name="connsiteX17" fmla="*/ 403796 w 1567560"/>
                <a:gd name="connsiteY17" fmla="*/ 1329455 h 2697784"/>
                <a:gd name="connsiteX18" fmla="*/ 480378 w 1567560"/>
                <a:gd name="connsiteY18" fmla="*/ 1896440 h 2697784"/>
                <a:gd name="connsiteX19" fmla="*/ 0 w 1567560"/>
                <a:gd name="connsiteY19" fmla="*/ 2469814 h 2697784"/>
                <a:gd name="connsiteX20" fmla="*/ 13970 w 1567560"/>
                <a:gd name="connsiteY20" fmla="*/ 2482228 h 2697784"/>
                <a:gd name="connsiteX21" fmla="*/ 483806 w 1567560"/>
                <a:gd name="connsiteY21" fmla="*/ 1921497 h 2697784"/>
                <a:gd name="connsiteX22" fmla="*/ 588391 w 1567560"/>
                <a:gd name="connsiteY22" fmla="*/ 2695950 h 2697784"/>
                <a:gd name="connsiteX23" fmla="*/ 607505 w 1567560"/>
                <a:gd name="connsiteY23" fmla="*/ 2697785 h 2697784"/>
                <a:gd name="connsiteX24" fmla="*/ 422656 w 1567560"/>
                <a:gd name="connsiteY24" fmla="*/ 1329462 h 2697784"/>
                <a:gd name="connsiteX25" fmla="*/ 511619 w 1567560"/>
                <a:gd name="connsiteY25" fmla="*/ 1329493 h 2697784"/>
                <a:gd name="connsiteX26" fmla="*/ 956056 w 1567560"/>
                <a:gd name="connsiteY26" fmla="*/ 1773917 h 2697784"/>
                <a:gd name="connsiteX27" fmla="*/ 956183 w 1567560"/>
                <a:gd name="connsiteY27" fmla="*/ 2684863 h 2697784"/>
                <a:gd name="connsiteX28" fmla="*/ 974852 w 1567560"/>
                <a:gd name="connsiteY28" fmla="*/ 2681599 h 2697784"/>
                <a:gd name="connsiteX29" fmla="*/ 974789 w 1567560"/>
                <a:gd name="connsiteY29" fmla="*/ 1792605 h 2697784"/>
                <a:gd name="connsiteX30" fmla="*/ 1567561 w 1567560"/>
                <a:gd name="connsiteY30" fmla="*/ 2385314 h 2697784"/>
                <a:gd name="connsiteX31" fmla="*/ 1567561 w 1567560"/>
                <a:gd name="connsiteY31" fmla="*/ 2358873 h 2697784"/>
                <a:gd name="connsiteX32" fmla="*/ 538035 w 1567560"/>
                <a:gd name="connsiteY32" fmla="*/ 1329499 h 2697784"/>
                <a:gd name="connsiteX33" fmla="*/ 1017588 w 1567560"/>
                <a:gd name="connsiteY33" fmla="*/ 1329658 h 2697784"/>
                <a:gd name="connsiteX34" fmla="*/ 1567561 w 1567560"/>
                <a:gd name="connsiteY34" fmla="*/ 2177231 h 2697784"/>
                <a:gd name="connsiteX35" fmla="*/ 1567561 w 1567560"/>
                <a:gd name="connsiteY35" fmla="*/ 2142877 h 2697784"/>
                <a:gd name="connsiteX36" fmla="*/ 1039876 w 1567560"/>
                <a:gd name="connsiteY36" fmla="*/ 1329665 h 2697784"/>
                <a:gd name="connsiteX37" fmla="*/ 1567561 w 1567560"/>
                <a:gd name="connsiteY37" fmla="*/ 1329842 h 2697784"/>
                <a:gd name="connsiteX38" fmla="*/ 1567561 w 1567560"/>
                <a:gd name="connsiteY38" fmla="*/ 1311148 h 2697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567560" h="2697784">
                  <a:moveTo>
                    <a:pt x="1567561" y="1311148"/>
                  </a:moveTo>
                  <a:lnTo>
                    <a:pt x="1356995" y="1311078"/>
                  </a:lnTo>
                  <a:lnTo>
                    <a:pt x="1567561" y="1192149"/>
                  </a:lnTo>
                  <a:lnTo>
                    <a:pt x="1567561" y="1170737"/>
                  </a:lnTo>
                  <a:lnTo>
                    <a:pt x="1319149" y="1311059"/>
                  </a:lnTo>
                  <a:lnTo>
                    <a:pt x="1064451" y="1310970"/>
                  </a:lnTo>
                  <a:lnTo>
                    <a:pt x="1567561" y="601974"/>
                  </a:lnTo>
                  <a:lnTo>
                    <a:pt x="1567561" y="569640"/>
                  </a:lnTo>
                  <a:lnTo>
                    <a:pt x="1327976" y="907269"/>
                  </a:lnTo>
                  <a:lnTo>
                    <a:pt x="1162177" y="6490"/>
                  </a:lnTo>
                  <a:cubicBezTo>
                    <a:pt x="1155509" y="4274"/>
                    <a:pt x="1148779" y="2108"/>
                    <a:pt x="1141984" y="0"/>
                  </a:cubicBezTo>
                  <a:lnTo>
                    <a:pt x="1312863" y="928554"/>
                  </a:lnTo>
                  <a:lnTo>
                    <a:pt x="1041464" y="1310977"/>
                  </a:lnTo>
                  <a:lnTo>
                    <a:pt x="200596" y="1310691"/>
                  </a:lnTo>
                  <a:cubicBezTo>
                    <a:pt x="203454" y="1312520"/>
                    <a:pt x="215773" y="1319403"/>
                    <a:pt x="216662" y="1319911"/>
                  </a:cubicBezTo>
                  <a:cubicBezTo>
                    <a:pt x="216726" y="1319937"/>
                    <a:pt x="216726" y="1319943"/>
                    <a:pt x="216662" y="1319968"/>
                  </a:cubicBezTo>
                  <a:cubicBezTo>
                    <a:pt x="215900" y="1320394"/>
                    <a:pt x="206946" y="1325378"/>
                    <a:pt x="199898" y="1329385"/>
                  </a:cubicBezTo>
                  <a:lnTo>
                    <a:pt x="403796" y="1329455"/>
                  </a:lnTo>
                  <a:lnTo>
                    <a:pt x="480378" y="1896440"/>
                  </a:lnTo>
                  <a:lnTo>
                    <a:pt x="0" y="2469814"/>
                  </a:lnTo>
                  <a:cubicBezTo>
                    <a:pt x="4572" y="2474017"/>
                    <a:pt x="9271" y="2478132"/>
                    <a:pt x="13970" y="2482228"/>
                  </a:cubicBezTo>
                  <a:lnTo>
                    <a:pt x="483806" y="1921497"/>
                  </a:lnTo>
                  <a:lnTo>
                    <a:pt x="588391" y="2695950"/>
                  </a:lnTo>
                  <a:cubicBezTo>
                    <a:pt x="594805" y="2696597"/>
                    <a:pt x="601155" y="2697220"/>
                    <a:pt x="607505" y="2697785"/>
                  </a:cubicBezTo>
                  <a:lnTo>
                    <a:pt x="422656" y="1329462"/>
                  </a:lnTo>
                  <a:lnTo>
                    <a:pt x="511619" y="1329493"/>
                  </a:lnTo>
                  <a:lnTo>
                    <a:pt x="956056" y="1773917"/>
                  </a:lnTo>
                  <a:lnTo>
                    <a:pt x="956183" y="2684863"/>
                  </a:lnTo>
                  <a:cubicBezTo>
                    <a:pt x="962406" y="2683828"/>
                    <a:pt x="968629" y="2682716"/>
                    <a:pt x="974852" y="2681599"/>
                  </a:cubicBezTo>
                  <a:lnTo>
                    <a:pt x="974789" y="1792605"/>
                  </a:lnTo>
                  <a:lnTo>
                    <a:pt x="1567561" y="2385314"/>
                  </a:lnTo>
                  <a:lnTo>
                    <a:pt x="1567561" y="2358873"/>
                  </a:lnTo>
                  <a:lnTo>
                    <a:pt x="538035" y="1329499"/>
                  </a:lnTo>
                  <a:lnTo>
                    <a:pt x="1017588" y="1329658"/>
                  </a:lnTo>
                  <a:lnTo>
                    <a:pt x="1567561" y="2177231"/>
                  </a:lnTo>
                  <a:lnTo>
                    <a:pt x="1567561" y="2142877"/>
                  </a:lnTo>
                  <a:lnTo>
                    <a:pt x="1039876" y="1329665"/>
                  </a:lnTo>
                  <a:lnTo>
                    <a:pt x="1567561" y="1329842"/>
                  </a:lnTo>
                  <a:lnTo>
                    <a:pt x="1567561" y="1311148"/>
                  </a:lnTo>
                  <a:close/>
                </a:path>
              </a:pathLst>
            </a:custGeom>
            <a:solidFill>
              <a:srgbClr val="3E4B6D"/>
            </a:solidFill>
            <a:ln w="635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sp>
        <p:nvSpPr>
          <p:cNvPr id="450" name="Freeform: Shape 449">
            <a:extLst>
              <a:ext uri="{FF2B5EF4-FFF2-40B4-BE49-F238E27FC236}">
                <a16:creationId xmlns:a16="http://schemas.microsoft.com/office/drawing/2014/main" id="{EA94DE48-84D5-95F7-EBEC-2FC7A48CE2A0}"/>
              </a:ext>
            </a:extLst>
          </p:cNvPr>
          <p:cNvSpPr/>
          <p:nvPr/>
        </p:nvSpPr>
        <p:spPr>
          <a:xfrm>
            <a:off x="4724645" y="242092"/>
            <a:ext cx="1842334" cy="1842451"/>
          </a:xfrm>
          <a:custGeom>
            <a:avLst/>
            <a:gdLst>
              <a:gd name="connsiteX0" fmla="*/ 1192805 w 1842334"/>
              <a:gd name="connsiteY0" fmla="*/ 655436 h 1842451"/>
              <a:gd name="connsiteX1" fmla="*/ 1182588 w 1842334"/>
              <a:gd name="connsiteY1" fmla="*/ 659614 h 1842451"/>
              <a:gd name="connsiteX2" fmla="*/ 1182588 w 1842334"/>
              <a:gd name="connsiteY2" fmla="*/ 659614 h 1842451"/>
              <a:gd name="connsiteX3" fmla="*/ 571946 w 1842334"/>
              <a:gd name="connsiteY3" fmla="*/ 38216 h 1842451"/>
              <a:gd name="connsiteX4" fmla="*/ 247061 w 1842334"/>
              <a:gd name="connsiteY4" fmla="*/ 267381 h 1842451"/>
              <a:gd name="connsiteX5" fmla="*/ 243423 w 1842334"/>
              <a:gd name="connsiteY5" fmla="*/ 1535177 h 1842451"/>
              <a:gd name="connsiteX6" fmla="*/ 1603447 w 1842334"/>
              <a:gd name="connsiteY6" fmla="*/ 1567296 h 1842451"/>
              <a:gd name="connsiteX7" fmla="*/ 1803725 w 1842334"/>
              <a:gd name="connsiteY7" fmla="*/ 1271462 h 1842451"/>
              <a:gd name="connsiteX8" fmla="*/ 1192805 w 1842334"/>
              <a:gd name="connsiteY8" fmla="*/ 655436 h 1842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42334" h="1842451">
                <a:moveTo>
                  <a:pt x="1192805" y="655436"/>
                </a:moveTo>
                <a:lnTo>
                  <a:pt x="1182588" y="659614"/>
                </a:lnTo>
                <a:lnTo>
                  <a:pt x="1182588" y="659614"/>
                </a:lnTo>
                <a:cubicBezTo>
                  <a:pt x="1352165" y="272137"/>
                  <a:pt x="961646" y="-126687"/>
                  <a:pt x="571946" y="38216"/>
                </a:cubicBezTo>
                <a:cubicBezTo>
                  <a:pt x="452477" y="88768"/>
                  <a:pt x="341346" y="165152"/>
                  <a:pt x="247061" y="267381"/>
                </a:cubicBezTo>
                <a:cubicBezTo>
                  <a:pt x="-80910" y="622987"/>
                  <a:pt x="-82574" y="1177857"/>
                  <a:pt x="243423" y="1535177"/>
                </a:cubicBezTo>
                <a:cubicBezTo>
                  <a:pt x="607170" y="1933881"/>
                  <a:pt x="1225914" y="1944575"/>
                  <a:pt x="1603447" y="1567296"/>
                </a:cubicBezTo>
                <a:cubicBezTo>
                  <a:pt x="1691204" y="1479621"/>
                  <a:pt x="1757942" y="1378936"/>
                  <a:pt x="1803725" y="1271462"/>
                </a:cubicBezTo>
                <a:cubicBezTo>
                  <a:pt x="1967683" y="886646"/>
                  <a:pt x="1580155" y="497016"/>
                  <a:pt x="1192805" y="655436"/>
                </a:cubicBezTo>
                <a:close/>
              </a:path>
            </a:pathLst>
          </a:custGeom>
          <a:solidFill>
            <a:srgbClr val="121620"/>
          </a:solidFill>
          <a:ln w="635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51" name="Freeform: Shape 450">
            <a:extLst>
              <a:ext uri="{FF2B5EF4-FFF2-40B4-BE49-F238E27FC236}">
                <a16:creationId xmlns:a16="http://schemas.microsoft.com/office/drawing/2014/main" id="{9D518BB7-3CC9-2633-BD5C-1895EB21AC97}"/>
              </a:ext>
            </a:extLst>
          </p:cNvPr>
          <p:cNvSpPr/>
          <p:nvPr/>
        </p:nvSpPr>
        <p:spPr>
          <a:xfrm>
            <a:off x="4724914" y="242519"/>
            <a:ext cx="1714620" cy="1811089"/>
          </a:xfrm>
          <a:custGeom>
            <a:avLst/>
            <a:gdLst>
              <a:gd name="connsiteX0" fmla="*/ 1150214 w 1714620"/>
              <a:gd name="connsiteY0" fmla="*/ 1059212 h 1811089"/>
              <a:gd name="connsiteX1" fmla="*/ 1707445 w 1714620"/>
              <a:gd name="connsiteY1" fmla="*/ 1443215 h 1811089"/>
              <a:gd name="connsiteX2" fmla="*/ 1714621 w 1714620"/>
              <a:gd name="connsiteY2" fmla="*/ 1432763 h 1811089"/>
              <a:gd name="connsiteX3" fmla="*/ 1147235 w 1714620"/>
              <a:gd name="connsiteY3" fmla="*/ 1041686 h 1811089"/>
              <a:gd name="connsiteX4" fmla="*/ 1098087 w 1714620"/>
              <a:gd name="connsiteY4" fmla="*/ 752335 h 1811089"/>
              <a:gd name="connsiteX5" fmla="*/ 1197540 w 1714620"/>
              <a:gd name="connsiteY5" fmla="*/ 652977 h 1811089"/>
              <a:gd name="connsiteX6" fmla="*/ 1184688 w 1714620"/>
              <a:gd name="connsiteY6" fmla="*/ 656800 h 1811089"/>
              <a:gd name="connsiteX7" fmla="*/ 1188676 w 1714620"/>
              <a:gd name="connsiteY7" fmla="*/ 643846 h 1811089"/>
              <a:gd name="connsiteX8" fmla="*/ 1090708 w 1714620"/>
              <a:gd name="connsiteY8" fmla="*/ 741744 h 1811089"/>
              <a:gd name="connsiteX9" fmla="*/ 781564 w 1714620"/>
              <a:gd name="connsiteY9" fmla="*/ 506190 h 1811089"/>
              <a:gd name="connsiteX10" fmla="*/ 736911 w 1714620"/>
              <a:gd name="connsiteY10" fmla="*/ 0 h 1811089"/>
              <a:gd name="connsiteX11" fmla="*/ 724230 w 1714620"/>
              <a:gd name="connsiteY11" fmla="*/ 749 h 1811089"/>
              <a:gd name="connsiteX12" fmla="*/ 767899 w 1714620"/>
              <a:gd name="connsiteY12" fmla="*/ 495776 h 1811089"/>
              <a:gd name="connsiteX13" fmla="*/ 345630 w 1714620"/>
              <a:gd name="connsiteY13" fmla="*/ 174028 h 1811089"/>
              <a:gd name="connsiteX14" fmla="*/ 335566 w 1714620"/>
              <a:gd name="connsiteY14" fmla="*/ 182328 h 1811089"/>
              <a:gd name="connsiteX15" fmla="*/ 1081640 w 1714620"/>
              <a:gd name="connsiteY15" fmla="*/ 750805 h 1811089"/>
              <a:gd name="connsiteX16" fmla="*/ 1038904 w 1714620"/>
              <a:gd name="connsiteY16" fmla="*/ 793509 h 1811089"/>
              <a:gd name="connsiteX17" fmla="*/ 611987 w 1714620"/>
              <a:gd name="connsiteY17" fmla="*/ 793540 h 1811089"/>
              <a:gd name="connsiteX18" fmla="*/ 174308 w 1714620"/>
              <a:gd name="connsiteY18" fmla="*/ 356006 h 1811089"/>
              <a:gd name="connsiteX19" fmla="*/ 166891 w 1714620"/>
              <a:gd name="connsiteY19" fmla="*/ 366560 h 1811089"/>
              <a:gd name="connsiteX20" fmla="*/ 593960 w 1714620"/>
              <a:gd name="connsiteY20" fmla="*/ 793547 h 1811089"/>
              <a:gd name="connsiteX21" fmla="*/ 6020 w 1714620"/>
              <a:gd name="connsiteY21" fmla="*/ 793585 h 1811089"/>
              <a:gd name="connsiteX22" fmla="*/ 4693 w 1714620"/>
              <a:gd name="connsiteY22" fmla="*/ 806285 h 1811089"/>
              <a:gd name="connsiteX23" fmla="*/ 1026185 w 1714620"/>
              <a:gd name="connsiteY23" fmla="*/ 806215 h 1811089"/>
              <a:gd name="connsiteX24" fmla="*/ 795763 w 1714620"/>
              <a:gd name="connsiteY24" fmla="*/ 1036485 h 1811089"/>
              <a:gd name="connsiteX25" fmla="*/ 445 w 1714620"/>
              <a:gd name="connsiteY25" fmla="*/ 867131 h 1811089"/>
              <a:gd name="connsiteX26" fmla="*/ 0 w 1714620"/>
              <a:gd name="connsiteY26" fmla="*/ 880021 h 1811089"/>
              <a:gd name="connsiteX27" fmla="*/ 785051 w 1714620"/>
              <a:gd name="connsiteY27" fmla="*/ 1047191 h 1811089"/>
              <a:gd name="connsiteX28" fmla="*/ 269488 w 1714620"/>
              <a:gd name="connsiteY28" fmla="*/ 1562405 h 1811089"/>
              <a:gd name="connsiteX29" fmla="*/ 278422 w 1714620"/>
              <a:gd name="connsiteY29" fmla="*/ 1571434 h 1811089"/>
              <a:gd name="connsiteX30" fmla="*/ 934669 w 1714620"/>
              <a:gd name="connsiteY30" fmla="*/ 915632 h 1811089"/>
              <a:gd name="connsiteX31" fmla="*/ 686626 w 1714620"/>
              <a:gd name="connsiteY31" fmla="*/ 1807832 h 1811089"/>
              <a:gd name="connsiteX32" fmla="*/ 698900 w 1714620"/>
              <a:gd name="connsiteY32" fmla="*/ 1811090 h 1811089"/>
              <a:gd name="connsiteX33" fmla="*/ 952938 w 1714620"/>
              <a:gd name="connsiteY33" fmla="*/ 897395 h 1811089"/>
              <a:gd name="connsiteX34" fmla="*/ 1087082 w 1714620"/>
              <a:gd name="connsiteY34" fmla="*/ 763346 h 1811089"/>
              <a:gd name="connsiteX35" fmla="*/ 1260672 w 1714620"/>
              <a:gd name="connsiteY35" fmla="*/ 1785360 h 1811089"/>
              <a:gd name="connsiteX36" fmla="*/ 1272775 w 1714620"/>
              <a:gd name="connsiteY36" fmla="*/ 1780788 h 1811089"/>
              <a:gd name="connsiteX37" fmla="*/ 1150214 w 1714620"/>
              <a:gd name="connsiteY37" fmla="*/ 1059212 h 1811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714620" h="1811089">
                <a:moveTo>
                  <a:pt x="1150214" y="1059212"/>
                </a:moveTo>
                <a:lnTo>
                  <a:pt x="1707445" y="1443215"/>
                </a:lnTo>
                <a:cubicBezTo>
                  <a:pt x="1709858" y="1439748"/>
                  <a:pt x="1712208" y="1436256"/>
                  <a:pt x="1714621" y="1432763"/>
                </a:cubicBezTo>
                <a:lnTo>
                  <a:pt x="1147235" y="1041686"/>
                </a:lnTo>
                <a:lnTo>
                  <a:pt x="1098087" y="752335"/>
                </a:lnTo>
                <a:lnTo>
                  <a:pt x="1197540" y="652977"/>
                </a:lnTo>
                <a:cubicBezTo>
                  <a:pt x="1195661" y="653605"/>
                  <a:pt x="1184688" y="656800"/>
                  <a:pt x="1184688" y="656800"/>
                </a:cubicBezTo>
                <a:cubicBezTo>
                  <a:pt x="1184688" y="656800"/>
                  <a:pt x="1188066" y="645954"/>
                  <a:pt x="1188676" y="643846"/>
                </a:cubicBezTo>
                <a:lnTo>
                  <a:pt x="1090708" y="741744"/>
                </a:lnTo>
                <a:lnTo>
                  <a:pt x="781564" y="506190"/>
                </a:lnTo>
                <a:lnTo>
                  <a:pt x="736911" y="0"/>
                </a:lnTo>
                <a:cubicBezTo>
                  <a:pt x="732695" y="178"/>
                  <a:pt x="728466" y="457"/>
                  <a:pt x="724230" y="749"/>
                </a:cubicBezTo>
                <a:lnTo>
                  <a:pt x="767899" y="495776"/>
                </a:lnTo>
                <a:lnTo>
                  <a:pt x="345630" y="174028"/>
                </a:lnTo>
                <a:cubicBezTo>
                  <a:pt x="342265" y="176771"/>
                  <a:pt x="338906" y="179527"/>
                  <a:pt x="335566" y="182328"/>
                </a:cubicBezTo>
                <a:lnTo>
                  <a:pt x="1081640" y="750805"/>
                </a:lnTo>
                <a:lnTo>
                  <a:pt x="1038904" y="793509"/>
                </a:lnTo>
                <a:lnTo>
                  <a:pt x="611987" y="793540"/>
                </a:lnTo>
                <a:lnTo>
                  <a:pt x="174308" y="356006"/>
                </a:lnTo>
                <a:cubicBezTo>
                  <a:pt x="171799" y="359505"/>
                  <a:pt x="169348" y="363030"/>
                  <a:pt x="166891" y="366560"/>
                </a:cubicBezTo>
                <a:lnTo>
                  <a:pt x="593960" y="793547"/>
                </a:lnTo>
                <a:lnTo>
                  <a:pt x="6020" y="793585"/>
                </a:lnTo>
                <a:cubicBezTo>
                  <a:pt x="5531" y="797814"/>
                  <a:pt x="5124" y="802049"/>
                  <a:pt x="4693" y="806285"/>
                </a:cubicBezTo>
                <a:lnTo>
                  <a:pt x="1026185" y="806215"/>
                </a:lnTo>
                <a:lnTo>
                  <a:pt x="795763" y="1036485"/>
                </a:lnTo>
                <a:lnTo>
                  <a:pt x="445" y="867131"/>
                </a:lnTo>
                <a:cubicBezTo>
                  <a:pt x="279" y="871430"/>
                  <a:pt x="102" y="875722"/>
                  <a:pt x="0" y="880021"/>
                </a:cubicBezTo>
                <a:lnTo>
                  <a:pt x="785051" y="1047191"/>
                </a:lnTo>
                <a:lnTo>
                  <a:pt x="269488" y="1562405"/>
                </a:lnTo>
                <a:cubicBezTo>
                  <a:pt x="272466" y="1565421"/>
                  <a:pt x="275412" y="1568469"/>
                  <a:pt x="278422" y="1571434"/>
                </a:cubicBezTo>
                <a:lnTo>
                  <a:pt x="934669" y="915632"/>
                </a:lnTo>
                <a:lnTo>
                  <a:pt x="686626" y="1807832"/>
                </a:lnTo>
                <a:cubicBezTo>
                  <a:pt x="690709" y="1808963"/>
                  <a:pt x="694805" y="1810017"/>
                  <a:pt x="698900" y="1811090"/>
                </a:cubicBezTo>
                <a:lnTo>
                  <a:pt x="952938" y="897395"/>
                </a:lnTo>
                <a:lnTo>
                  <a:pt x="1087082" y="763346"/>
                </a:lnTo>
                <a:lnTo>
                  <a:pt x="1260672" y="1785360"/>
                </a:lnTo>
                <a:cubicBezTo>
                  <a:pt x="1264723" y="1783886"/>
                  <a:pt x="1268743" y="1782318"/>
                  <a:pt x="1272775" y="1780788"/>
                </a:cubicBezTo>
                <a:lnTo>
                  <a:pt x="1150214" y="1059212"/>
                </a:lnTo>
                <a:close/>
              </a:path>
            </a:pathLst>
          </a:custGeom>
          <a:solidFill>
            <a:srgbClr val="505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53" name="Freeform: Shape 452">
            <a:extLst>
              <a:ext uri="{FF2B5EF4-FFF2-40B4-BE49-F238E27FC236}">
                <a16:creationId xmlns:a16="http://schemas.microsoft.com/office/drawing/2014/main" id="{0EE27AE2-891D-D46F-7FDA-BE806C011E1F}"/>
              </a:ext>
            </a:extLst>
          </p:cNvPr>
          <p:cNvSpPr/>
          <p:nvPr/>
        </p:nvSpPr>
        <p:spPr>
          <a:xfrm>
            <a:off x="5217532" y="4574703"/>
            <a:ext cx="1842334" cy="1842448"/>
          </a:xfrm>
          <a:custGeom>
            <a:avLst/>
            <a:gdLst>
              <a:gd name="connsiteX0" fmla="*/ 1192793 w 1842334"/>
              <a:gd name="connsiteY0" fmla="*/ 655436 h 1842448"/>
              <a:gd name="connsiteX1" fmla="*/ 1182569 w 1842334"/>
              <a:gd name="connsiteY1" fmla="*/ 659614 h 1842448"/>
              <a:gd name="connsiteX2" fmla="*/ 1182569 w 1842334"/>
              <a:gd name="connsiteY2" fmla="*/ 659614 h 1842448"/>
              <a:gd name="connsiteX3" fmla="*/ 571934 w 1842334"/>
              <a:gd name="connsiteY3" fmla="*/ 38216 h 1842448"/>
              <a:gd name="connsiteX4" fmla="*/ 247056 w 1842334"/>
              <a:gd name="connsiteY4" fmla="*/ 267381 h 1842448"/>
              <a:gd name="connsiteX5" fmla="*/ 243423 w 1842334"/>
              <a:gd name="connsiteY5" fmla="*/ 1535177 h 1842448"/>
              <a:gd name="connsiteX6" fmla="*/ 1603448 w 1842334"/>
              <a:gd name="connsiteY6" fmla="*/ 1567302 h 1842448"/>
              <a:gd name="connsiteX7" fmla="*/ 1803726 w 1842334"/>
              <a:gd name="connsiteY7" fmla="*/ 1271468 h 1842448"/>
              <a:gd name="connsiteX8" fmla="*/ 1192793 w 1842334"/>
              <a:gd name="connsiteY8" fmla="*/ 655436 h 184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42334" h="1842448">
                <a:moveTo>
                  <a:pt x="1192793" y="655436"/>
                </a:moveTo>
                <a:lnTo>
                  <a:pt x="1182569" y="659614"/>
                </a:lnTo>
                <a:lnTo>
                  <a:pt x="1182569" y="659614"/>
                </a:lnTo>
                <a:cubicBezTo>
                  <a:pt x="1352178" y="272137"/>
                  <a:pt x="961634" y="-126687"/>
                  <a:pt x="571934" y="38216"/>
                </a:cubicBezTo>
                <a:cubicBezTo>
                  <a:pt x="452465" y="88768"/>
                  <a:pt x="341334" y="165152"/>
                  <a:pt x="247056" y="267381"/>
                </a:cubicBezTo>
                <a:cubicBezTo>
                  <a:pt x="-80909" y="622981"/>
                  <a:pt x="-82573" y="1177857"/>
                  <a:pt x="243423" y="1535177"/>
                </a:cubicBezTo>
                <a:cubicBezTo>
                  <a:pt x="607170" y="1933856"/>
                  <a:pt x="1225940" y="1944588"/>
                  <a:pt x="1603448" y="1567302"/>
                </a:cubicBezTo>
                <a:cubicBezTo>
                  <a:pt x="1691204" y="1479628"/>
                  <a:pt x="1757943" y="1378949"/>
                  <a:pt x="1803726" y="1271468"/>
                </a:cubicBezTo>
                <a:cubicBezTo>
                  <a:pt x="1967683" y="886652"/>
                  <a:pt x="1580143" y="497016"/>
                  <a:pt x="1192793" y="655436"/>
                </a:cubicBezTo>
                <a:close/>
              </a:path>
            </a:pathLst>
          </a:custGeom>
          <a:solidFill>
            <a:srgbClr val="3E4B6D"/>
          </a:solidFill>
          <a:ln w="635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54" name="Freeform: Shape 453">
            <a:extLst>
              <a:ext uri="{FF2B5EF4-FFF2-40B4-BE49-F238E27FC236}">
                <a16:creationId xmlns:a16="http://schemas.microsoft.com/office/drawing/2014/main" id="{5CF6D45C-1AF4-9255-DE8B-2FDD311C024F}"/>
              </a:ext>
            </a:extLst>
          </p:cNvPr>
          <p:cNvSpPr/>
          <p:nvPr/>
        </p:nvSpPr>
        <p:spPr>
          <a:xfrm>
            <a:off x="5217820" y="4575137"/>
            <a:ext cx="1714601" cy="1811058"/>
          </a:xfrm>
          <a:custGeom>
            <a:avLst/>
            <a:gdLst>
              <a:gd name="connsiteX0" fmla="*/ 1150214 w 1714601"/>
              <a:gd name="connsiteY0" fmla="*/ 1059205 h 1811058"/>
              <a:gd name="connsiteX1" fmla="*/ 1707363 w 1714601"/>
              <a:gd name="connsiteY1" fmla="*/ 1443203 h 1811058"/>
              <a:gd name="connsiteX2" fmla="*/ 1714602 w 1714601"/>
              <a:gd name="connsiteY2" fmla="*/ 1432757 h 1811058"/>
              <a:gd name="connsiteX3" fmla="*/ 1147229 w 1714601"/>
              <a:gd name="connsiteY3" fmla="*/ 1041724 h 1811058"/>
              <a:gd name="connsiteX4" fmla="*/ 1098068 w 1714601"/>
              <a:gd name="connsiteY4" fmla="*/ 752322 h 1811058"/>
              <a:gd name="connsiteX5" fmla="*/ 1197331 w 1714601"/>
              <a:gd name="connsiteY5" fmla="*/ 653034 h 1811058"/>
              <a:gd name="connsiteX6" fmla="*/ 1184440 w 1714601"/>
              <a:gd name="connsiteY6" fmla="*/ 656996 h 1811058"/>
              <a:gd name="connsiteX7" fmla="*/ 1188758 w 1714601"/>
              <a:gd name="connsiteY7" fmla="*/ 643687 h 1811058"/>
              <a:gd name="connsiteX8" fmla="*/ 1090689 w 1714601"/>
              <a:gd name="connsiteY8" fmla="*/ 741737 h 1811058"/>
              <a:gd name="connsiteX9" fmla="*/ 781545 w 1714601"/>
              <a:gd name="connsiteY9" fmla="*/ 506184 h 1811058"/>
              <a:gd name="connsiteX10" fmla="*/ 736886 w 1714601"/>
              <a:gd name="connsiteY10" fmla="*/ 0 h 1811058"/>
              <a:gd name="connsiteX11" fmla="*/ 724205 w 1714601"/>
              <a:gd name="connsiteY11" fmla="*/ 749 h 1811058"/>
              <a:gd name="connsiteX12" fmla="*/ 767880 w 1714601"/>
              <a:gd name="connsiteY12" fmla="*/ 495770 h 1811058"/>
              <a:gd name="connsiteX13" fmla="*/ 345618 w 1714601"/>
              <a:gd name="connsiteY13" fmla="*/ 174022 h 1811058"/>
              <a:gd name="connsiteX14" fmla="*/ 335553 w 1714601"/>
              <a:gd name="connsiteY14" fmla="*/ 182321 h 1811058"/>
              <a:gd name="connsiteX15" fmla="*/ 1081621 w 1714601"/>
              <a:gd name="connsiteY15" fmla="*/ 750805 h 1811058"/>
              <a:gd name="connsiteX16" fmla="*/ 1038885 w 1714601"/>
              <a:gd name="connsiteY16" fmla="*/ 793509 h 1811058"/>
              <a:gd name="connsiteX17" fmla="*/ 611861 w 1714601"/>
              <a:gd name="connsiteY17" fmla="*/ 793534 h 1811058"/>
              <a:gd name="connsiteX18" fmla="*/ 174289 w 1714601"/>
              <a:gd name="connsiteY18" fmla="*/ 356006 h 1811058"/>
              <a:gd name="connsiteX19" fmla="*/ 166878 w 1714601"/>
              <a:gd name="connsiteY19" fmla="*/ 366547 h 1811058"/>
              <a:gd name="connsiteX20" fmla="*/ 593947 w 1714601"/>
              <a:gd name="connsiteY20" fmla="*/ 793528 h 1811058"/>
              <a:gd name="connsiteX21" fmla="*/ 6014 w 1714601"/>
              <a:gd name="connsiteY21" fmla="*/ 793566 h 1811058"/>
              <a:gd name="connsiteX22" fmla="*/ 4687 w 1714601"/>
              <a:gd name="connsiteY22" fmla="*/ 806266 h 1811058"/>
              <a:gd name="connsiteX23" fmla="*/ 1026179 w 1714601"/>
              <a:gd name="connsiteY23" fmla="*/ 806202 h 1811058"/>
              <a:gd name="connsiteX24" fmla="*/ 795763 w 1714601"/>
              <a:gd name="connsiteY24" fmla="*/ 1036466 h 1811058"/>
              <a:gd name="connsiteX25" fmla="*/ 445 w 1714601"/>
              <a:gd name="connsiteY25" fmla="*/ 867111 h 1811058"/>
              <a:gd name="connsiteX26" fmla="*/ 0 w 1714601"/>
              <a:gd name="connsiteY26" fmla="*/ 880008 h 1811058"/>
              <a:gd name="connsiteX27" fmla="*/ 785051 w 1714601"/>
              <a:gd name="connsiteY27" fmla="*/ 1047178 h 1811058"/>
              <a:gd name="connsiteX28" fmla="*/ 269494 w 1714601"/>
              <a:gd name="connsiteY28" fmla="*/ 1562392 h 1811058"/>
              <a:gd name="connsiteX29" fmla="*/ 278422 w 1714601"/>
              <a:gd name="connsiteY29" fmla="*/ 1571422 h 1811058"/>
              <a:gd name="connsiteX30" fmla="*/ 934669 w 1714601"/>
              <a:gd name="connsiteY30" fmla="*/ 915613 h 1811058"/>
              <a:gd name="connsiteX31" fmla="*/ 686607 w 1714601"/>
              <a:gd name="connsiteY31" fmla="*/ 1807820 h 1811058"/>
              <a:gd name="connsiteX32" fmla="*/ 698881 w 1714601"/>
              <a:gd name="connsiteY32" fmla="*/ 1811058 h 1811058"/>
              <a:gd name="connsiteX33" fmla="*/ 952926 w 1714601"/>
              <a:gd name="connsiteY33" fmla="*/ 897363 h 1811058"/>
              <a:gd name="connsiteX34" fmla="*/ 1087050 w 1714601"/>
              <a:gd name="connsiteY34" fmla="*/ 763327 h 1811058"/>
              <a:gd name="connsiteX35" fmla="*/ 1260640 w 1714601"/>
              <a:gd name="connsiteY35" fmla="*/ 1785341 h 1811058"/>
              <a:gd name="connsiteX36" fmla="*/ 1272769 w 1714601"/>
              <a:gd name="connsiteY36" fmla="*/ 1780768 h 1811058"/>
              <a:gd name="connsiteX37" fmla="*/ 1150214 w 1714601"/>
              <a:gd name="connsiteY37" fmla="*/ 1059205 h 1811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714601" h="1811058">
                <a:moveTo>
                  <a:pt x="1150214" y="1059205"/>
                </a:moveTo>
                <a:lnTo>
                  <a:pt x="1707363" y="1443203"/>
                </a:lnTo>
                <a:cubicBezTo>
                  <a:pt x="1709839" y="1439735"/>
                  <a:pt x="1712189" y="1436243"/>
                  <a:pt x="1714602" y="1432757"/>
                </a:cubicBezTo>
                <a:lnTo>
                  <a:pt x="1147229" y="1041724"/>
                </a:lnTo>
                <a:lnTo>
                  <a:pt x="1098068" y="752322"/>
                </a:lnTo>
                <a:lnTo>
                  <a:pt x="1197331" y="653034"/>
                </a:lnTo>
                <a:cubicBezTo>
                  <a:pt x="1195553" y="653612"/>
                  <a:pt x="1184440" y="656996"/>
                  <a:pt x="1184440" y="656996"/>
                </a:cubicBezTo>
                <a:cubicBezTo>
                  <a:pt x="1184440" y="656996"/>
                  <a:pt x="1188187" y="645439"/>
                  <a:pt x="1188758" y="643687"/>
                </a:cubicBezTo>
                <a:lnTo>
                  <a:pt x="1090689" y="741737"/>
                </a:lnTo>
                <a:lnTo>
                  <a:pt x="781545" y="506184"/>
                </a:lnTo>
                <a:lnTo>
                  <a:pt x="736886" y="0"/>
                </a:lnTo>
                <a:cubicBezTo>
                  <a:pt x="732670" y="178"/>
                  <a:pt x="728440" y="457"/>
                  <a:pt x="724205" y="749"/>
                </a:cubicBezTo>
                <a:lnTo>
                  <a:pt x="767880" y="495770"/>
                </a:lnTo>
                <a:lnTo>
                  <a:pt x="345618" y="174022"/>
                </a:lnTo>
                <a:cubicBezTo>
                  <a:pt x="342252" y="176765"/>
                  <a:pt x="338893" y="179521"/>
                  <a:pt x="335553" y="182321"/>
                </a:cubicBezTo>
                <a:lnTo>
                  <a:pt x="1081621" y="750805"/>
                </a:lnTo>
                <a:lnTo>
                  <a:pt x="1038885" y="793509"/>
                </a:lnTo>
                <a:lnTo>
                  <a:pt x="611861" y="793534"/>
                </a:lnTo>
                <a:lnTo>
                  <a:pt x="174289" y="356006"/>
                </a:lnTo>
                <a:cubicBezTo>
                  <a:pt x="171787" y="359505"/>
                  <a:pt x="169329" y="363023"/>
                  <a:pt x="166878" y="366547"/>
                </a:cubicBezTo>
                <a:lnTo>
                  <a:pt x="593947" y="793528"/>
                </a:lnTo>
                <a:lnTo>
                  <a:pt x="6014" y="793566"/>
                </a:lnTo>
                <a:cubicBezTo>
                  <a:pt x="5524" y="797795"/>
                  <a:pt x="5118" y="802030"/>
                  <a:pt x="4687" y="806266"/>
                </a:cubicBezTo>
                <a:lnTo>
                  <a:pt x="1026179" y="806202"/>
                </a:lnTo>
                <a:lnTo>
                  <a:pt x="795763" y="1036466"/>
                </a:lnTo>
                <a:lnTo>
                  <a:pt x="445" y="867111"/>
                </a:lnTo>
                <a:cubicBezTo>
                  <a:pt x="279" y="871410"/>
                  <a:pt x="102" y="875709"/>
                  <a:pt x="0" y="880008"/>
                </a:cubicBezTo>
                <a:lnTo>
                  <a:pt x="785051" y="1047178"/>
                </a:lnTo>
                <a:lnTo>
                  <a:pt x="269494" y="1562392"/>
                </a:lnTo>
                <a:cubicBezTo>
                  <a:pt x="272472" y="1565402"/>
                  <a:pt x="275419" y="1568456"/>
                  <a:pt x="278422" y="1571422"/>
                </a:cubicBezTo>
                <a:lnTo>
                  <a:pt x="934669" y="915613"/>
                </a:lnTo>
                <a:lnTo>
                  <a:pt x="686607" y="1807820"/>
                </a:lnTo>
                <a:cubicBezTo>
                  <a:pt x="690690" y="1808963"/>
                  <a:pt x="694786" y="1809979"/>
                  <a:pt x="698881" y="1811058"/>
                </a:cubicBezTo>
                <a:lnTo>
                  <a:pt x="952926" y="897363"/>
                </a:lnTo>
                <a:lnTo>
                  <a:pt x="1087050" y="763327"/>
                </a:lnTo>
                <a:lnTo>
                  <a:pt x="1260640" y="1785341"/>
                </a:lnTo>
                <a:cubicBezTo>
                  <a:pt x="1264704" y="1783880"/>
                  <a:pt x="1268705" y="1782292"/>
                  <a:pt x="1272769" y="1780768"/>
                </a:cubicBezTo>
                <a:lnTo>
                  <a:pt x="1150214" y="1059205"/>
                </a:lnTo>
                <a:close/>
              </a:path>
            </a:pathLst>
          </a:custGeom>
          <a:solidFill>
            <a:srgbClr val="121620"/>
          </a:solidFill>
          <a:ln w="635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56" name="Freeform: Shape 455">
            <a:extLst>
              <a:ext uri="{FF2B5EF4-FFF2-40B4-BE49-F238E27FC236}">
                <a16:creationId xmlns:a16="http://schemas.microsoft.com/office/drawing/2014/main" id="{1F66C901-1D22-8672-8C43-334527C477CC}"/>
              </a:ext>
            </a:extLst>
          </p:cNvPr>
          <p:cNvSpPr/>
          <p:nvPr/>
        </p:nvSpPr>
        <p:spPr>
          <a:xfrm>
            <a:off x="8809553" y="4080860"/>
            <a:ext cx="2498518" cy="2498424"/>
          </a:xfrm>
          <a:custGeom>
            <a:avLst/>
            <a:gdLst>
              <a:gd name="connsiteX0" fmla="*/ 888802 w 2498518"/>
              <a:gd name="connsiteY0" fmla="*/ 880845 h 2498424"/>
              <a:gd name="connsiteX1" fmla="*/ 894517 w 2498518"/>
              <a:gd name="connsiteY1" fmla="*/ 894707 h 2498424"/>
              <a:gd name="connsiteX2" fmla="*/ 894517 w 2498518"/>
              <a:gd name="connsiteY2" fmla="*/ 894707 h 2498424"/>
              <a:gd name="connsiteX3" fmla="*/ 51808 w 2498518"/>
              <a:gd name="connsiteY3" fmla="*/ 1722798 h 2498424"/>
              <a:gd name="connsiteX4" fmla="*/ 362578 w 2498518"/>
              <a:gd name="connsiteY4" fmla="*/ 2163374 h 2498424"/>
              <a:gd name="connsiteX5" fmla="*/ 2081840 w 2498518"/>
              <a:gd name="connsiteY5" fmla="*/ 2168320 h 2498424"/>
              <a:gd name="connsiteX6" fmla="*/ 2125401 w 2498518"/>
              <a:gd name="connsiteY6" fmla="*/ 323982 h 2498424"/>
              <a:gd name="connsiteX7" fmla="*/ 1724208 w 2498518"/>
              <a:gd name="connsiteY7" fmla="*/ 52367 h 2498424"/>
              <a:gd name="connsiteX8" fmla="*/ 888802 w 2498518"/>
              <a:gd name="connsiteY8" fmla="*/ 880845 h 2498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98518" h="2498424">
                <a:moveTo>
                  <a:pt x="888802" y="880845"/>
                </a:moveTo>
                <a:lnTo>
                  <a:pt x="894517" y="894707"/>
                </a:lnTo>
                <a:lnTo>
                  <a:pt x="894517" y="894707"/>
                </a:lnTo>
                <a:cubicBezTo>
                  <a:pt x="369054" y="664736"/>
                  <a:pt x="-171775" y="1194319"/>
                  <a:pt x="51808" y="1722798"/>
                </a:cubicBezTo>
                <a:cubicBezTo>
                  <a:pt x="120389" y="1884812"/>
                  <a:pt x="223957" y="2035516"/>
                  <a:pt x="362578" y="2163374"/>
                </a:cubicBezTo>
                <a:cubicBezTo>
                  <a:pt x="844796" y="2608166"/>
                  <a:pt x="1597271" y="2610388"/>
                  <a:pt x="2081840" y="2168320"/>
                </a:cubicBezTo>
                <a:cubicBezTo>
                  <a:pt x="2622479" y="1675046"/>
                  <a:pt x="2637021" y="835963"/>
                  <a:pt x="2125401" y="323982"/>
                </a:cubicBezTo>
                <a:cubicBezTo>
                  <a:pt x="2006529" y="205008"/>
                  <a:pt x="1869941" y="114470"/>
                  <a:pt x="1724208" y="52367"/>
                </a:cubicBezTo>
                <a:cubicBezTo>
                  <a:pt x="1202365" y="-170004"/>
                  <a:pt x="673981" y="355560"/>
                  <a:pt x="888802" y="880845"/>
                </a:cubicBezTo>
                <a:close/>
              </a:path>
            </a:pathLst>
          </a:custGeom>
          <a:solidFill>
            <a:srgbClr val="3E4B6D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57" name="Freeform: Shape 456">
            <a:extLst>
              <a:ext uri="{FF2B5EF4-FFF2-40B4-BE49-F238E27FC236}">
                <a16:creationId xmlns:a16="http://schemas.microsoft.com/office/drawing/2014/main" id="{796F334B-E78C-6CD6-27DB-E6AB33F3E2F5}"/>
              </a:ext>
            </a:extLst>
          </p:cNvPr>
          <p:cNvSpPr/>
          <p:nvPr/>
        </p:nvSpPr>
        <p:spPr>
          <a:xfrm>
            <a:off x="8810180" y="4254982"/>
            <a:ext cx="2455354" cy="2323871"/>
          </a:xfrm>
          <a:custGeom>
            <a:avLst/>
            <a:gdLst>
              <a:gd name="connsiteX0" fmla="*/ 1215707 w 2455354"/>
              <a:gd name="connsiteY0" fmla="*/ 1033659 h 2323871"/>
              <a:gd name="connsiteX1" fmla="*/ 1030414 w 2455354"/>
              <a:gd name="connsiteY1" fmla="*/ 848239 h 2323871"/>
              <a:gd name="connsiteX2" fmla="*/ 2420238 w 2455354"/>
              <a:gd name="connsiteY2" fmla="*/ 612184 h 2323871"/>
              <a:gd name="connsiteX3" fmla="*/ 2415667 w 2455354"/>
              <a:gd name="connsiteY3" fmla="*/ 600075 h 2323871"/>
              <a:gd name="connsiteX4" fmla="*/ 1431417 w 2455354"/>
              <a:gd name="connsiteY4" fmla="*/ 767245 h 2323871"/>
              <a:gd name="connsiteX5" fmla="*/ 1955228 w 2455354"/>
              <a:gd name="connsiteY5" fmla="*/ 7214 h 2323871"/>
              <a:gd name="connsiteX6" fmla="*/ 1944750 w 2455354"/>
              <a:gd name="connsiteY6" fmla="*/ 0 h 2323871"/>
              <a:gd name="connsiteX7" fmla="*/ 1414018 w 2455354"/>
              <a:gd name="connsiteY7" fmla="*/ 770204 h 2323871"/>
              <a:gd name="connsiteX8" fmla="*/ 1019365 w 2455354"/>
              <a:gd name="connsiteY8" fmla="*/ 837228 h 2323871"/>
              <a:gd name="connsiteX9" fmla="*/ 887666 w 2455354"/>
              <a:gd name="connsiteY9" fmla="*/ 705428 h 2323871"/>
              <a:gd name="connsiteX10" fmla="*/ 890905 w 2455354"/>
              <a:gd name="connsiteY10" fmla="*/ 717677 h 2323871"/>
              <a:gd name="connsiteX11" fmla="*/ 878395 w 2455354"/>
              <a:gd name="connsiteY11" fmla="*/ 714013 h 2323871"/>
              <a:gd name="connsiteX12" fmla="*/ 1008825 w 2455354"/>
              <a:gd name="connsiteY12" fmla="*/ 844601 h 2323871"/>
              <a:gd name="connsiteX13" fmla="*/ 687577 w 2455354"/>
              <a:gd name="connsiteY13" fmla="*/ 1266190 h 2323871"/>
              <a:gd name="connsiteX14" fmla="*/ 0 w 2455354"/>
              <a:gd name="connsiteY14" fmla="*/ 1326845 h 2323871"/>
              <a:gd name="connsiteX15" fmla="*/ 826 w 2455354"/>
              <a:gd name="connsiteY15" fmla="*/ 1339501 h 2323871"/>
              <a:gd name="connsiteX16" fmla="*/ 677227 w 2455354"/>
              <a:gd name="connsiteY16" fmla="*/ 1279786 h 2323871"/>
              <a:gd name="connsiteX17" fmla="*/ 237426 w 2455354"/>
              <a:gd name="connsiteY17" fmla="*/ 1857007 h 2323871"/>
              <a:gd name="connsiteX18" fmla="*/ 245681 w 2455354"/>
              <a:gd name="connsiteY18" fmla="*/ 1867078 h 2323871"/>
              <a:gd name="connsiteX19" fmla="*/ 1017905 w 2455354"/>
              <a:gd name="connsiteY19" fmla="*/ 853662 h 2323871"/>
              <a:gd name="connsiteX20" fmla="*/ 1078293 w 2455354"/>
              <a:gd name="connsiteY20" fmla="*/ 914108 h 2323871"/>
              <a:gd name="connsiteX21" fmla="*/ 1078293 w 2455354"/>
              <a:gd name="connsiteY21" fmla="*/ 1495012 h 2323871"/>
              <a:gd name="connsiteX22" fmla="*/ 484568 w 2455354"/>
              <a:gd name="connsiteY22" fmla="*/ 2088845 h 2323871"/>
              <a:gd name="connsiteX23" fmla="*/ 495173 w 2455354"/>
              <a:gd name="connsiteY23" fmla="*/ 2096288 h 2323871"/>
              <a:gd name="connsiteX24" fmla="*/ 1078293 w 2455354"/>
              <a:gd name="connsiteY24" fmla="*/ 1512964 h 2323871"/>
              <a:gd name="connsiteX25" fmla="*/ 1078357 w 2455354"/>
              <a:gd name="connsiteY25" fmla="*/ 2315998 h 2323871"/>
              <a:gd name="connsiteX26" fmla="*/ 1091057 w 2455354"/>
              <a:gd name="connsiteY26" fmla="*/ 2317268 h 2323871"/>
              <a:gd name="connsiteX27" fmla="*/ 1090993 w 2455354"/>
              <a:gd name="connsiteY27" fmla="*/ 926808 h 2323871"/>
              <a:gd name="connsiteX28" fmla="*/ 1407985 w 2455354"/>
              <a:gd name="connsiteY28" fmla="*/ 1244022 h 2323871"/>
              <a:gd name="connsiteX29" fmla="*/ 1178115 w 2455354"/>
              <a:gd name="connsiteY29" fmla="*/ 2323363 h 2323871"/>
              <a:gd name="connsiteX30" fmla="*/ 1191006 w 2455354"/>
              <a:gd name="connsiteY30" fmla="*/ 2323872 h 2323871"/>
              <a:gd name="connsiteX31" fmla="*/ 1418653 w 2455354"/>
              <a:gd name="connsiteY31" fmla="*/ 1254735 h 2323871"/>
              <a:gd name="connsiteX32" fmla="*/ 2120265 w 2455354"/>
              <a:gd name="connsiteY32" fmla="*/ 1956854 h 2323871"/>
              <a:gd name="connsiteX33" fmla="*/ 2129345 w 2455354"/>
              <a:gd name="connsiteY33" fmla="*/ 1947939 h 2323871"/>
              <a:gd name="connsiteX34" fmla="*/ 1233995 w 2455354"/>
              <a:gd name="connsiteY34" fmla="*/ 1051985 h 2323871"/>
              <a:gd name="connsiteX35" fmla="*/ 2452116 w 2455354"/>
              <a:gd name="connsiteY35" fmla="*/ 1390637 h 2323871"/>
              <a:gd name="connsiteX36" fmla="*/ 2455354 w 2455354"/>
              <a:gd name="connsiteY36" fmla="*/ 1378338 h 2323871"/>
              <a:gd name="connsiteX37" fmla="*/ 1215707 w 2455354"/>
              <a:gd name="connsiteY37" fmla="*/ 1033659 h 2323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2455354" h="2323871">
                <a:moveTo>
                  <a:pt x="1215707" y="1033659"/>
                </a:moveTo>
                <a:lnTo>
                  <a:pt x="1030414" y="848239"/>
                </a:lnTo>
                <a:lnTo>
                  <a:pt x="2420238" y="612184"/>
                </a:lnTo>
                <a:cubicBezTo>
                  <a:pt x="2418715" y="608133"/>
                  <a:pt x="2417191" y="604114"/>
                  <a:pt x="2415667" y="600075"/>
                </a:cubicBezTo>
                <a:lnTo>
                  <a:pt x="1431417" y="767245"/>
                </a:lnTo>
                <a:lnTo>
                  <a:pt x="1955228" y="7214"/>
                </a:lnTo>
                <a:cubicBezTo>
                  <a:pt x="1951736" y="4775"/>
                  <a:pt x="1948243" y="2394"/>
                  <a:pt x="1944750" y="0"/>
                </a:cubicBezTo>
                <a:lnTo>
                  <a:pt x="1414018" y="770204"/>
                </a:lnTo>
                <a:lnTo>
                  <a:pt x="1019365" y="837228"/>
                </a:lnTo>
                <a:lnTo>
                  <a:pt x="887666" y="705428"/>
                </a:lnTo>
                <a:cubicBezTo>
                  <a:pt x="888301" y="707396"/>
                  <a:pt x="890905" y="717677"/>
                  <a:pt x="890905" y="717677"/>
                </a:cubicBezTo>
                <a:cubicBezTo>
                  <a:pt x="890905" y="717677"/>
                  <a:pt x="880490" y="714648"/>
                  <a:pt x="878395" y="714013"/>
                </a:cubicBezTo>
                <a:lnTo>
                  <a:pt x="1008825" y="844601"/>
                </a:lnTo>
                <a:lnTo>
                  <a:pt x="687577" y="1266190"/>
                </a:lnTo>
                <a:lnTo>
                  <a:pt x="0" y="1326845"/>
                </a:lnTo>
                <a:cubicBezTo>
                  <a:pt x="190" y="1331049"/>
                  <a:pt x="571" y="1335278"/>
                  <a:pt x="826" y="1339501"/>
                </a:cubicBezTo>
                <a:lnTo>
                  <a:pt x="677227" y="1279786"/>
                </a:lnTo>
                <a:lnTo>
                  <a:pt x="237426" y="1857007"/>
                </a:lnTo>
                <a:cubicBezTo>
                  <a:pt x="240157" y="1860372"/>
                  <a:pt x="242888" y="1863732"/>
                  <a:pt x="245681" y="1867078"/>
                </a:cubicBezTo>
                <a:lnTo>
                  <a:pt x="1017905" y="853662"/>
                </a:lnTo>
                <a:lnTo>
                  <a:pt x="1078293" y="914108"/>
                </a:lnTo>
                <a:lnTo>
                  <a:pt x="1078293" y="1495012"/>
                </a:lnTo>
                <a:lnTo>
                  <a:pt x="484568" y="2088845"/>
                </a:lnTo>
                <a:cubicBezTo>
                  <a:pt x="488124" y="2091341"/>
                  <a:pt x="491617" y="2093798"/>
                  <a:pt x="495173" y="2096288"/>
                </a:cubicBezTo>
                <a:lnTo>
                  <a:pt x="1078293" y="1512964"/>
                </a:lnTo>
                <a:lnTo>
                  <a:pt x="1078357" y="2315998"/>
                </a:lnTo>
                <a:cubicBezTo>
                  <a:pt x="1082612" y="2316442"/>
                  <a:pt x="1086802" y="2316823"/>
                  <a:pt x="1091057" y="2317268"/>
                </a:cubicBezTo>
                <a:lnTo>
                  <a:pt x="1090993" y="926808"/>
                </a:lnTo>
                <a:lnTo>
                  <a:pt x="1407985" y="1244022"/>
                </a:lnTo>
                <a:lnTo>
                  <a:pt x="1178115" y="2323363"/>
                </a:lnTo>
                <a:cubicBezTo>
                  <a:pt x="1182433" y="2323490"/>
                  <a:pt x="1186688" y="2323745"/>
                  <a:pt x="1191006" y="2323872"/>
                </a:cubicBezTo>
                <a:lnTo>
                  <a:pt x="1418653" y="1254735"/>
                </a:lnTo>
                <a:lnTo>
                  <a:pt x="2120265" y="1956854"/>
                </a:lnTo>
                <a:cubicBezTo>
                  <a:pt x="2123313" y="1953876"/>
                  <a:pt x="2126361" y="1950936"/>
                  <a:pt x="2129345" y="1947939"/>
                </a:cubicBezTo>
                <a:lnTo>
                  <a:pt x="1233995" y="1051985"/>
                </a:lnTo>
                <a:lnTo>
                  <a:pt x="2452116" y="1390637"/>
                </a:lnTo>
                <a:cubicBezTo>
                  <a:pt x="2453259" y="1386548"/>
                  <a:pt x="2454275" y="1382433"/>
                  <a:pt x="2455354" y="1378338"/>
                </a:cubicBezTo>
                <a:lnTo>
                  <a:pt x="1215707" y="1033659"/>
                </a:lnTo>
                <a:close/>
              </a:path>
            </a:pathLst>
          </a:custGeom>
          <a:solidFill>
            <a:srgbClr val="505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9770AF95-3CEC-35EE-547C-CFC9C528BA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131">
              <a:alpha val="4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9" name="Group 468">
            <a:extLst>
              <a:ext uri="{FF2B5EF4-FFF2-40B4-BE49-F238E27FC236}">
                <a16:creationId xmlns:a16="http://schemas.microsoft.com/office/drawing/2014/main" id="{8FD61FEC-ACBE-8F8C-D10E-5447C2B608D4}"/>
              </a:ext>
            </a:extLst>
          </p:cNvPr>
          <p:cNvGrpSpPr/>
          <p:nvPr/>
        </p:nvGrpSpPr>
        <p:grpSpPr>
          <a:xfrm>
            <a:off x="1646162" y="2628414"/>
            <a:ext cx="8899677" cy="1938992"/>
            <a:chOff x="1195973" y="2577614"/>
            <a:chExt cx="8899677" cy="1938992"/>
          </a:xfrm>
        </p:grpSpPr>
        <p:sp>
          <p:nvSpPr>
            <p:cNvPr id="467" name="TextBox 466">
              <a:extLst>
                <a:ext uri="{FF2B5EF4-FFF2-40B4-BE49-F238E27FC236}">
                  <a16:creationId xmlns:a16="http://schemas.microsoft.com/office/drawing/2014/main" id="{77133202-BAC0-FCEB-83AD-7DF9AE992734}"/>
                </a:ext>
              </a:extLst>
            </p:cNvPr>
            <p:cNvSpPr txBox="1"/>
            <p:nvPr/>
          </p:nvSpPr>
          <p:spPr>
            <a:xfrm>
              <a:off x="1195973" y="2577614"/>
              <a:ext cx="8899677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0" dirty="0">
                  <a:solidFill>
                    <a:srgbClr val="FFD54B"/>
                  </a:solidFill>
                  <a:latin typeface="Poppins Black" panose="00000A00000000000000" pitchFamily="2" charset="0"/>
                  <a:cs typeface="Poppins Black" panose="00000A00000000000000" pitchFamily="2" charset="0"/>
                </a:rPr>
                <a:t>Thankyou</a:t>
              </a:r>
            </a:p>
          </p:txBody>
        </p:sp>
        <p:sp>
          <p:nvSpPr>
            <p:cNvPr id="468" name="Oval 467">
              <a:extLst>
                <a:ext uri="{FF2B5EF4-FFF2-40B4-BE49-F238E27FC236}">
                  <a16:creationId xmlns:a16="http://schemas.microsoft.com/office/drawing/2014/main" id="{A7A1BBE7-6C23-5792-6669-BA04B39CE1E6}"/>
                </a:ext>
              </a:extLst>
            </p:cNvPr>
            <p:cNvSpPr/>
            <p:nvPr/>
          </p:nvSpPr>
          <p:spPr>
            <a:xfrm>
              <a:off x="9688751" y="3621896"/>
              <a:ext cx="402842" cy="40284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729</TotalTime>
  <Words>235</Words>
  <Application>Microsoft Office PowerPoint</Application>
  <PresentationFormat>Widescreen</PresentationFormat>
  <Paragraphs>55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Poppins SemiBold</vt:lpstr>
      <vt:lpstr>Montserrat SemiBold</vt:lpstr>
      <vt:lpstr>Poppins Black</vt:lpstr>
      <vt:lpstr>Segoe UI Light</vt:lpstr>
      <vt:lpstr>Calibri</vt:lpstr>
      <vt:lpstr>Arial</vt:lpstr>
      <vt:lpstr>Aptos</vt:lpstr>
      <vt:lpstr>Signatura Monoline Script</vt:lpstr>
      <vt:lpstr>Aptos Display</vt:lpstr>
      <vt:lpstr>Montserrat</vt:lpstr>
      <vt:lpstr>Office Theme</vt:lpstr>
      <vt:lpstr>PowerPoint Presentation</vt:lpstr>
      <vt:lpstr>Supervisor</vt:lpstr>
      <vt:lpstr>Problem</vt:lpstr>
      <vt:lpstr>Solution</vt:lpstr>
      <vt:lpstr>Target Audience</vt:lpstr>
      <vt:lpstr>Modules</vt:lpstr>
      <vt:lpstr>Tools &amp; Technologies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Helmet detection and license plate recognition</dc:title>
  <dc:creator>Zainab Ashfaq</dc:creator>
  <cp:lastModifiedBy>عربا نعیم</cp:lastModifiedBy>
  <cp:revision>19</cp:revision>
  <dcterms:created xsi:type="dcterms:W3CDTF">2022-12-23T09:26:07Z</dcterms:created>
  <dcterms:modified xsi:type="dcterms:W3CDTF">2024-10-21T16:13:42Z</dcterms:modified>
</cp:coreProperties>
</file>